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70" r:id="rId9"/>
    <p:sldId id="271" r:id="rId10"/>
    <p:sldId id="272" r:id="rId11"/>
    <p:sldId id="273" r:id="rId12"/>
    <p:sldId id="274" r:id="rId13"/>
    <p:sldId id="275"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38a29843-4488-561d-8142-3093bf7f32eb}">
          <p14:sldIdLst>
            <p14:sldId id="256"/>
            <p14:sldId id="257"/>
          </p14:sldIdLst>
        </p14:section>
        <p14:section name="Data" id="{8241a055-1125-1c11-0465-a52101250d19}">
          <p14:sldIdLst>
            <p14:sldId id="258"/>
            <p14:sldId id="259"/>
            <p14:sldId id="260"/>
            <p14:sldId id="261"/>
            <p14:sldId id="262"/>
          </p14:sldIdLst>
        </p14:section>
        <p14:section name="Proposed system" id="{c6211fd2-ea10-9651-82f1-153048bb2d95}">
          <p14:sldIdLst>
            <p14:sldId id="263"/>
            <p14:sldId id="264"/>
            <p14:sldId id="265"/>
          </p14:sldIdLst>
        </p14:section>
        <p14:section name="Results" id="{faf76579-c466-8de0-c9e1-4fd3f3854745}">
          <p14:sldIdLst>
            <p14:sldId id="266"/>
            <p14:sldId id="267"/>
            <p14:sldId id="268"/>
          </p14:sldIdLst>
        </p14:section>
        <p14:section name="Conclusion" id="{9d915e5c-90f6-96ae-b6e0-7bea3592578f}">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chart>
    <c:plotArea>
      <c:scatterChart>
        <c:scatterStyle val="lineMarker"/>
        <c:varyColors val="0"/>
        <c:ser>
          <c:idx val="0"/>
          <c:order val="0"/>
          <c:tx>
            <c:strRef>
              <c:f>Sheet1!$B$1</c:f>
              <c:strCache>
                <c:ptCount val="1"/>
                <c:pt idx="0">
                  <c:v>True RUL</c:v>
                </c:pt>
              </c:strCache>
            </c:strRef>
          </c:tx>
          <c:spPr>
            <a:ln w="25400">
              <a:solidFill>
                <a:srgbClr val="12262B"/>
              </a:solidFill>
              <a:prstDash val="dash"/>
            </a:ln>
          </c:spPr>
          <c:marker>
            <c:symbol val="none"/>
          </c:marker>
          <c:xVal>
            <c:numRef>
              <c:f>Sheet1!$A$2:$A$322</c:f>
              <c:numCache>
                <c:formatCode>General</c:formatCode>
                <c:ptCount val="321"/>
                <c:pt idx="0">
                  <c:v>-160.0</c:v>
                </c:pt>
                <c:pt idx="1">
                  <c:v>-159.5</c:v>
                </c:pt>
                <c:pt idx="2">
                  <c:v>-159.0</c:v>
                </c:pt>
                <c:pt idx="3">
                  <c:v>-158.5</c:v>
                </c:pt>
                <c:pt idx="4">
                  <c:v>-158.0</c:v>
                </c:pt>
                <c:pt idx="5">
                  <c:v>-157.5</c:v>
                </c:pt>
                <c:pt idx="6">
                  <c:v>-157.0</c:v>
                </c:pt>
                <c:pt idx="7">
                  <c:v>-156.5</c:v>
                </c:pt>
                <c:pt idx="8">
                  <c:v>-156.0</c:v>
                </c:pt>
                <c:pt idx="9">
                  <c:v>-155.5</c:v>
                </c:pt>
                <c:pt idx="10">
                  <c:v>-155.0</c:v>
                </c:pt>
                <c:pt idx="11">
                  <c:v>-154.5</c:v>
                </c:pt>
                <c:pt idx="12">
                  <c:v>-154.0</c:v>
                </c:pt>
                <c:pt idx="13">
                  <c:v>-153.5</c:v>
                </c:pt>
                <c:pt idx="14">
                  <c:v>-153.0</c:v>
                </c:pt>
                <c:pt idx="15">
                  <c:v>-152.5</c:v>
                </c:pt>
                <c:pt idx="16">
                  <c:v>-152.0</c:v>
                </c:pt>
                <c:pt idx="17">
                  <c:v>-151.5</c:v>
                </c:pt>
                <c:pt idx="18">
                  <c:v>-151.0</c:v>
                </c:pt>
                <c:pt idx="19">
                  <c:v>-150.5</c:v>
                </c:pt>
                <c:pt idx="20">
                  <c:v>-150.0</c:v>
                </c:pt>
                <c:pt idx="21">
                  <c:v>-149.5</c:v>
                </c:pt>
                <c:pt idx="22">
                  <c:v>-149.0</c:v>
                </c:pt>
                <c:pt idx="23">
                  <c:v>-148.5</c:v>
                </c:pt>
                <c:pt idx="24">
                  <c:v>-148.0</c:v>
                </c:pt>
                <c:pt idx="25">
                  <c:v>-147.5</c:v>
                </c:pt>
                <c:pt idx="26">
                  <c:v>-147.0</c:v>
                </c:pt>
                <c:pt idx="27">
                  <c:v>-146.5</c:v>
                </c:pt>
                <c:pt idx="28">
                  <c:v>-146.0</c:v>
                </c:pt>
                <c:pt idx="29">
                  <c:v>-145.5</c:v>
                </c:pt>
                <c:pt idx="30">
                  <c:v>-145.0</c:v>
                </c:pt>
                <c:pt idx="31">
                  <c:v>-144.5</c:v>
                </c:pt>
                <c:pt idx="32">
                  <c:v>-144.0</c:v>
                </c:pt>
                <c:pt idx="33">
                  <c:v>-143.5</c:v>
                </c:pt>
                <c:pt idx="34">
                  <c:v>-143.0</c:v>
                </c:pt>
                <c:pt idx="35">
                  <c:v>-142.5</c:v>
                </c:pt>
                <c:pt idx="36">
                  <c:v>-142.0</c:v>
                </c:pt>
                <c:pt idx="37">
                  <c:v>-141.5</c:v>
                </c:pt>
                <c:pt idx="38">
                  <c:v>-141.0</c:v>
                </c:pt>
                <c:pt idx="39">
                  <c:v>-140.5</c:v>
                </c:pt>
                <c:pt idx="40">
                  <c:v>-140.0</c:v>
                </c:pt>
                <c:pt idx="41">
                  <c:v>-139.5</c:v>
                </c:pt>
                <c:pt idx="42">
                  <c:v>-139.0</c:v>
                </c:pt>
                <c:pt idx="43">
                  <c:v>-138.5</c:v>
                </c:pt>
                <c:pt idx="44">
                  <c:v>-138.0</c:v>
                </c:pt>
                <c:pt idx="45">
                  <c:v>-137.5</c:v>
                </c:pt>
                <c:pt idx="46">
                  <c:v>-137.0</c:v>
                </c:pt>
                <c:pt idx="47">
                  <c:v>-136.5</c:v>
                </c:pt>
                <c:pt idx="48">
                  <c:v>-136.0</c:v>
                </c:pt>
                <c:pt idx="49">
                  <c:v>-135.5</c:v>
                </c:pt>
                <c:pt idx="50">
                  <c:v>-135.0</c:v>
                </c:pt>
                <c:pt idx="51">
                  <c:v>-134.5</c:v>
                </c:pt>
                <c:pt idx="52">
                  <c:v>-134.0</c:v>
                </c:pt>
                <c:pt idx="53">
                  <c:v>-133.5</c:v>
                </c:pt>
                <c:pt idx="54">
                  <c:v>-133.0</c:v>
                </c:pt>
                <c:pt idx="55">
                  <c:v>-132.5</c:v>
                </c:pt>
                <c:pt idx="56">
                  <c:v>-132.0</c:v>
                </c:pt>
                <c:pt idx="57">
                  <c:v>-131.5</c:v>
                </c:pt>
                <c:pt idx="58">
                  <c:v>-131.0</c:v>
                </c:pt>
                <c:pt idx="59">
                  <c:v>-130.5</c:v>
                </c:pt>
                <c:pt idx="60">
                  <c:v>-130.0</c:v>
                </c:pt>
                <c:pt idx="61">
                  <c:v>-129.5</c:v>
                </c:pt>
                <c:pt idx="62">
                  <c:v>-129.0</c:v>
                </c:pt>
                <c:pt idx="63">
                  <c:v>-128.5</c:v>
                </c:pt>
                <c:pt idx="64">
                  <c:v>-128.0</c:v>
                </c:pt>
                <c:pt idx="65">
                  <c:v>-127.5</c:v>
                </c:pt>
                <c:pt idx="66">
                  <c:v>-127.0</c:v>
                </c:pt>
                <c:pt idx="67">
                  <c:v>-126.5</c:v>
                </c:pt>
                <c:pt idx="68">
                  <c:v>-126.0</c:v>
                </c:pt>
                <c:pt idx="69">
                  <c:v>-125.5</c:v>
                </c:pt>
                <c:pt idx="70">
                  <c:v>-125.0</c:v>
                </c:pt>
                <c:pt idx="71">
                  <c:v>-124.5</c:v>
                </c:pt>
                <c:pt idx="72">
                  <c:v>-124.0</c:v>
                </c:pt>
                <c:pt idx="73">
                  <c:v>-123.5</c:v>
                </c:pt>
                <c:pt idx="74">
                  <c:v>-123.0</c:v>
                </c:pt>
                <c:pt idx="75">
                  <c:v>-122.5</c:v>
                </c:pt>
                <c:pt idx="76">
                  <c:v>-122.0</c:v>
                </c:pt>
                <c:pt idx="77">
                  <c:v>-121.5</c:v>
                </c:pt>
                <c:pt idx="78">
                  <c:v>-121.0</c:v>
                </c:pt>
                <c:pt idx="79">
                  <c:v>-120.5</c:v>
                </c:pt>
                <c:pt idx="80">
                  <c:v>-120.0</c:v>
                </c:pt>
                <c:pt idx="81">
                  <c:v>-119.5</c:v>
                </c:pt>
                <c:pt idx="82">
                  <c:v>-119.0</c:v>
                </c:pt>
                <c:pt idx="83">
                  <c:v>-118.5</c:v>
                </c:pt>
                <c:pt idx="84">
                  <c:v>-118.0</c:v>
                </c:pt>
                <c:pt idx="85">
                  <c:v>-117.5</c:v>
                </c:pt>
                <c:pt idx="86">
                  <c:v>-117.0</c:v>
                </c:pt>
                <c:pt idx="87">
                  <c:v>-116.5</c:v>
                </c:pt>
                <c:pt idx="88">
                  <c:v>-116.0</c:v>
                </c:pt>
                <c:pt idx="89">
                  <c:v>-115.5</c:v>
                </c:pt>
                <c:pt idx="90">
                  <c:v>-115.0</c:v>
                </c:pt>
                <c:pt idx="91">
                  <c:v>-114.5</c:v>
                </c:pt>
                <c:pt idx="92">
                  <c:v>-114.0</c:v>
                </c:pt>
                <c:pt idx="93">
                  <c:v>-113.5</c:v>
                </c:pt>
                <c:pt idx="94">
                  <c:v>-113.0</c:v>
                </c:pt>
                <c:pt idx="95">
                  <c:v>-112.5</c:v>
                </c:pt>
                <c:pt idx="96">
                  <c:v>-112.0</c:v>
                </c:pt>
                <c:pt idx="97">
                  <c:v>-111.5</c:v>
                </c:pt>
                <c:pt idx="98">
                  <c:v>-111.0</c:v>
                </c:pt>
                <c:pt idx="99">
                  <c:v>-110.5</c:v>
                </c:pt>
                <c:pt idx="100">
                  <c:v>-110.0</c:v>
                </c:pt>
                <c:pt idx="101">
                  <c:v>-109.5</c:v>
                </c:pt>
                <c:pt idx="102">
                  <c:v>-109.0</c:v>
                </c:pt>
                <c:pt idx="103">
                  <c:v>-108.5</c:v>
                </c:pt>
                <c:pt idx="104">
                  <c:v>-108.0</c:v>
                </c:pt>
                <c:pt idx="105">
                  <c:v>-107.5</c:v>
                </c:pt>
                <c:pt idx="106">
                  <c:v>-107.0</c:v>
                </c:pt>
                <c:pt idx="107">
                  <c:v>-106.5</c:v>
                </c:pt>
                <c:pt idx="108">
                  <c:v>-106.0</c:v>
                </c:pt>
                <c:pt idx="109">
                  <c:v>-105.5</c:v>
                </c:pt>
                <c:pt idx="110">
                  <c:v>-105.0</c:v>
                </c:pt>
                <c:pt idx="111">
                  <c:v>-104.5</c:v>
                </c:pt>
                <c:pt idx="112">
                  <c:v>-104.0</c:v>
                </c:pt>
                <c:pt idx="113">
                  <c:v>-103.5</c:v>
                </c:pt>
                <c:pt idx="114">
                  <c:v>-103.0</c:v>
                </c:pt>
                <c:pt idx="115">
                  <c:v>-102.5</c:v>
                </c:pt>
                <c:pt idx="116">
                  <c:v>-102.0</c:v>
                </c:pt>
                <c:pt idx="117">
                  <c:v>-101.5</c:v>
                </c:pt>
                <c:pt idx="118">
                  <c:v>-101.0</c:v>
                </c:pt>
                <c:pt idx="119">
                  <c:v>-100.5</c:v>
                </c:pt>
                <c:pt idx="120">
                  <c:v>-100.0</c:v>
                </c:pt>
                <c:pt idx="121">
                  <c:v>-99.5</c:v>
                </c:pt>
                <c:pt idx="122">
                  <c:v>-99.0</c:v>
                </c:pt>
                <c:pt idx="123">
                  <c:v>-98.5</c:v>
                </c:pt>
                <c:pt idx="124">
                  <c:v>-98.0</c:v>
                </c:pt>
                <c:pt idx="125">
                  <c:v>-97.5</c:v>
                </c:pt>
                <c:pt idx="126">
                  <c:v>-97.0</c:v>
                </c:pt>
                <c:pt idx="127">
                  <c:v>-96.5</c:v>
                </c:pt>
                <c:pt idx="128">
                  <c:v>-96.0</c:v>
                </c:pt>
                <c:pt idx="129">
                  <c:v>-95.5</c:v>
                </c:pt>
                <c:pt idx="130">
                  <c:v>-95.0</c:v>
                </c:pt>
                <c:pt idx="131">
                  <c:v>-94.5</c:v>
                </c:pt>
                <c:pt idx="132">
                  <c:v>-94.0</c:v>
                </c:pt>
                <c:pt idx="133">
                  <c:v>-93.5</c:v>
                </c:pt>
                <c:pt idx="134">
                  <c:v>-93.0</c:v>
                </c:pt>
                <c:pt idx="135">
                  <c:v>-92.5</c:v>
                </c:pt>
                <c:pt idx="136">
                  <c:v>-92.0</c:v>
                </c:pt>
                <c:pt idx="137">
                  <c:v>-91.5</c:v>
                </c:pt>
                <c:pt idx="138">
                  <c:v>-91.0</c:v>
                </c:pt>
                <c:pt idx="139">
                  <c:v>-90.5</c:v>
                </c:pt>
                <c:pt idx="140">
                  <c:v>-90.0</c:v>
                </c:pt>
                <c:pt idx="141">
                  <c:v>-89.5</c:v>
                </c:pt>
                <c:pt idx="142">
                  <c:v>-89.0</c:v>
                </c:pt>
                <c:pt idx="143">
                  <c:v>-88.5</c:v>
                </c:pt>
                <c:pt idx="144">
                  <c:v>-88.0</c:v>
                </c:pt>
                <c:pt idx="145">
                  <c:v>-87.5</c:v>
                </c:pt>
                <c:pt idx="146">
                  <c:v>-87.0</c:v>
                </c:pt>
                <c:pt idx="147">
                  <c:v>-86.5</c:v>
                </c:pt>
                <c:pt idx="148">
                  <c:v>-86.0</c:v>
                </c:pt>
                <c:pt idx="149">
                  <c:v>-85.5</c:v>
                </c:pt>
                <c:pt idx="150">
                  <c:v>-85.0</c:v>
                </c:pt>
                <c:pt idx="151">
                  <c:v>-84.5</c:v>
                </c:pt>
                <c:pt idx="152">
                  <c:v>-84.0</c:v>
                </c:pt>
                <c:pt idx="153">
                  <c:v>-83.5</c:v>
                </c:pt>
                <c:pt idx="154">
                  <c:v>-83.0</c:v>
                </c:pt>
                <c:pt idx="155">
                  <c:v>-82.5</c:v>
                </c:pt>
                <c:pt idx="156">
                  <c:v>-82.0</c:v>
                </c:pt>
                <c:pt idx="157">
                  <c:v>-81.5</c:v>
                </c:pt>
                <c:pt idx="158">
                  <c:v>-81.0</c:v>
                </c:pt>
                <c:pt idx="159">
                  <c:v>-80.5</c:v>
                </c:pt>
                <c:pt idx="160">
                  <c:v>-80.0</c:v>
                </c:pt>
                <c:pt idx="161">
                  <c:v>-79.5</c:v>
                </c:pt>
                <c:pt idx="162">
                  <c:v>-79.0</c:v>
                </c:pt>
                <c:pt idx="163">
                  <c:v>-78.5</c:v>
                </c:pt>
                <c:pt idx="164">
                  <c:v>-78.0</c:v>
                </c:pt>
                <c:pt idx="165">
                  <c:v>-77.5</c:v>
                </c:pt>
                <c:pt idx="166">
                  <c:v>-77.0</c:v>
                </c:pt>
                <c:pt idx="167">
                  <c:v>-76.5</c:v>
                </c:pt>
                <c:pt idx="168">
                  <c:v>-76.0</c:v>
                </c:pt>
                <c:pt idx="169">
                  <c:v>-75.5</c:v>
                </c:pt>
                <c:pt idx="170">
                  <c:v>-75.0</c:v>
                </c:pt>
                <c:pt idx="171">
                  <c:v>-74.5</c:v>
                </c:pt>
                <c:pt idx="172">
                  <c:v>-74.0</c:v>
                </c:pt>
                <c:pt idx="173">
                  <c:v>-73.5</c:v>
                </c:pt>
                <c:pt idx="174">
                  <c:v>-73.0</c:v>
                </c:pt>
                <c:pt idx="175">
                  <c:v>-72.5</c:v>
                </c:pt>
                <c:pt idx="176">
                  <c:v>-72.0</c:v>
                </c:pt>
                <c:pt idx="177">
                  <c:v>-71.5</c:v>
                </c:pt>
                <c:pt idx="178">
                  <c:v>-71.0</c:v>
                </c:pt>
                <c:pt idx="179">
                  <c:v>-70.5</c:v>
                </c:pt>
                <c:pt idx="180">
                  <c:v>-70.0</c:v>
                </c:pt>
                <c:pt idx="181">
                  <c:v>-69.5</c:v>
                </c:pt>
                <c:pt idx="182">
                  <c:v>-69.0</c:v>
                </c:pt>
                <c:pt idx="183">
                  <c:v>-68.5</c:v>
                </c:pt>
                <c:pt idx="184">
                  <c:v>-68.0</c:v>
                </c:pt>
                <c:pt idx="185">
                  <c:v>-67.5</c:v>
                </c:pt>
                <c:pt idx="186">
                  <c:v>-67.0</c:v>
                </c:pt>
                <c:pt idx="187">
                  <c:v>-66.5</c:v>
                </c:pt>
                <c:pt idx="188">
                  <c:v>-66.0</c:v>
                </c:pt>
                <c:pt idx="189">
                  <c:v>-65.5</c:v>
                </c:pt>
                <c:pt idx="190">
                  <c:v>-65.0</c:v>
                </c:pt>
                <c:pt idx="191">
                  <c:v>-64.5</c:v>
                </c:pt>
                <c:pt idx="192">
                  <c:v>-64.0</c:v>
                </c:pt>
                <c:pt idx="193">
                  <c:v>-63.5</c:v>
                </c:pt>
                <c:pt idx="194">
                  <c:v>-63.0</c:v>
                </c:pt>
                <c:pt idx="195">
                  <c:v>-62.5</c:v>
                </c:pt>
                <c:pt idx="196">
                  <c:v>-62.0</c:v>
                </c:pt>
                <c:pt idx="197">
                  <c:v>-61.5</c:v>
                </c:pt>
                <c:pt idx="198">
                  <c:v>-61.0</c:v>
                </c:pt>
                <c:pt idx="199">
                  <c:v>-60.5</c:v>
                </c:pt>
                <c:pt idx="200">
                  <c:v>-60.0</c:v>
                </c:pt>
                <c:pt idx="201">
                  <c:v>-59.5</c:v>
                </c:pt>
                <c:pt idx="202">
                  <c:v>-59.0</c:v>
                </c:pt>
                <c:pt idx="203">
                  <c:v>-58.5</c:v>
                </c:pt>
                <c:pt idx="204">
                  <c:v>-58.0</c:v>
                </c:pt>
                <c:pt idx="205">
                  <c:v>-57.5</c:v>
                </c:pt>
                <c:pt idx="206">
                  <c:v>-57.0</c:v>
                </c:pt>
                <c:pt idx="207">
                  <c:v>-56.5</c:v>
                </c:pt>
                <c:pt idx="208">
                  <c:v>-56.0</c:v>
                </c:pt>
                <c:pt idx="209">
                  <c:v>-55.5</c:v>
                </c:pt>
                <c:pt idx="210">
                  <c:v>-55.0</c:v>
                </c:pt>
                <c:pt idx="211">
                  <c:v>-54.5</c:v>
                </c:pt>
                <c:pt idx="212">
                  <c:v>-54.0</c:v>
                </c:pt>
                <c:pt idx="213">
                  <c:v>-53.5</c:v>
                </c:pt>
                <c:pt idx="214">
                  <c:v>-53.0</c:v>
                </c:pt>
                <c:pt idx="215">
                  <c:v>-52.5</c:v>
                </c:pt>
                <c:pt idx="216">
                  <c:v>-52.0</c:v>
                </c:pt>
                <c:pt idx="217">
                  <c:v>-51.5</c:v>
                </c:pt>
                <c:pt idx="218">
                  <c:v>-51.0</c:v>
                </c:pt>
                <c:pt idx="219">
                  <c:v>-50.5</c:v>
                </c:pt>
                <c:pt idx="220">
                  <c:v>-50.0</c:v>
                </c:pt>
                <c:pt idx="221">
                  <c:v>-49.5</c:v>
                </c:pt>
                <c:pt idx="222">
                  <c:v>-49.0</c:v>
                </c:pt>
                <c:pt idx="223">
                  <c:v>-48.5</c:v>
                </c:pt>
                <c:pt idx="224">
                  <c:v>-48.0</c:v>
                </c:pt>
                <c:pt idx="225">
                  <c:v>-47.5</c:v>
                </c:pt>
                <c:pt idx="226">
                  <c:v>-47.0</c:v>
                </c:pt>
                <c:pt idx="227">
                  <c:v>-46.5</c:v>
                </c:pt>
                <c:pt idx="228">
                  <c:v>-46.0</c:v>
                </c:pt>
                <c:pt idx="229">
                  <c:v>-45.5</c:v>
                </c:pt>
                <c:pt idx="230">
                  <c:v>-45.0</c:v>
                </c:pt>
                <c:pt idx="231">
                  <c:v>-44.5</c:v>
                </c:pt>
                <c:pt idx="232">
                  <c:v>-44.0</c:v>
                </c:pt>
                <c:pt idx="233">
                  <c:v>-43.5</c:v>
                </c:pt>
                <c:pt idx="234">
                  <c:v>-43.0</c:v>
                </c:pt>
                <c:pt idx="235">
                  <c:v>-42.5</c:v>
                </c:pt>
                <c:pt idx="236">
                  <c:v>-42.0</c:v>
                </c:pt>
                <c:pt idx="237">
                  <c:v>-41.5</c:v>
                </c:pt>
                <c:pt idx="238">
                  <c:v>-41.0</c:v>
                </c:pt>
                <c:pt idx="239">
                  <c:v>-40.5</c:v>
                </c:pt>
                <c:pt idx="240">
                  <c:v>-40.0</c:v>
                </c:pt>
                <c:pt idx="241">
                  <c:v>-39.5</c:v>
                </c:pt>
                <c:pt idx="242">
                  <c:v>-39.0</c:v>
                </c:pt>
                <c:pt idx="243">
                  <c:v>-38.5</c:v>
                </c:pt>
                <c:pt idx="244">
                  <c:v>-38.0</c:v>
                </c:pt>
                <c:pt idx="245">
                  <c:v>-37.5</c:v>
                </c:pt>
                <c:pt idx="246">
                  <c:v>-37.0</c:v>
                </c:pt>
                <c:pt idx="247">
                  <c:v>-36.5</c:v>
                </c:pt>
                <c:pt idx="248">
                  <c:v>-36.0</c:v>
                </c:pt>
                <c:pt idx="249">
                  <c:v>-35.5</c:v>
                </c:pt>
                <c:pt idx="250">
                  <c:v>-35.0</c:v>
                </c:pt>
                <c:pt idx="251">
                  <c:v>-34.5</c:v>
                </c:pt>
                <c:pt idx="252">
                  <c:v>-34.0</c:v>
                </c:pt>
                <c:pt idx="253">
                  <c:v>-33.5</c:v>
                </c:pt>
                <c:pt idx="254">
                  <c:v>-33.0</c:v>
                </c:pt>
                <c:pt idx="255">
                  <c:v>-32.5</c:v>
                </c:pt>
                <c:pt idx="256">
                  <c:v>-32.0</c:v>
                </c:pt>
                <c:pt idx="257">
                  <c:v>-31.5</c:v>
                </c:pt>
                <c:pt idx="258">
                  <c:v>-31.0</c:v>
                </c:pt>
                <c:pt idx="259">
                  <c:v>-30.5</c:v>
                </c:pt>
                <c:pt idx="260">
                  <c:v>-30.0</c:v>
                </c:pt>
                <c:pt idx="261">
                  <c:v>-29.5</c:v>
                </c:pt>
                <c:pt idx="262">
                  <c:v>-29.0</c:v>
                </c:pt>
                <c:pt idx="263">
                  <c:v>-28.5</c:v>
                </c:pt>
                <c:pt idx="264">
                  <c:v>-28.0</c:v>
                </c:pt>
                <c:pt idx="265">
                  <c:v>-27.5</c:v>
                </c:pt>
                <c:pt idx="266">
                  <c:v>-27.0</c:v>
                </c:pt>
                <c:pt idx="267">
                  <c:v>-26.5</c:v>
                </c:pt>
                <c:pt idx="268">
                  <c:v>-26.0</c:v>
                </c:pt>
                <c:pt idx="269">
                  <c:v>-25.5</c:v>
                </c:pt>
                <c:pt idx="270">
                  <c:v>-25.0</c:v>
                </c:pt>
                <c:pt idx="271">
                  <c:v>-24.5</c:v>
                </c:pt>
                <c:pt idx="272">
                  <c:v>-24.0</c:v>
                </c:pt>
                <c:pt idx="273">
                  <c:v>-23.5</c:v>
                </c:pt>
                <c:pt idx="274">
                  <c:v>-23.0</c:v>
                </c:pt>
                <c:pt idx="275">
                  <c:v>-22.5</c:v>
                </c:pt>
                <c:pt idx="276">
                  <c:v>-22.0</c:v>
                </c:pt>
                <c:pt idx="277">
                  <c:v>-21.5</c:v>
                </c:pt>
                <c:pt idx="278">
                  <c:v>-21.0</c:v>
                </c:pt>
                <c:pt idx="279">
                  <c:v>-20.5</c:v>
                </c:pt>
                <c:pt idx="280">
                  <c:v>-20.0</c:v>
                </c:pt>
                <c:pt idx="281">
                  <c:v>-19.5</c:v>
                </c:pt>
                <c:pt idx="282">
                  <c:v>-19.0</c:v>
                </c:pt>
                <c:pt idx="283">
                  <c:v>-18.5</c:v>
                </c:pt>
                <c:pt idx="284">
                  <c:v>-18.0</c:v>
                </c:pt>
                <c:pt idx="285">
                  <c:v>-17.5</c:v>
                </c:pt>
                <c:pt idx="286">
                  <c:v>-17.0</c:v>
                </c:pt>
                <c:pt idx="287">
                  <c:v>-16.5</c:v>
                </c:pt>
                <c:pt idx="288">
                  <c:v>-16.0</c:v>
                </c:pt>
                <c:pt idx="289">
                  <c:v>-15.5</c:v>
                </c:pt>
                <c:pt idx="290">
                  <c:v>-15.0</c:v>
                </c:pt>
                <c:pt idx="291">
                  <c:v>-14.5</c:v>
                </c:pt>
                <c:pt idx="292">
                  <c:v>-14.0</c:v>
                </c:pt>
                <c:pt idx="293">
                  <c:v>-13.5</c:v>
                </c:pt>
                <c:pt idx="294">
                  <c:v>-13.0</c:v>
                </c:pt>
                <c:pt idx="295">
                  <c:v>-12.5</c:v>
                </c:pt>
                <c:pt idx="296">
                  <c:v>-12.0</c:v>
                </c:pt>
                <c:pt idx="297">
                  <c:v>-11.5</c:v>
                </c:pt>
                <c:pt idx="298">
                  <c:v>-11.0</c:v>
                </c:pt>
                <c:pt idx="299">
                  <c:v>-10.5</c:v>
                </c:pt>
                <c:pt idx="300">
                  <c:v>-10.0</c:v>
                </c:pt>
                <c:pt idx="301">
                  <c:v>-9.5</c:v>
                </c:pt>
                <c:pt idx="302">
                  <c:v>-9.0</c:v>
                </c:pt>
                <c:pt idx="303">
                  <c:v>-8.5</c:v>
                </c:pt>
                <c:pt idx="304">
                  <c:v>-8.0</c:v>
                </c:pt>
                <c:pt idx="305">
                  <c:v>-7.5</c:v>
                </c:pt>
                <c:pt idx="306">
                  <c:v>-7.0</c:v>
                </c:pt>
                <c:pt idx="307">
                  <c:v>-6.5</c:v>
                </c:pt>
                <c:pt idx="308">
                  <c:v>-6.0</c:v>
                </c:pt>
                <c:pt idx="309">
                  <c:v>-5.5</c:v>
                </c:pt>
                <c:pt idx="310">
                  <c:v>-5.0</c:v>
                </c:pt>
                <c:pt idx="311">
                  <c:v>-4.5</c:v>
                </c:pt>
                <c:pt idx="312">
                  <c:v>-4.0</c:v>
                </c:pt>
                <c:pt idx="313">
                  <c:v>-3.5</c:v>
                </c:pt>
                <c:pt idx="314">
                  <c:v>-3.0</c:v>
                </c:pt>
                <c:pt idx="315">
                  <c:v>-2.5</c:v>
                </c:pt>
                <c:pt idx="316">
                  <c:v>-2.0</c:v>
                </c:pt>
                <c:pt idx="317">
                  <c:v>-1.5</c:v>
                </c:pt>
                <c:pt idx="318">
                  <c:v>-1.0</c:v>
                </c:pt>
                <c:pt idx="319">
                  <c:v>-0.5</c:v>
                </c:pt>
                <c:pt idx="320">
                  <c:v>-0.0</c:v>
                </c:pt>
              </c:numCache>
            </c:numRef>
          </c:xVal>
          <c:yVal>
            <c:numRef>
              <c:f>Sheet1!$B$2:$B$322</c:f>
              <c:numCache>
                <c:formatCode>General</c:formatCode>
                <c:ptCount val="321"/>
                <c:pt idx="0">
                  <c:v>100.0</c:v>
                </c:pt>
                <c:pt idx="1">
                  <c:v>100.0</c:v>
                </c:pt>
                <c:pt idx="2">
                  <c:v>100.0</c:v>
                </c:pt>
                <c:pt idx="3">
                  <c:v>100.0</c:v>
                </c:pt>
                <c:pt idx="4">
                  <c:v>100.0</c:v>
                </c:pt>
                <c:pt idx="5">
                  <c:v>100.0</c:v>
                </c:pt>
                <c:pt idx="6">
                  <c:v>100.0</c:v>
                </c:pt>
                <c:pt idx="7">
                  <c:v>100.0</c:v>
                </c:pt>
                <c:pt idx="8">
                  <c:v>100.0</c:v>
                </c:pt>
                <c:pt idx="9">
                  <c:v>100.0</c:v>
                </c:pt>
                <c:pt idx="10">
                  <c:v>100.0</c:v>
                </c:pt>
                <c:pt idx="11">
                  <c:v>100.0</c:v>
                </c:pt>
                <c:pt idx="12">
                  <c:v>100.0</c:v>
                </c:pt>
                <c:pt idx="13">
                  <c:v>100.0</c:v>
                </c:pt>
                <c:pt idx="14">
                  <c:v>100.0</c:v>
                </c:pt>
                <c:pt idx="15">
                  <c:v>100.0</c:v>
                </c:pt>
                <c:pt idx="16">
                  <c:v>100.0</c:v>
                </c:pt>
                <c:pt idx="17">
                  <c:v>100.0</c:v>
                </c:pt>
                <c:pt idx="18">
                  <c:v>100.0</c:v>
                </c:pt>
                <c:pt idx="19">
                  <c:v>100.0</c:v>
                </c:pt>
                <c:pt idx="20">
                  <c:v>100.0</c:v>
                </c:pt>
                <c:pt idx="21">
                  <c:v>100.0</c:v>
                </c:pt>
                <c:pt idx="22">
                  <c:v>100.0</c:v>
                </c:pt>
                <c:pt idx="23">
                  <c:v>100.0</c:v>
                </c:pt>
                <c:pt idx="24">
                  <c:v>100.0</c:v>
                </c:pt>
                <c:pt idx="25">
                  <c:v>100.0</c:v>
                </c:pt>
                <c:pt idx="26">
                  <c:v>100.0</c:v>
                </c:pt>
                <c:pt idx="27">
                  <c:v>100.0</c:v>
                </c:pt>
                <c:pt idx="28">
                  <c:v>100.0</c:v>
                </c:pt>
                <c:pt idx="29">
                  <c:v>100.0</c:v>
                </c:pt>
                <c:pt idx="30">
                  <c:v>100.0</c:v>
                </c:pt>
                <c:pt idx="31">
                  <c:v>100.0</c:v>
                </c:pt>
                <c:pt idx="32">
                  <c:v>100.0</c:v>
                </c:pt>
                <c:pt idx="33">
                  <c:v>100.0</c:v>
                </c:pt>
                <c:pt idx="34">
                  <c:v>100.0</c:v>
                </c:pt>
                <c:pt idx="35">
                  <c:v>100.0</c:v>
                </c:pt>
                <c:pt idx="36">
                  <c:v>100.0</c:v>
                </c:pt>
                <c:pt idx="37">
                  <c:v>100.0</c:v>
                </c:pt>
                <c:pt idx="38">
                  <c:v>100.0</c:v>
                </c:pt>
                <c:pt idx="39">
                  <c:v>100.0</c:v>
                </c:pt>
                <c:pt idx="40">
                  <c:v>100.0</c:v>
                </c:pt>
                <c:pt idx="41">
                  <c:v>100.0</c:v>
                </c:pt>
                <c:pt idx="42">
                  <c:v>100.0</c:v>
                </c:pt>
                <c:pt idx="43">
                  <c:v>100.0</c:v>
                </c:pt>
                <c:pt idx="44">
                  <c:v>100.0</c:v>
                </c:pt>
                <c:pt idx="45">
                  <c:v>100.0</c:v>
                </c:pt>
                <c:pt idx="46">
                  <c:v>100.0</c:v>
                </c:pt>
                <c:pt idx="47">
                  <c:v>100.0</c:v>
                </c:pt>
                <c:pt idx="48">
                  <c:v>100.0</c:v>
                </c:pt>
                <c:pt idx="49">
                  <c:v>100.0</c:v>
                </c:pt>
                <c:pt idx="50">
                  <c:v>100.0</c:v>
                </c:pt>
                <c:pt idx="51">
                  <c:v>100.0</c:v>
                </c:pt>
                <c:pt idx="52">
                  <c:v>100.0</c:v>
                </c:pt>
                <c:pt idx="53">
                  <c:v>100.0</c:v>
                </c:pt>
                <c:pt idx="54">
                  <c:v>100.0</c:v>
                </c:pt>
                <c:pt idx="55">
                  <c:v>100.0</c:v>
                </c:pt>
                <c:pt idx="56">
                  <c:v>100.0</c:v>
                </c:pt>
                <c:pt idx="57">
                  <c:v>100.0</c:v>
                </c:pt>
                <c:pt idx="58">
                  <c:v>100.0</c:v>
                </c:pt>
                <c:pt idx="59">
                  <c:v>100.0</c:v>
                </c:pt>
                <c:pt idx="60">
                  <c:v>100.0</c:v>
                </c:pt>
                <c:pt idx="61">
                  <c:v>100.0</c:v>
                </c:pt>
                <c:pt idx="62">
                  <c:v>100.0</c:v>
                </c:pt>
                <c:pt idx="63">
                  <c:v>100.0</c:v>
                </c:pt>
                <c:pt idx="64">
                  <c:v>100.0</c:v>
                </c:pt>
                <c:pt idx="65">
                  <c:v>100.0</c:v>
                </c:pt>
                <c:pt idx="66">
                  <c:v>100.0</c:v>
                </c:pt>
                <c:pt idx="67">
                  <c:v>100.0</c:v>
                </c:pt>
                <c:pt idx="68">
                  <c:v>100.0</c:v>
                </c:pt>
                <c:pt idx="69">
                  <c:v>100.0</c:v>
                </c:pt>
                <c:pt idx="70">
                  <c:v>100.0</c:v>
                </c:pt>
                <c:pt idx="71">
                  <c:v>100.0</c:v>
                </c:pt>
                <c:pt idx="72">
                  <c:v>100.0</c:v>
                </c:pt>
                <c:pt idx="73">
                  <c:v>100.0</c:v>
                </c:pt>
                <c:pt idx="74">
                  <c:v>100.0</c:v>
                </c:pt>
                <c:pt idx="75">
                  <c:v>100.0</c:v>
                </c:pt>
                <c:pt idx="76">
                  <c:v>100.0</c:v>
                </c:pt>
                <c:pt idx="77">
                  <c:v>100.0</c:v>
                </c:pt>
                <c:pt idx="78">
                  <c:v>100.0</c:v>
                </c:pt>
                <c:pt idx="79">
                  <c:v>100.0</c:v>
                </c:pt>
                <c:pt idx="80">
                  <c:v>100.0</c:v>
                </c:pt>
                <c:pt idx="81">
                  <c:v>100.0</c:v>
                </c:pt>
                <c:pt idx="82">
                  <c:v>100.0</c:v>
                </c:pt>
                <c:pt idx="83">
                  <c:v>100.0</c:v>
                </c:pt>
                <c:pt idx="84">
                  <c:v>100.0</c:v>
                </c:pt>
                <c:pt idx="85">
                  <c:v>100.0</c:v>
                </c:pt>
                <c:pt idx="86">
                  <c:v>100.0</c:v>
                </c:pt>
                <c:pt idx="87">
                  <c:v>100.0</c:v>
                </c:pt>
                <c:pt idx="88">
                  <c:v>100.0</c:v>
                </c:pt>
                <c:pt idx="89">
                  <c:v>100.0</c:v>
                </c:pt>
                <c:pt idx="90">
                  <c:v>100.0</c:v>
                </c:pt>
                <c:pt idx="91">
                  <c:v>100.0</c:v>
                </c:pt>
                <c:pt idx="92">
                  <c:v>100.0</c:v>
                </c:pt>
                <c:pt idx="93">
                  <c:v>100.0</c:v>
                </c:pt>
                <c:pt idx="94">
                  <c:v>100.0</c:v>
                </c:pt>
                <c:pt idx="95">
                  <c:v>100.0</c:v>
                </c:pt>
                <c:pt idx="96">
                  <c:v>100.0</c:v>
                </c:pt>
                <c:pt idx="97">
                  <c:v>100.0</c:v>
                </c:pt>
                <c:pt idx="98">
                  <c:v>100.0</c:v>
                </c:pt>
                <c:pt idx="99">
                  <c:v>100.0</c:v>
                </c:pt>
                <c:pt idx="100">
                  <c:v>100.0</c:v>
                </c:pt>
                <c:pt idx="101">
                  <c:v>100.0</c:v>
                </c:pt>
                <c:pt idx="102">
                  <c:v>100.0</c:v>
                </c:pt>
                <c:pt idx="103">
                  <c:v>100.0</c:v>
                </c:pt>
                <c:pt idx="104">
                  <c:v>100.0</c:v>
                </c:pt>
                <c:pt idx="105">
                  <c:v>100.0</c:v>
                </c:pt>
                <c:pt idx="106">
                  <c:v>100.0</c:v>
                </c:pt>
                <c:pt idx="107">
                  <c:v>100.0</c:v>
                </c:pt>
                <c:pt idx="108">
                  <c:v>100.0</c:v>
                </c:pt>
                <c:pt idx="109">
                  <c:v>100.0</c:v>
                </c:pt>
                <c:pt idx="110">
                  <c:v>100.0</c:v>
                </c:pt>
                <c:pt idx="111">
                  <c:v>100.0</c:v>
                </c:pt>
                <c:pt idx="112">
                  <c:v>100.0</c:v>
                </c:pt>
                <c:pt idx="113">
                  <c:v>100.0</c:v>
                </c:pt>
                <c:pt idx="114">
                  <c:v>100.0</c:v>
                </c:pt>
                <c:pt idx="115">
                  <c:v>100.0</c:v>
                </c:pt>
                <c:pt idx="116">
                  <c:v>100.0</c:v>
                </c:pt>
                <c:pt idx="117">
                  <c:v>100.0</c:v>
                </c:pt>
                <c:pt idx="118">
                  <c:v>100.0</c:v>
                </c:pt>
                <c:pt idx="119">
                  <c:v>100.0</c:v>
                </c:pt>
                <c:pt idx="120">
                  <c:v>100.0</c:v>
                </c:pt>
                <c:pt idx="121">
                  <c:v>99.5</c:v>
                </c:pt>
                <c:pt idx="122">
                  <c:v>99.0</c:v>
                </c:pt>
                <c:pt idx="123">
                  <c:v>98.5</c:v>
                </c:pt>
                <c:pt idx="124">
                  <c:v>98.0</c:v>
                </c:pt>
                <c:pt idx="125">
                  <c:v>97.5</c:v>
                </c:pt>
                <c:pt idx="126">
                  <c:v>97.0</c:v>
                </c:pt>
                <c:pt idx="127">
                  <c:v>96.5</c:v>
                </c:pt>
                <c:pt idx="128">
                  <c:v>96.0</c:v>
                </c:pt>
                <c:pt idx="129">
                  <c:v>95.5</c:v>
                </c:pt>
                <c:pt idx="130">
                  <c:v>95.0</c:v>
                </c:pt>
                <c:pt idx="131">
                  <c:v>94.5</c:v>
                </c:pt>
                <c:pt idx="132">
                  <c:v>94.0</c:v>
                </c:pt>
                <c:pt idx="133">
                  <c:v>93.5</c:v>
                </c:pt>
                <c:pt idx="134">
                  <c:v>93.0</c:v>
                </c:pt>
                <c:pt idx="135">
                  <c:v>92.5</c:v>
                </c:pt>
                <c:pt idx="136">
                  <c:v>92.0</c:v>
                </c:pt>
                <c:pt idx="137">
                  <c:v>91.5</c:v>
                </c:pt>
                <c:pt idx="138">
                  <c:v>91.0</c:v>
                </c:pt>
                <c:pt idx="139">
                  <c:v>90.5</c:v>
                </c:pt>
                <c:pt idx="140">
                  <c:v>90.0</c:v>
                </c:pt>
                <c:pt idx="141">
                  <c:v>89.5</c:v>
                </c:pt>
                <c:pt idx="142">
                  <c:v>89.0</c:v>
                </c:pt>
                <c:pt idx="143">
                  <c:v>88.5</c:v>
                </c:pt>
                <c:pt idx="144">
                  <c:v>88.0</c:v>
                </c:pt>
                <c:pt idx="145">
                  <c:v>87.5</c:v>
                </c:pt>
                <c:pt idx="146">
                  <c:v>87.0</c:v>
                </c:pt>
                <c:pt idx="147">
                  <c:v>86.5</c:v>
                </c:pt>
                <c:pt idx="148">
                  <c:v>86.0</c:v>
                </c:pt>
                <c:pt idx="149">
                  <c:v>85.5</c:v>
                </c:pt>
                <c:pt idx="150">
                  <c:v>85.0</c:v>
                </c:pt>
                <c:pt idx="151">
                  <c:v>84.5</c:v>
                </c:pt>
                <c:pt idx="152">
                  <c:v>84.0</c:v>
                </c:pt>
                <c:pt idx="153">
                  <c:v>83.5</c:v>
                </c:pt>
                <c:pt idx="154">
                  <c:v>83.0</c:v>
                </c:pt>
                <c:pt idx="155">
                  <c:v>82.5</c:v>
                </c:pt>
                <c:pt idx="156">
                  <c:v>82.0</c:v>
                </c:pt>
                <c:pt idx="157">
                  <c:v>81.5</c:v>
                </c:pt>
                <c:pt idx="158">
                  <c:v>81.0</c:v>
                </c:pt>
                <c:pt idx="159">
                  <c:v>80.5</c:v>
                </c:pt>
                <c:pt idx="160">
                  <c:v>80.0</c:v>
                </c:pt>
                <c:pt idx="161">
                  <c:v>79.5</c:v>
                </c:pt>
                <c:pt idx="162">
                  <c:v>79.0</c:v>
                </c:pt>
                <c:pt idx="163">
                  <c:v>78.5</c:v>
                </c:pt>
                <c:pt idx="164">
                  <c:v>78.0</c:v>
                </c:pt>
                <c:pt idx="165">
                  <c:v>77.5</c:v>
                </c:pt>
                <c:pt idx="166">
                  <c:v>77.0</c:v>
                </c:pt>
                <c:pt idx="167">
                  <c:v>76.5</c:v>
                </c:pt>
                <c:pt idx="168">
                  <c:v>76.0</c:v>
                </c:pt>
                <c:pt idx="169">
                  <c:v>75.5</c:v>
                </c:pt>
                <c:pt idx="170">
                  <c:v>75.0</c:v>
                </c:pt>
                <c:pt idx="171">
                  <c:v>74.5</c:v>
                </c:pt>
                <c:pt idx="172">
                  <c:v>74.0</c:v>
                </c:pt>
                <c:pt idx="173">
                  <c:v>73.5</c:v>
                </c:pt>
                <c:pt idx="174">
                  <c:v>73.0</c:v>
                </c:pt>
                <c:pt idx="175">
                  <c:v>72.5</c:v>
                </c:pt>
                <c:pt idx="176">
                  <c:v>72.0</c:v>
                </c:pt>
                <c:pt idx="177">
                  <c:v>71.5</c:v>
                </c:pt>
                <c:pt idx="178">
                  <c:v>71.0</c:v>
                </c:pt>
                <c:pt idx="179">
                  <c:v>70.5</c:v>
                </c:pt>
                <c:pt idx="180">
                  <c:v>70.0</c:v>
                </c:pt>
                <c:pt idx="181">
                  <c:v>69.5</c:v>
                </c:pt>
                <c:pt idx="182">
                  <c:v>69.0</c:v>
                </c:pt>
                <c:pt idx="183">
                  <c:v>68.5</c:v>
                </c:pt>
                <c:pt idx="184">
                  <c:v>68.0</c:v>
                </c:pt>
                <c:pt idx="185">
                  <c:v>67.5</c:v>
                </c:pt>
                <c:pt idx="186">
                  <c:v>67.0</c:v>
                </c:pt>
                <c:pt idx="187">
                  <c:v>66.5</c:v>
                </c:pt>
                <c:pt idx="188">
                  <c:v>66.0</c:v>
                </c:pt>
                <c:pt idx="189">
                  <c:v>65.5</c:v>
                </c:pt>
                <c:pt idx="190">
                  <c:v>65.0</c:v>
                </c:pt>
                <c:pt idx="191">
                  <c:v>64.5</c:v>
                </c:pt>
                <c:pt idx="192">
                  <c:v>64.0</c:v>
                </c:pt>
                <c:pt idx="193">
                  <c:v>63.5</c:v>
                </c:pt>
                <c:pt idx="194">
                  <c:v>63.0</c:v>
                </c:pt>
                <c:pt idx="195">
                  <c:v>62.5</c:v>
                </c:pt>
                <c:pt idx="196">
                  <c:v>62.0</c:v>
                </c:pt>
                <c:pt idx="197">
                  <c:v>61.5</c:v>
                </c:pt>
                <c:pt idx="198">
                  <c:v>61.0</c:v>
                </c:pt>
                <c:pt idx="199">
                  <c:v>60.5</c:v>
                </c:pt>
                <c:pt idx="200">
                  <c:v>60.0</c:v>
                </c:pt>
                <c:pt idx="201">
                  <c:v>59.5</c:v>
                </c:pt>
                <c:pt idx="202">
                  <c:v>59.0</c:v>
                </c:pt>
                <c:pt idx="203">
                  <c:v>58.5</c:v>
                </c:pt>
                <c:pt idx="204">
                  <c:v>58.0</c:v>
                </c:pt>
                <c:pt idx="205">
                  <c:v>57.5</c:v>
                </c:pt>
                <c:pt idx="206">
                  <c:v>57.0</c:v>
                </c:pt>
                <c:pt idx="207">
                  <c:v>56.5</c:v>
                </c:pt>
                <c:pt idx="208">
                  <c:v>56.0</c:v>
                </c:pt>
                <c:pt idx="209">
                  <c:v>55.5</c:v>
                </c:pt>
                <c:pt idx="210">
                  <c:v>55.0</c:v>
                </c:pt>
                <c:pt idx="211">
                  <c:v>54.5</c:v>
                </c:pt>
                <c:pt idx="212">
                  <c:v>54.0</c:v>
                </c:pt>
                <c:pt idx="213">
                  <c:v>53.5</c:v>
                </c:pt>
                <c:pt idx="214">
                  <c:v>53.0</c:v>
                </c:pt>
                <c:pt idx="215">
                  <c:v>52.5</c:v>
                </c:pt>
                <c:pt idx="216">
                  <c:v>52.0</c:v>
                </c:pt>
                <c:pt idx="217">
                  <c:v>51.5</c:v>
                </c:pt>
                <c:pt idx="218">
                  <c:v>51.0</c:v>
                </c:pt>
                <c:pt idx="219">
                  <c:v>50.5</c:v>
                </c:pt>
                <c:pt idx="220">
                  <c:v>50.0</c:v>
                </c:pt>
                <c:pt idx="221">
                  <c:v>49.5</c:v>
                </c:pt>
                <c:pt idx="222">
                  <c:v>49.0</c:v>
                </c:pt>
                <c:pt idx="223">
                  <c:v>48.5</c:v>
                </c:pt>
                <c:pt idx="224">
                  <c:v>48.0</c:v>
                </c:pt>
                <c:pt idx="225">
                  <c:v>47.5</c:v>
                </c:pt>
                <c:pt idx="226">
                  <c:v>47.0</c:v>
                </c:pt>
                <c:pt idx="227">
                  <c:v>46.5</c:v>
                </c:pt>
                <c:pt idx="228">
                  <c:v>46.0</c:v>
                </c:pt>
                <c:pt idx="229">
                  <c:v>45.5</c:v>
                </c:pt>
                <c:pt idx="230">
                  <c:v>45.0</c:v>
                </c:pt>
                <c:pt idx="231">
                  <c:v>44.5</c:v>
                </c:pt>
                <c:pt idx="232">
                  <c:v>44.0</c:v>
                </c:pt>
                <c:pt idx="233">
                  <c:v>43.5</c:v>
                </c:pt>
                <c:pt idx="234">
                  <c:v>43.0</c:v>
                </c:pt>
                <c:pt idx="235">
                  <c:v>42.5</c:v>
                </c:pt>
                <c:pt idx="236">
                  <c:v>42.0</c:v>
                </c:pt>
                <c:pt idx="237">
                  <c:v>41.5</c:v>
                </c:pt>
                <c:pt idx="238">
                  <c:v>41.0</c:v>
                </c:pt>
                <c:pt idx="239">
                  <c:v>40.5</c:v>
                </c:pt>
                <c:pt idx="240">
                  <c:v>40.0</c:v>
                </c:pt>
                <c:pt idx="241">
                  <c:v>39.5</c:v>
                </c:pt>
                <c:pt idx="242">
                  <c:v>39.0</c:v>
                </c:pt>
                <c:pt idx="243">
                  <c:v>38.5</c:v>
                </c:pt>
                <c:pt idx="244">
                  <c:v>38.0</c:v>
                </c:pt>
                <c:pt idx="245">
                  <c:v>37.5</c:v>
                </c:pt>
                <c:pt idx="246">
                  <c:v>37.0</c:v>
                </c:pt>
                <c:pt idx="247">
                  <c:v>36.5</c:v>
                </c:pt>
                <c:pt idx="248">
                  <c:v>36.0</c:v>
                </c:pt>
                <c:pt idx="249">
                  <c:v>35.5</c:v>
                </c:pt>
                <c:pt idx="250">
                  <c:v>35.0</c:v>
                </c:pt>
                <c:pt idx="251">
                  <c:v>34.5</c:v>
                </c:pt>
                <c:pt idx="252">
                  <c:v>34.0</c:v>
                </c:pt>
                <c:pt idx="253">
                  <c:v>33.5</c:v>
                </c:pt>
                <c:pt idx="254">
                  <c:v>33.0</c:v>
                </c:pt>
                <c:pt idx="255">
                  <c:v>32.5</c:v>
                </c:pt>
                <c:pt idx="256">
                  <c:v>32.0</c:v>
                </c:pt>
                <c:pt idx="257">
                  <c:v>31.5</c:v>
                </c:pt>
                <c:pt idx="258">
                  <c:v>31.0</c:v>
                </c:pt>
                <c:pt idx="259">
                  <c:v>30.5</c:v>
                </c:pt>
                <c:pt idx="260">
                  <c:v>30.0</c:v>
                </c:pt>
                <c:pt idx="261">
                  <c:v>29.5</c:v>
                </c:pt>
                <c:pt idx="262">
                  <c:v>29.0</c:v>
                </c:pt>
                <c:pt idx="263">
                  <c:v>28.5</c:v>
                </c:pt>
                <c:pt idx="264">
                  <c:v>28.0</c:v>
                </c:pt>
                <c:pt idx="265">
                  <c:v>27.5</c:v>
                </c:pt>
                <c:pt idx="266">
                  <c:v>27.0</c:v>
                </c:pt>
                <c:pt idx="267">
                  <c:v>26.5</c:v>
                </c:pt>
                <c:pt idx="268">
                  <c:v>26.0</c:v>
                </c:pt>
                <c:pt idx="269">
                  <c:v>25.5</c:v>
                </c:pt>
                <c:pt idx="270">
                  <c:v>25.0</c:v>
                </c:pt>
                <c:pt idx="271">
                  <c:v>24.5</c:v>
                </c:pt>
                <c:pt idx="272">
                  <c:v>24.0</c:v>
                </c:pt>
                <c:pt idx="273">
                  <c:v>23.5</c:v>
                </c:pt>
                <c:pt idx="274">
                  <c:v>23.0</c:v>
                </c:pt>
                <c:pt idx="275">
                  <c:v>22.5</c:v>
                </c:pt>
                <c:pt idx="276">
                  <c:v>22.0</c:v>
                </c:pt>
                <c:pt idx="277">
                  <c:v>21.5</c:v>
                </c:pt>
                <c:pt idx="278">
                  <c:v>21.0</c:v>
                </c:pt>
                <c:pt idx="279">
                  <c:v>20.5</c:v>
                </c:pt>
                <c:pt idx="280">
                  <c:v>20.0</c:v>
                </c:pt>
                <c:pt idx="281">
                  <c:v>19.5</c:v>
                </c:pt>
                <c:pt idx="282">
                  <c:v>19.0</c:v>
                </c:pt>
                <c:pt idx="283">
                  <c:v>18.5</c:v>
                </c:pt>
                <c:pt idx="284">
                  <c:v>18.0</c:v>
                </c:pt>
                <c:pt idx="285">
                  <c:v>17.5</c:v>
                </c:pt>
                <c:pt idx="286">
                  <c:v>17.0</c:v>
                </c:pt>
                <c:pt idx="287">
                  <c:v>16.5</c:v>
                </c:pt>
                <c:pt idx="288">
                  <c:v>16.0</c:v>
                </c:pt>
                <c:pt idx="289">
                  <c:v>15.5</c:v>
                </c:pt>
                <c:pt idx="290">
                  <c:v>15.0</c:v>
                </c:pt>
                <c:pt idx="291">
                  <c:v>14.5</c:v>
                </c:pt>
                <c:pt idx="292">
                  <c:v>14.0</c:v>
                </c:pt>
                <c:pt idx="293">
                  <c:v>13.5</c:v>
                </c:pt>
                <c:pt idx="294">
                  <c:v>13.0</c:v>
                </c:pt>
                <c:pt idx="295">
                  <c:v>12.5</c:v>
                </c:pt>
                <c:pt idx="296">
                  <c:v>12.0</c:v>
                </c:pt>
                <c:pt idx="297">
                  <c:v>11.5</c:v>
                </c:pt>
                <c:pt idx="298">
                  <c:v>11.0</c:v>
                </c:pt>
                <c:pt idx="299">
                  <c:v>10.5</c:v>
                </c:pt>
                <c:pt idx="300">
                  <c:v>10.0</c:v>
                </c:pt>
                <c:pt idx="301">
                  <c:v>9.5</c:v>
                </c:pt>
                <c:pt idx="302">
                  <c:v>9.0</c:v>
                </c:pt>
                <c:pt idx="303">
                  <c:v>8.5</c:v>
                </c:pt>
                <c:pt idx="304">
                  <c:v>8.0</c:v>
                </c:pt>
                <c:pt idx="305">
                  <c:v>7.5</c:v>
                </c:pt>
                <c:pt idx="306">
                  <c:v>7.0</c:v>
                </c:pt>
                <c:pt idx="307">
                  <c:v>6.5</c:v>
                </c:pt>
                <c:pt idx="308">
                  <c:v>6.0</c:v>
                </c:pt>
                <c:pt idx="309">
                  <c:v>5.5</c:v>
                </c:pt>
                <c:pt idx="310">
                  <c:v>5.0</c:v>
                </c:pt>
                <c:pt idx="311">
                  <c:v>4.5</c:v>
                </c:pt>
                <c:pt idx="312">
                  <c:v>4.0</c:v>
                </c:pt>
                <c:pt idx="313">
                  <c:v>3.5</c:v>
                </c:pt>
                <c:pt idx="314">
                  <c:v>3.0</c:v>
                </c:pt>
                <c:pt idx="315">
                  <c:v>2.5</c:v>
                </c:pt>
                <c:pt idx="316">
                  <c:v>2.0</c:v>
                </c:pt>
                <c:pt idx="317">
                  <c:v>1.5</c:v>
                </c:pt>
                <c:pt idx="318">
                  <c:v>1.0</c:v>
                </c:pt>
                <c:pt idx="319">
                  <c:v>0.5</c:v>
                </c:pt>
                <c:pt idx="320">
                  <c:v>0.0</c:v>
                </c:pt>
              </c:numCache>
            </c:numRef>
          </c:yVal>
          <c:smooth val="0"/>
        </c:ser>
        <c:ser>
          <c:idx val="1"/>
          <c:order val="1"/>
          <c:tx>
            <c:strRef>
              <c:f>Sheet1!$B$324</c:f>
              <c:strCache>
                <c:ptCount val="1"/>
                <c:pt idx="0">
                  <c:v>Model estimate (gradient boosting)</c:v>
                </c:pt>
              </c:strCache>
            </c:strRef>
          </c:tx>
          <c:spPr>
            <a:ln w="28575">
              <a:solidFill>
                <a:srgbClr val="1F8A8A"/>
              </a:solidFill>
            </a:ln>
          </c:spPr>
          <c:marker>
            <c:symbol val="none"/>
          </c:marker>
          <c:xVal>
            <c:numRef>
              <c:f>Sheet1!$A$325:$A$645</c:f>
              <c:numCache>
                <c:formatCode>General</c:formatCode>
                <c:ptCount val="321"/>
                <c:pt idx="0">
                  <c:v>-160.0</c:v>
                </c:pt>
                <c:pt idx="1">
                  <c:v>-159.5</c:v>
                </c:pt>
                <c:pt idx="2">
                  <c:v>-159.0</c:v>
                </c:pt>
                <c:pt idx="3">
                  <c:v>-158.5</c:v>
                </c:pt>
                <c:pt idx="4">
                  <c:v>-158.0</c:v>
                </c:pt>
                <c:pt idx="5">
                  <c:v>-157.5</c:v>
                </c:pt>
                <c:pt idx="6">
                  <c:v>-157.0</c:v>
                </c:pt>
                <c:pt idx="7">
                  <c:v>-156.5</c:v>
                </c:pt>
                <c:pt idx="8">
                  <c:v>-156.0</c:v>
                </c:pt>
                <c:pt idx="9">
                  <c:v>-155.5</c:v>
                </c:pt>
                <c:pt idx="10">
                  <c:v>-155.0</c:v>
                </c:pt>
                <c:pt idx="11">
                  <c:v>-154.5</c:v>
                </c:pt>
                <c:pt idx="12">
                  <c:v>-154.0</c:v>
                </c:pt>
                <c:pt idx="13">
                  <c:v>-153.5</c:v>
                </c:pt>
                <c:pt idx="14">
                  <c:v>-153.0</c:v>
                </c:pt>
                <c:pt idx="15">
                  <c:v>-152.5</c:v>
                </c:pt>
                <c:pt idx="16">
                  <c:v>-152.0</c:v>
                </c:pt>
                <c:pt idx="17">
                  <c:v>-151.5</c:v>
                </c:pt>
                <c:pt idx="18">
                  <c:v>-151.0</c:v>
                </c:pt>
                <c:pt idx="19">
                  <c:v>-150.5</c:v>
                </c:pt>
                <c:pt idx="20">
                  <c:v>-150.0</c:v>
                </c:pt>
                <c:pt idx="21">
                  <c:v>-149.5</c:v>
                </c:pt>
                <c:pt idx="22">
                  <c:v>-149.0</c:v>
                </c:pt>
                <c:pt idx="23">
                  <c:v>-148.5</c:v>
                </c:pt>
                <c:pt idx="24">
                  <c:v>-148.0</c:v>
                </c:pt>
                <c:pt idx="25">
                  <c:v>-147.5</c:v>
                </c:pt>
                <c:pt idx="26">
                  <c:v>-147.0</c:v>
                </c:pt>
                <c:pt idx="27">
                  <c:v>-146.5</c:v>
                </c:pt>
                <c:pt idx="28">
                  <c:v>-146.0</c:v>
                </c:pt>
                <c:pt idx="29">
                  <c:v>-145.5</c:v>
                </c:pt>
                <c:pt idx="30">
                  <c:v>-145.0</c:v>
                </c:pt>
                <c:pt idx="31">
                  <c:v>-144.5</c:v>
                </c:pt>
                <c:pt idx="32">
                  <c:v>-144.0</c:v>
                </c:pt>
                <c:pt idx="33">
                  <c:v>-143.5</c:v>
                </c:pt>
                <c:pt idx="34">
                  <c:v>-143.0</c:v>
                </c:pt>
                <c:pt idx="35">
                  <c:v>-142.5</c:v>
                </c:pt>
                <c:pt idx="36">
                  <c:v>-142.0</c:v>
                </c:pt>
                <c:pt idx="37">
                  <c:v>-141.5</c:v>
                </c:pt>
                <c:pt idx="38">
                  <c:v>-141.0</c:v>
                </c:pt>
                <c:pt idx="39">
                  <c:v>-140.5</c:v>
                </c:pt>
                <c:pt idx="40">
                  <c:v>-140.0</c:v>
                </c:pt>
                <c:pt idx="41">
                  <c:v>-139.5</c:v>
                </c:pt>
                <c:pt idx="42">
                  <c:v>-139.0</c:v>
                </c:pt>
                <c:pt idx="43">
                  <c:v>-138.5</c:v>
                </c:pt>
                <c:pt idx="44">
                  <c:v>-138.0</c:v>
                </c:pt>
                <c:pt idx="45">
                  <c:v>-137.5</c:v>
                </c:pt>
                <c:pt idx="46">
                  <c:v>-137.0</c:v>
                </c:pt>
                <c:pt idx="47">
                  <c:v>-136.5</c:v>
                </c:pt>
                <c:pt idx="48">
                  <c:v>-136.0</c:v>
                </c:pt>
                <c:pt idx="49">
                  <c:v>-135.5</c:v>
                </c:pt>
                <c:pt idx="50">
                  <c:v>-135.0</c:v>
                </c:pt>
                <c:pt idx="51">
                  <c:v>-134.5</c:v>
                </c:pt>
                <c:pt idx="52">
                  <c:v>-134.0</c:v>
                </c:pt>
                <c:pt idx="53">
                  <c:v>-133.5</c:v>
                </c:pt>
                <c:pt idx="54">
                  <c:v>-133.0</c:v>
                </c:pt>
                <c:pt idx="55">
                  <c:v>-132.5</c:v>
                </c:pt>
                <c:pt idx="56">
                  <c:v>-132.0</c:v>
                </c:pt>
                <c:pt idx="57">
                  <c:v>-131.5</c:v>
                </c:pt>
                <c:pt idx="58">
                  <c:v>-131.0</c:v>
                </c:pt>
                <c:pt idx="59">
                  <c:v>-130.5</c:v>
                </c:pt>
                <c:pt idx="60">
                  <c:v>-130.0</c:v>
                </c:pt>
                <c:pt idx="61">
                  <c:v>-129.5</c:v>
                </c:pt>
                <c:pt idx="62">
                  <c:v>-129.0</c:v>
                </c:pt>
                <c:pt idx="63">
                  <c:v>-128.5</c:v>
                </c:pt>
                <c:pt idx="64">
                  <c:v>-128.0</c:v>
                </c:pt>
                <c:pt idx="65">
                  <c:v>-127.5</c:v>
                </c:pt>
                <c:pt idx="66">
                  <c:v>-127.0</c:v>
                </c:pt>
                <c:pt idx="67">
                  <c:v>-126.5</c:v>
                </c:pt>
                <c:pt idx="68">
                  <c:v>-126.0</c:v>
                </c:pt>
                <c:pt idx="69">
                  <c:v>-125.5</c:v>
                </c:pt>
                <c:pt idx="70">
                  <c:v>-125.0</c:v>
                </c:pt>
                <c:pt idx="71">
                  <c:v>-124.5</c:v>
                </c:pt>
                <c:pt idx="72">
                  <c:v>-124.0</c:v>
                </c:pt>
                <c:pt idx="73">
                  <c:v>-123.5</c:v>
                </c:pt>
                <c:pt idx="74">
                  <c:v>-123.0</c:v>
                </c:pt>
                <c:pt idx="75">
                  <c:v>-122.5</c:v>
                </c:pt>
                <c:pt idx="76">
                  <c:v>-122.0</c:v>
                </c:pt>
                <c:pt idx="77">
                  <c:v>-121.5</c:v>
                </c:pt>
                <c:pt idx="78">
                  <c:v>-121.0</c:v>
                </c:pt>
                <c:pt idx="79">
                  <c:v>-120.5</c:v>
                </c:pt>
                <c:pt idx="80">
                  <c:v>-120.0</c:v>
                </c:pt>
                <c:pt idx="81">
                  <c:v>-119.5</c:v>
                </c:pt>
                <c:pt idx="82">
                  <c:v>-119.0</c:v>
                </c:pt>
                <c:pt idx="83">
                  <c:v>-118.5</c:v>
                </c:pt>
                <c:pt idx="84">
                  <c:v>-118.0</c:v>
                </c:pt>
                <c:pt idx="85">
                  <c:v>-117.5</c:v>
                </c:pt>
                <c:pt idx="86">
                  <c:v>-117.0</c:v>
                </c:pt>
                <c:pt idx="87">
                  <c:v>-116.5</c:v>
                </c:pt>
                <c:pt idx="88">
                  <c:v>-116.0</c:v>
                </c:pt>
                <c:pt idx="89">
                  <c:v>-115.5</c:v>
                </c:pt>
                <c:pt idx="90">
                  <c:v>-115.0</c:v>
                </c:pt>
                <c:pt idx="91">
                  <c:v>-114.5</c:v>
                </c:pt>
                <c:pt idx="92">
                  <c:v>-114.0</c:v>
                </c:pt>
                <c:pt idx="93">
                  <c:v>-113.5</c:v>
                </c:pt>
                <c:pt idx="94">
                  <c:v>-113.0</c:v>
                </c:pt>
                <c:pt idx="95">
                  <c:v>-112.5</c:v>
                </c:pt>
                <c:pt idx="96">
                  <c:v>-112.0</c:v>
                </c:pt>
                <c:pt idx="97">
                  <c:v>-111.5</c:v>
                </c:pt>
                <c:pt idx="98">
                  <c:v>-111.0</c:v>
                </c:pt>
                <c:pt idx="99">
                  <c:v>-110.5</c:v>
                </c:pt>
                <c:pt idx="100">
                  <c:v>-110.0</c:v>
                </c:pt>
                <c:pt idx="101">
                  <c:v>-109.5</c:v>
                </c:pt>
                <c:pt idx="102">
                  <c:v>-109.0</c:v>
                </c:pt>
                <c:pt idx="103">
                  <c:v>-108.5</c:v>
                </c:pt>
                <c:pt idx="104">
                  <c:v>-108.0</c:v>
                </c:pt>
                <c:pt idx="105">
                  <c:v>-107.5</c:v>
                </c:pt>
                <c:pt idx="106">
                  <c:v>-107.0</c:v>
                </c:pt>
                <c:pt idx="107">
                  <c:v>-106.5</c:v>
                </c:pt>
                <c:pt idx="108">
                  <c:v>-106.0</c:v>
                </c:pt>
                <c:pt idx="109">
                  <c:v>-105.5</c:v>
                </c:pt>
                <c:pt idx="110">
                  <c:v>-105.0</c:v>
                </c:pt>
                <c:pt idx="111">
                  <c:v>-104.5</c:v>
                </c:pt>
                <c:pt idx="112">
                  <c:v>-104.0</c:v>
                </c:pt>
                <c:pt idx="113">
                  <c:v>-103.5</c:v>
                </c:pt>
                <c:pt idx="114">
                  <c:v>-103.0</c:v>
                </c:pt>
                <c:pt idx="115">
                  <c:v>-102.5</c:v>
                </c:pt>
                <c:pt idx="116">
                  <c:v>-102.0</c:v>
                </c:pt>
                <c:pt idx="117">
                  <c:v>-101.5</c:v>
                </c:pt>
                <c:pt idx="118">
                  <c:v>-101.0</c:v>
                </c:pt>
                <c:pt idx="119">
                  <c:v>-100.5</c:v>
                </c:pt>
                <c:pt idx="120">
                  <c:v>-100.0</c:v>
                </c:pt>
                <c:pt idx="121">
                  <c:v>-99.5</c:v>
                </c:pt>
                <c:pt idx="122">
                  <c:v>-99.0</c:v>
                </c:pt>
                <c:pt idx="123">
                  <c:v>-98.5</c:v>
                </c:pt>
                <c:pt idx="124">
                  <c:v>-98.0</c:v>
                </c:pt>
                <c:pt idx="125">
                  <c:v>-97.5</c:v>
                </c:pt>
                <c:pt idx="126">
                  <c:v>-97.0</c:v>
                </c:pt>
                <c:pt idx="127">
                  <c:v>-96.5</c:v>
                </c:pt>
                <c:pt idx="128">
                  <c:v>-96.0</c:v>
                </c:pt>
                <c:pt idx="129">
                  <c:v>-95.5</c:v>
                </c:pt>
                <c:pt idx="130">
                  <c:v>-95.0</c:v>
                </c:pt>
                <c:pt idx="131">
                  <c:v>-94.5</c:v>
                </c:pt>
                <c:pt idx="132">
                  <c:v>-94.0</c:v>
                </c:pt>
                <c:pt idx="133">
                  <c:v>-93.5</c:v>
                </c:pt>
                <c:pt idx="134">
                  <c:v>-93.0</c:v>
                </c:pt>
                <c:pt idx="135">
                  <c:v>-92.5</c:v>
                </c:pt>
                <c:pt idx="136">
                  <c:v>-92.0</c:v>
                </c:pt>
                <c:pt idx="137">
                  <c:v>-91.5</c:v>
                </c:pt>
                <c:pt idx="138">
                  <c:v>-91.0</c:v>
                </c:pt>
                <c:pt idx="139">
                  <c:v>-90.5</c:v>
                </c:pt>
                <c:pt idx="140">
                  <c:v>-90.0</c:v>
                </c:pt>
                <c:pt idx="141">
                  <c:v>-89.5</c:v>
                </c:pt>
                <c:pt idx="142">
                  <c:v>-89.0</c:v>
                </c:pt>
                <c:pt idx="143">
                  <c:v>-88.5</c:v>
                </c:pt>
                <c:pt idx="144">
                  <c:v>-88.0</c:v>
                </c:pt>
                <c:pt idx="145">
                  <c:v>-87.5</c:v>
                </c:pt>
                <c:pt idx="146">
                  <c:v>-87.0</c:v>
                </c:pt>
                <c:pt idx="147">
                  <c:v>-86.5</c:v>
                </c:pt>
                <c:pt idx="148">
                  <c:v>-86.0</c:v>
                </c:pt>
                <c:pt idx="149">
                  <c:v>-85.5</c:v>
                </c:pt>
                <c:pt idx="150">
                  <c:v>-85.0</c:v>
                </c:pt>
                <c:pt idx="151">
                  <c:v>-84.5</c:v>
                </c:pt>
                <c:pt idx="152">
                  <c:v>-84.0</c:v>
                </c:pt>
                <c:pt idx="153">
                  <c:v>-83.5</c:v>
                </c:pt>
                <c:pt idx="154">
                  <c:v>-83.0</c:v>
                </c:pt>
                <c:pt idx="155">
                  <c:v>-82.5</c:v>
                </c:pt>
                <c:pt idx="156">
                  <c:v>-82.0</c:v>
                </c:pt>
                <c:pt idx="157">
                  <c:v>-81.5</c:v>
                </c:pt>
                <c:pt idx="158">
                  <c:v>-81.0</c:v>
                </c:pt>
                <c:pt idx="159">
                  <c:v>-80.5</c:v>
                </c:pt>
                <c:pt idx="160">
                  <c:v>-80.0</c:v>
                </c:pt>
                <c:pt idx="161">
                  <c:v>-79.5</c:v>
                </c:pt>
                <c:pt idx="162">
                  <c:v>-79.0</c:v>
                </c:pt>
                <c:pt idx="163">
                  <c:v>-78.5</c:v>
                </c:pt>
                <c:pt idx="164">
                  <c:v>-78.0</c:v>
                </c:pt>
                <c:pt idx="165">
                  <c:v>-77.5</c:v>
                </c:pt>
                <c:pt idx="166">
                  <c:v>-77.0</c:v>
                </c:pt>
                <c:pt idx="167">
                  <c:v>-76.5</c:v>
                </c:pt>
                <c:pt idx="168">
                  <c:v>-76.0</c:v>
                </c:pt>
                <c:pt idx="169">
                  <c:v>-75.5</c:v>
                </c:pt>
                <c:pt idx="170">
                  <c:v>-75.0</c:v>
                </c:pt>
                <c:pt idx="171">
                  <c:v>-74.5</c:v>
                </c:pt>
                <c:pt idx="172">
                  <c:v>-74.0</c:v>
                </c:pt>
                <c:pt idx="173">
                  <c:v>-73.5</c:v>
                </c:pt>
                <c:pt idx="174">
                  <c:v>-73.0</c:v>
                </c:pt>
                <c:pt idx="175">
                  <c:v>-72.5</c:v>
                </c:pt>
                <c:pt idx="176">
                  <c:v>-72.0</c:v>
                </c:pt>
                <c:pt idx="177">
                  <c:v>-71.5</c:v>
                </c:pt>
                <c:pt idx="178">
                  <c:v>-71.0</c:v>
                </c:pt>
                <c:pt idx="179">
                  <c:v>-70.5</c:v>
                </c:pt>
                <c:pt idx="180">
                  <c:v>-70.0</c:v>
                </c:pt>
                <c:pt idx="181">
                  <c:v>-69.5</c:v>
                </c:pt>
                <c:pt idx="182">
                  <c:v>-69.0</c:v>
                </c:pt>
                <c:pt idx="183">
                  <c:v>-68.5</c:v>
                </c:pt>
                <c:pt idx="184">
                  <c:v>-68.0</c:v>
                </c:pt>
                <c:pt idx="185">
                  <c:v>-67.5</c:v>
                </c:pt>
                <c:pt idx="186">
                  <c:v>-67.0</c:v>
                </c:pt>
                <c:pt idx="187">
                  <c:v>-66.5</c:v>
                </c:pt>
                <c:pt idx="188">
                  <c:v>-66.0</c:v>
                </c:pt>
                <c:pt idx="189">
                  <c:v>-65.5</c:v>
                </c:pt>
                <c:pt idx="190">
                  <c:v>-65.0</c:v>
                </c:pt>
                <c:pt idx="191">
                  <c:v>-64.5</c:v>
                </c:pt>
                <c:pt idx="192">
                  <c:v>-64.0</c:v>
                </c:pt>
                <c:pt idx="193">
                  <c:v>-63.5</c:v>
                </c:pt>
                <c:pt idx="194">
                  <c:v>-63.0</c:v>
                </c:pt>
                <c:pt idx="195">
                  <c:v>-62.5</c:v>
                </c:pt>
                <c:pt idx="196">
                  <c:v>-62.0</c:v>
                </c:pt>
                <c:pt idx="197">
                  <c:v>-61.5</c:v>
                </c:pt>
                <c:pt idx="198">
                  <c:v>-61.0</c:v>
                </c:pt>
                <c:pt idx="199">
                  <c:v>-60.5</c:v>
                </c:pt>
                <c:pt idx="200">
                  <c:v>-60.0</c:v>
                </c:pt>
                <c:pt idx="201">
                  <c:v>-59.5</c:v>
                </c:pt>
                <c:pt idx="202">
                  <c:v>-59.0</c:v>
                </c:pt>
                <c:pt idx="203">
                  <c:v>-58.5</c:v>
                </c:pt>
                <c:pt idx="204">
                  <c:v>-58.0</c:v>
                </c:pt>
                <c:pt idx="205">
                  <c:v>-57.5</c:v>
                </c:pt>
                <c:pt idx="206">
                  <c:v>-57.0</c:v>
                </c:pt>
                <c:pt idx="207">
                  <c:v>-56.5</c:v>
                </c:pt>
                <c:pt idx="208">
                  <c:v>-56.0</c:v>
                </c:pt>
                <c:pt idx="209">
                  <c:v>-55.5</c:v>
                </c:pt>
                <c:pt idx="210">
                  <c:v>-55.0</c:v>
                </c:pt>
                <c:pt idx="211">
                  <c:v>-54.5</c:v>
                </c:pt>
                <c:pt idx="212">
                  <c:v>-54.0</c:v>
                </c:pt>
                <c:pt idx="213">
                  <c:v>-53.5</c:v>
                </c:pt>
                <c:pt idx="214">
                  <c:v>-53.0</c:v>
                </c:pt>
                <c:pt idx="215">
                  <c:v>-52.5</c:v>
                </c:pt>
                <c:pt idx="216">
                  <c:v>-52.0</c:v>
                </c:pt>
                <c:pt idx="217">
                  <c:v>-51.5</c:v>
                </c:pt>
                <c:pt idx="218">
                  <c:v>-51.0</c:v>
                </c:pt>
                <c:pt idx="219">
                  <c:v>-50.5</c:v>
                </c:pt>
                <c:pt idx="220">
                  <c:v>-50.0</c:v>
                </c:pt>
                <c:pt idx="221">
                  <c:v>-49.5</c:v>
                </c:pt>
                <c:pt idx="222">
                  <c:v>-49.0</c:v>
                </c:pt>
                <c:pt idx="223">
                  <c:v>-48.5</c:v>
                </c:pt>
                <c:pt idx="224">
                  <c:v>-48.0</c:v>
                </c:pt>
                <c:pt idx="225">
                  <c:v>-47.5</c:v>
                </c:pt>
                <c:pt idx="226">
                  <c:v>-47.0</c:v>
                </c:pt>
                <c:pt idx="227">
                  <c:v>-46.5</c:v>
                </c:pt>
                <c:pt idx="228">
                  <c:v>-46.0</c:v>
                </c:pt>
                <c:pt idx="229">
                  <c:v>-45.5</c:v>
                </c:pt>
                <c:pt idx="230">
                  <c:v>-45.0</c:v>
                </c:pt>
                <c:pt idx="231">
                  <c:v>-44.5</c:v>
                </c:pt>
                <c:pt idx="232">
                  <c:v>-44.0</c:v>
                </c:pt>
                <c:pt idx="233">
                  <c:v>-43.5</c:v>
                </c:pt>
                <c:pt idx="234">
                  <c:v>-43.0</c:v>
                </c:pt>
                <c:pt idx="235">
                  <c:v>-42.5</c:v>
                </c:pt>
                <c:pt idx="236">
                  <c:v>-42.0</c:v>
                </c:pt>
                <c:pt idx="237">
                  <c:v>-41.5</c:v>
                </c:pt>
                <c:pt idx="238">
                  <c:v>-41.0</c:v>
                </c:pt>
                <c:pt idx="239">
                  <c:v>-40.5</c:v>
                </c:pt>
                <c:pt idx="240">
                  <c:v>-40.0</c:v>
                </c:pt>
                <c:pt idx="241">
                  <c:v>-39.5</c:v>
                </c:pt>
                <c:pt idx="242">
                  <c:v>-39.0</c:v>
                </c:pt>
                <c:pt idx="243">
                  <c:v>-38.5</c:v>
                </c:pt>
                <c:pt idx="244">
                  <c:v>-38.0</c:v>
                </c:pt>
                <c:pt idx="245">
                  <c:v>-37.5</c:v>
                </c:pt>
                <c:pt idx="246">
                  <c:v>-37.0</c:v>
                </c:pt>
                <c:pt idx="247">
                  <c:v>-36.5</c:v>
                </c:pt>
                <c:pt idx="248">
                  <c:v>-36.0</c:v>
                </c:pt>
                <c:pt idx="249">
                  <c:v>-35.5</c:v>
                </c:pt>
                <c:pt idx="250">
                  <c:v>-35.0</c:v>
                </c:pt>
                <c:pt idx="251">
                  <c:v>-34.5</c:v>
                </c:pt>
                <c:pt idx="252">
                  <c:v>-34.0</c:v>
                </c:pt>
                <c:pt idx="253">
                  <c:v>-33.5</c:v>
                </c:pt>
                <c:pt idx="254">
                  <c:v>-33.0</c:v>
                </c:pt>
                <c:pt idx="255">
                  <c:v>-32.5</c:v>
                </c:pt>
                <c:pt idx="256">
                  <c:v>-32.0</c:v>
                </c:pt>
                <c:pt idx="257">
                  <c:v>-31.5</c:v>
                </c:pt>
                <c:pt idx="258">
                  <c:v>-31.0</c:v>
                </c:pt>
                <c:pt idx="259">
                  <c:v>-30.5</c:v>
                </c:pt>
                <c:pt idx="260">
                  <c:v>-30.0</c:v>
                </c:pt>
                <c:pt idx="261">
                  <c:v>-29.5</c:v>
                </c:pt>
                <c:pt idx="262">
                  <c:v>-29.0</c:v>
                </c:pt>
                <c:pt idx="263">
                  <c:v>-28.5</c:v>
                </c:pt>
                <c:pt idx="264">
                  <c:v>-28.0</c:v>
                </c:pt>
                <c:pt idx="265">
                  <c:v>-27.5</c:v>
                </c:pt>
                <c:pt idx="266">
                  <c:v>-27.0</c:v>
                </c:pt>
                <c:pt idx="267">
                  <c:v>-26.5</c:v>
                </c:pt>
                <c:pt idx="268">
                  <c:v>-26.0</c:v>
                </c:pt>
                <c:pt idx="269">
                  <c:v>-25.5</c:v>
                </c:pt>
                <c:pt idx="270">
                  <c:v>-25.0</c:v>
                </c:pt>
                <c:pt idx="271">
                  <c:v>-24.5</c:v>
                </c:pt>
                <c:pt idx="272">
                  <c:v>-24.0</c:v>
                </c:pt>
                <c:pt idx="273">
                  <c:v>-23.5</c:v>
                </c:pt>
                <c:pt idx="274">
                  <c:v>-23.0</c:v>
                </c:pt>
                <c:pt idx="275">
                  <c:v>-22.5</c:v>
                </c:pt>
                <c:pt idx="276">
                  <c:v>-22.0</c:v>
                </c:pt>
                <c:pt idx="277">
                  <c:v>-21.5</c:v>
                </c:pt>
                <c:pt idx="278">
                  <c:v>-21.0</c:v>
                </c:pt>
                <c:pt idx="279">
                  <c:v>-20.5</c:v>
                </c:pt>
                <c:pt idx="280">
                  <c:v>-20.0</c:v>
                </c:pt>
                <c:pt idx="281">
                  <c:v>-19.5</c:v>
                </c:pt>
                <c:pt idx="282">
                  <c:v>-19.0</c:v>
                </c:pt>
                <c:pt idx="283">
                  <c:v>-18.5</c:v>
                </c:pt>
                <c:pt idx="284">
                  <c:v>-18.0</c:v>
                </c:pt>
                <c:pt idx="285">
                  <c:v>-17.5</c:v>
                </c:pt>
                <c:pt idx="286">
                  <c:v>-17.0</c:v>
                </c:pt>
                <c:pt idx="287">
                  <c:v>-16.5</c:v>
                </c:pt>
                <c:pt idx="288">
                  <c:v>-16.0</c:v>
                </c:pt>
                <c:pt idx="289">
                  <c:v>-15.5</c:v>
                </c:pt>
                <c:pt idx="290">
                  <c:v>-15.0</c:v>
                </c:pt>
                <c:pt idx="291">
                  <c:v>-14.5</c:v>
                </c:pt>
                <c:pt idx="292">
                  <c:v>-14.0</c:v>
                </c:pt>
                <c:pt idx="293">
                  <c:v>-13.5</c:v>
                </c:pt>
                <c:pt idx="294">
                  <c:v>-13.0</c:v>
                </c:pt>
                <c:pt idx="295">
                  <c:v>-12.5</c:v>
                </c:pt>
                <c:pt idx="296">
                  <c:v>-12.0</c:v>
                </c:pt>
                <c:pt idx="297">
                  <c:v>-11.5</c:v>
                </c:pt>
                <c:pt idx="298">
                  <c:v>-11.0</c:v>
                </c:pt>
                <c:pt idx="299">
                  <c:v>-10.5</c:v>
                </c:pt>
                <c:pt idx="300">
                  <c:v>-10.0</c:v>
                </c:pt>
                <c:pt idx="301">
                  <c:v>-9.5</c:v>
                </c:pt>
                <c:pt idx="302">
                  <c:v>-9.0</c:v>
                </c:pt>
                <c:pt idx="303">
                  <c:v>-8.5</c:v>
                </c:pt>
                <c:pt idx="304">
                  <c:v>-8.0</c:v>
                </c:pt>
                <c:pt idx="305">
                  <c:v>-7.5</c:v>
                </c:pt>
                <c:pt idx="306">
                  <c:v>-7.0</c:v>
                </c:pt>
                <c:pt idx="307">
                  <c:v>-6.5</c:v>
                </c:pt>
                <c:pt idx="308">
                  <c:v>-6.0</c:v>
                </c:pt>
                <c:pt idx="309">
                  <c:v>-5.5</c:v>
                </c:pt>
                <c:pt idx="310">
                  <c:v>-5.0</c:v>
                </c:pt>
                <c:pt idx="311">
                  <c:v>-4.5</c:v>
                </c:pt>
                <c:pt idx="312">
                  <c:v>-4.0</c:v>
                </c:pt>
                <c:pt idx="313">
                  <c:v>-3.5</c:v>
                </c:pt>
                <c:pt idx="314">
                  <c:v>-3.0</c:v>
                </c:pt>
                <c:pt idx="315">
                  <c:v>-2.5</c:v>
                </c:pt>
                <c:pt idx="316">
                  <c:v>-2.0</c:v>
                </c:pt>
                <c:pt idx="317">
                  <c:v>-1.5</c:v>
                </c:pt>
                <c:pt idx="318">
                  <c:v>-1.0</c:v>
                </c:pt>
                <c:pt idx="319">
                  <c:v>-0.5</c:v>
                </c:pt>
                <c:pt idx="320">
                  <c:v>-0.0</c:v>
                </c:pt>
              </c:numCache>
            </c:numRef>
          </c:xVal>
          <c:yVal>
            <c:numRef>
              <c:f>Sheet1!$B$325:$B$645</c:f>
              <c:numCache>
                <c:formatCode>General</c:formatCode>
                <c:ptCount val="321"/>
                <c:pt idx="0">
                  <c:v>99.1</c:v>
                </c:pt>
                <c:pt idx="1">
                  <c:v>97.5</c:v>
                </c:pt>
                <c:pt idx="2">
                  <c:v>97.3</c:v>
                </c:pt>
                <c:pt idx="3">
                  <c:v>97.2</c:v>
                </c:pt>
                <c:pt idx="4">
                  <c:v>97.5</c:v>
                </c:pt>
                <c:pt idx="5">
                  <c:v>97.6</c:v>
                </c:pt>
                <c:pt idx="6">
                  <c:v>97.2</c:v>
                </c:pt>
                <c:pt idx="7">
                  <c:v>99.3</c:v>
                </c:pt>
                <c:pt idx="8">
                  <c:v>99.1</c:v>
                </c:pt>
                <c:pt idx="9">
                  <c:v>100.0</c:v>
                </c:pt>
                <c:pt idx="10">
                  <c:v>100.0</c:v>
                </c:pt>
                <c:pt idx="11">
                  <c:v>100.0</c:v>
                </c:pt>
                <c:pt idx="12">
                  <c:v>100.0</c:v>
                </c:pt>
                <c:pt idx="13">
                  <c:v>99.7</c:v>
                </c:pt>
                <c:pt idx="14">
                  <c:v>99.7</c:v>
                </c:pt>
                <c:pt idx="15">
                  <c:v>100.0</c:v>
                </c:pt>
                <c:pt idx="16">
                  <c:v>99.7</c:v>
                </c:pt>
                <c:pt idx="17">
                  <c:v>99.8</c:v>
                </c:pt>
                <c:pt idx="18">
                  <c:v>99.9</c:v>
                </c:pt>
                <c:pt idx="19">
                  <c:v>99.9</c:v>
                </c:pt>
                <c:pt idx="20">
                  <c:v>99.8</c:v>
                </c:pt>
                <c:pt idx="21">
                  <c:v>99.8</c:v>
                </c:pt>
                <c:pt idx="22">
                  <c:v>99.8</c:v>
                </c:pt>
                <c:pt idx="23">
                  <c:v>100.0</c:v>
                </c:pt>
                <c:pt idx="24">
                  <c:v>99.9</c:v>
                </c:pt>
                <c:pt idx="25">
                  <c:v>99.8</c:v>
                </c:pt>
                <c:pt idx="26">
                  <c:v>100.0</c:v>
                </c:pt>
                <c:pt idx="27">
                  <c:v>100.0</c:v>
                </c:pt>
                <c:pt idx="28">
                  <c:v>100.0</c:v>
                </c:pt>
                <c:pt idx="29">
                  <c:v>99.8</c:v>
                </c:pt>
                <c:pt idx="30">
                  <c:v>99.4</c:v>
                </c:pt>
                <c:pt idx="31">
                  <c:v>99.9</c:v>
                </c:pt>
                <c:pt idx="32">
                  <c:v>99.8</c:v>
                </c:pt>
                <c:pt idx="33">
                  <c:v>99.9</c:v>
                </c:pt>
                <c:pt idx="34">
                  <c:v>99.8</c:v>
                </c:pt>
                <c:pt idx="35">
                  <c:v>99.5</c:v>
                </c:pt>
                <c:pt idx="36">
                  <c:v>99.9</c:v>
                </c:pt>
                <c:pt idx="37">
                  <c:v>100.0</c:v>
                </c:pt>
                <c:pt idx="38">
                  <c:v>99.9</c:v>
                </c:pt>
                <c:pt idx="39">
                  <c:v>99.6</c:v>
                </c:pt>
                <c:pt idx="40">
                  <c:v>99.8</c:v>
                </c:pt>
                <c:pt idx="41">
                  <c:v>99.5</c:v>
                </c:pt>
                <c:pt idx="42">
                  <c:v>99.9</c:v>
                </c:pt>
                <c:pt idx="43">
                  <c:v>99.6</c:v>
                </c:pt>
                <c:pt idx="44">
                  <c:v>99.7</c:v>
                </c:pt>
                <c:pt idx="45">
                  <c:v>99.8</c:v>
                </c:pt>
                <c:pt idx="46">
                  <c:v>99.6</c:v>
                </c:pt>
                <c:pt idx="47">
                  <c:v>99.5</c:v>
                </c:pt>
                <c:pt idx="48">
                  <c:v>99.9</c:v>
                </c:pt>
                <c:pt idx="49">
                  <c:v>100.0</c:v>
                </c:pt>
                <c:pt idx="50">
                  <c:v>100.0</c:v>
                </c:pt>
                <c:pt idx="51">
                  <c:v>99.6</c:v>
                </c:pt>
                <c:pt idx="52">
                  <c:v>99.7</c:v>
                </c:pt>
                <c:pt idx="53">
                  <c:v>99.9</c:v>
                </c:pt>
                <c:pt idx="54">
                  <c:v>100.0</c:v>
                </c:pt>
                <c:pt idx="55">
                  <c:v>100.0</c:v>
                </c:pt>
                <c:pt idx="56">
                  <c:v>100.0</c:v>
                </c:pt>
                <c:pt idx="57">
                  <c:v>100.0</c:v>
                </c:pt>
                <c:pt idx="58">
                  <c:v>100.0</c:v>
                </c:pt>
                <c:pt idx="59">
                  <c:v>100.0</c:v>
                </c:pt>
                <c:pt idx="60">
                  <c:v>99.9</c:v>
                </c:pt>
                <c:pt idx="61">
                  <c:v>100.0</c:v>
                </c:pt>
                <c:pt idx="62">
                  <c:v>99.9</c:v>
                </c:pt>
                <c:pt idx="63">
                  <c:v>99.8</c:v>
                </c:pt>
                <c:pt idx="64">
                  <c:v>100.0</c:v>
                </c:pt>
                <c:pt idx="65">
                  <c:v>100.0</c:v>
                </c:pt>
                <c:pt idx="66">
                  <c:v>100.0</c:v>
                </c:pt>
                <c:pt idx="67">
                  <c:v>100.0</c:v>
                </c:pt>
                <c:pt idx="68">
                  <c:v>99.8</c:v>
                </c:pt>
                <c:pt idx="69">
                  <c:v>100.0</c:v>
                </c:pt>
                <c:pt idx="70">
                  <c:v>100.0</c:v>
                </c:pt>
                <c:pt idx="71">
                  <c:v>100.0</c:v>
                </c:pt>
                <c:pt idx="72">
                  <c:v>100.0</c:v>
                </c:pt>
                <c:pt idx="73">
                  <c:v>100.0</c:v>
                </c:pt>
                <c:pt idx="74">
                  <c:v>99.8</c:v>
                </c:pt>
                <c:pt idx="75">
                  <c:v>100.0</c:v>
                </c:pt>
                <c:pt idx="76">
                  <c:v>100.0</c:v>
                </c:pt>
                <c:pt idx="77">
                  <c:v>99.7</c:v>
                </c:pt>
                <c:pt idx="78">
                  <c:v>99.7</c:v>
                </c:pt>
                <c:pt idx="79">
                  <c:v>99.7</c:v>
                </c:pt>
                <c:pt idx="80">
                  <c:v>100.0</c:v>
                </c:pt>
                <c:pt idx="81">
                  <c:v>100.0</c:v>
                </c:pt>
                <c:pt idx="82">
                  <c:v>100.0</c:v>
                </c:pt>
                <c:pt idx="83">
                  <c:v>100.0</c:v>
                </c:pt>
                <c:pt idx="84">
                  <c:v>100.0</c:v>
                </c:pt>
                <c:pt idx="85">
                  <c:v>100.0</c:v>
                </c:pt>
                <c:pt idx="86">
                  <c:v>100.0</c:v>
                </c:pt>
                <c:pt idx="87">
                  <c:v>100.0</c:v>
                </c:pt>
                <c:pt idx="88">
                  <c:v>100.0</c:v>
                </c:pt>
                <c:pt idx="89">
                  <c:v>100.0</c:v>
                </c:pt>
                <c:pt idx="90">
                  <c:v>100.0</c:v>
                </c:pt>
                <c:pt idx="91">
                  <c:v>100.0</c:v>
                </c:pt>
                <c:pt idx="92">
                  <c:v>100.0</c:v>
                </c:pt>
                <c:pt idx="93">
                  <c:v>100.0</c:v>
                </c:pt>
                <c:pt idx="94">
                  <c:v>99.7</c:v>
                </c:pt>
                <c:pt idx="95">
                  <c:v>99.6</c:v>
                </c:pt>
                <c:pt idx="96">
                  <c:v>99.8</c:v>
                </c:pt>
                <c:pt idx="97">
                  <c:v>99.8</c:v>
                </c:pt>
                <c:pt idx="98">
                  <c:v>100.0</c:v>
                </c:pt>
                <c:pt idx="99">
                  <c:v>99.8</c:v>
                </c:pt>
                <c:pt idx="100">
                  <c:v>99.9</c:v>
                </c:pt>
                <c:pt idx="101">
                  <c:v>100.0</c:v>
                </c:pt>
                <c:pt idx="102">
                  <c:v>99.6</c:v>
                </c:pt>
                <c:pt idx="103">
                  <c:v>100.0</c:v>
                </c:pt>
                <c:pt idx="104">
                  <c:v>99.8</c:v>
                </c:pt>
                <c:pt idx="105">
                  <c:v>99.7</c:v>
                </c:pt>
                <c:pt idx="106">
                  <c:v>100.0</c:v>
                </c:pt>
                <c:pt idx="107">
                  <c:v>100.0</c:v>
                </c:pt>
                <c:pt idx="108">
                  <c:v>99.6</c:v>
                </c:pt>
                <c:pt idx="109">
                  <c:v>100.0</c:v>
                </c:pt>
                <c:pt idx="110">
                  <c:v>99.7</c:v>
                </c:pt>
                <c:pt idx="111">
                  <c:v>100.0</c:v>
                </c:pt>
                <c:pt idx="112">
                  <c:v>99.8</c:v>
                </c:pt>
                <c:pt idx="113">
                  <c:v>99.9</c:v>
                </c:pt>
                <c:pt idx="114">
                  <c:v>99.4</c:v>
                </c:pt>
                <c:pt idx="115">
                  <c:v>100.0</c:v>
                </c:pt>
                <c:pt idx="116">
                  <c:v>100.0</c:v>
                </c:pt>
                <c:pt idx="117">
                  <c:v>100.0</c:v>
                </c:pt>
                <c:pt idx="118">
                  <c:v>99.6</c:v>
                </c:pt>
                <c:pt idx="119">
                  <c:v>100.0</c:v>
                </c:pt>
                <c:pt idx="120">
                  <c:v>99.9</c:v>
                </c:pt>
                <c:pt idx="121">
                  <c:v>99.8</c:v>
                </c:pt>
                <c:pt idx="122">
                  <c:v>100.0</c:v>
                </c:pt>
                <c:pt idx="123">
                  <c:v>100.0</c:v>
                </c:pt>
                <c:pt idx="124">
                  <c:v>100.0</c:v>
                </c:pt>
                <c:pt idx="125">
                  <c:v>100.0</c:v>
                </c:pt>
                <c:pt idx="126">
                  <c:v>100.0</c:v>
                </c:pt>
                <c:pt idx="127">
                  <c:v>100.0</c:v>
                </c:pt>
                <c:pt idx="128">
                  <c:v>99.6</c:v>
                </c:pt>
                <c:pt idx="129">
                  <c:v>99.6</c:v>
                </c:pt>
                <c:pt idx="130">
                  <c:v>100.0</c:v>
                </c:pt>
                <c:pt idx="131">
                  <c:v>99.8</c:v>
                </c:pt>
                <c:pt idx="132">
                  <c:v>99.8</c:v>
                </c:pt>
                <c:pt idx="133">
                  <c:v>99.8</c:v>
                </c:pt>
                <c:pt idx="134">
                  <c:v>100.0</c:v>
                </c:pt>
                <c:pt idx="135">
                  <c:v>100.0</c:v>
                </c:pt>
                <c:pt idx="136">
                  <c:v>100.0</c:v>
                </c:pt>
                <c:pt idx="137">
                  <c:v>99.8</c:v>
                </c:pt>
                <c:pt idx="138">
                  <c:v>100.0</c:v>
                </c:pt>
                <c:pt idx="139">
                  <c:v>100.0</c:v>
                </c:pt>
                <c:pt idx="140">
                  <c:v>99.7</c:v>
                </c:pt>
                <c:pt idx="141">
                  <c:v>99.7</c:v>
                </c:pt>
                <c:pt idx="142">
                  <c:v>100.0</c:v>
                </c:pt>
                <c:pt idx="143">
                  <c:v>100.0</c:v>
                </c:pt>
                <c:pt idx="144">
                  <c:v>100.0</c:v>
                </c:pt>
                <c:pt idx="145">
                  <c:v>100.0</c:v>
                </c:pt>
                <c:pt idx="146">
                  <c:v>100.0</c:v>
                </c:pt>
                <c:pt idx="147">
                  <c:v>100.0</c:v>
                </c:pt>
                <c:pt idx="148">
                  <c:v>100.0</c:v>
                </c:pt>
                <c:pt idx="149">
                  <c:v>100.0</c:v>
                </c:pt>
                <c:pt idx="150">
                  <c:v>100.0</c:v>
                </c:pt>
                <c:pt idx="151">
                  <c:v>99.8</c:v>
                </c:pt>
                <c:pt idx="152">
                  <c:v>100.0</c:v>
                </c:pt>
                <c:pt idx="153">
                  <c:v>99.9</c:v>
                </c:pt>
                <c:pt idx="154">
                  <c:v>99.7</c:v>
                </c:pt>
                <c:pt idx="155">
                  <c:v>99.9</c:v>
                </c:pt>
                <c:pt idx="156">
                  <c:v>99.8</c:v>
                </c:pt>
                <c:pt idx="157">
                  <c:v>99.5</c:v>
                </c:pt>
                <c:pt idx="158">
                  <c:v>99.7</c:v>
                </c:pt>
                <c:pt idx="159">
                  <c:v>100.0</c:v>
                </c:pt>
                <c:pt idx="160">
                  <c:v>100.0</c:v>
                </c:pt>
                <c:pt idx="161">
                  <c:v>100.0</c:v>
                </c:pt>
                <c:pt idx="162">
                  <c:v>100.0</c:v>
                </c:pt>
                <c:pt idx="163">
                  <c:v>100.0</c:v>
                </c:pt>
                <c:pt idx="164">
                  <c:v>100.0</c:v>
                </c:pt>
                <c:pt idx="165">
                  <c:v>100.0</c:v>
                </c:pt>
                <c:pt idx="166">
                  <c:v>100.0</c:v>
                </c:pt>
                <c:pt idx="167">
                  <c:v>100.0</c:v>
                </c:pt>
                <c:pt idx="168">
                  <c:v>100.0</c:v>
                </c:pt>
                <c:pt idx="169">
                  <c:v>99.9</c:v>
                </c:pt>
                <c:pt idx="170">
                  <c:v>100.0</c:v>
                </c:pt>
                <c:pt idx="171">
                  <c:v>96.4</c:v>
                </c:pt>
                <c:pt idx="172">
                  <c:v>92.8</c:v>
                </c:pt>
                <c:pt idx="173">
                  <c:v>92.2</c:v>
                </c:pt>
                <c:pt idx="174">
                  <c:v>90.5</c:v>
                </c:pt>
                <c:pt idx="175">
                  <c:v>86.6</c:v>
                </c:pt>
                <c:pt idx="176">
                  <c:v>88.0</c:v>
                </c:pt>
                <c:pt idx="177">
                  <c:v>89.1</c:v>
                </c:pt>
                <c:pt idx="178">
                  <c:v>88.5</c:v>
                </c:pt>
                <c:pt idx="179">
                  <c:v>87.4</c:v>
                </c:pt>
                <c:pt idx="180">
                  <c:v>86.7</c:v>
                </c:pt>
                <c:pt idx="181">
                  <c:v>87.1</c:v>
                </c:pt>
                <c:pt idx="182">
                  <c:v>84.7</c:v>
                </c:pt>
                <c:pt idx="183">
                  <c:v>85.6</c:v>
                </c:pt>
                <c:pt idx="184">
                  <c:v>85.7</c:v>
                </c:pt>
                <c:pt idx="185">
                  <c:v>73.9</c:v>
                </c:pt>
                <c:pt idx="186">
                  <c:v>73.1</c:v>
                </c:pt>
                <c:pt idx="187">
                  <c:v>74.8</c:v>
                </c:pt>
                <c:pt idx="188">
                  <c:v>71.9</c:v>
                </c:pt>
                <c:pt idx="189">
                  <c:v>74.6</c:v>
                </c:pt>
                <c:pt idx="190">
                  <c:v>70.8</c:v>
                </c:pt>
                <c:pt idx="191">
                  <c:v>72.2</c:v>
                </c:pt>
                <c:pt idx="192">
                  <c:v>74.5</c:v>
                </c:pt>
                <c:pt idx="193">
                  <c:v>71.0</c:v>
                </c:pt>
                <c:pt idx="194">
                  <c:v>67.6</c:v>
                </c:pt>
                <c:pt idx="195">
                  <c:v>68.8</c:v>
                </c:pt>
                <c:pt idx="196">
                  <c:v>68.5</c:v>
                </c:pt>
                <c:pt idx="197">
                  <c:v>66.6</c:v>
                </c:pt>
                <c:pt idx="198">
                  <c:v>67.6</c:v>
                </c:pt>
                <c:pt idx="199">
                  <c:v>69.3</c:v>
                </c:pt>
                <c:pt idx="200">
                  <c:v>70.5</c:v>
                </c:pt>
                <c:pt idx="201">
                  <c:v>67.9</c:v>
                </c:pt>
                <c:pt idx="202">
                  <c:v>66.5</c:v>
                </c:pt>
                <c:pt idx="203">
                  <c:v>67.2</c:v>
                </c:pt>
                <c:pt idx="204">
                  <c:v>69.0</c:v>
                </c:pt>
                <c:pt idx="205">
                  <c:v>69.1</c:v>
                </c:pt>
                <c:pt idx="206">
                  <c:v>67.0</c:v>
                </c:pt>
                <c:pt idx="207">
                  <c:v>66.2</c:v>
                </c:pt>
                <c:pt idx="208">
                  <c:v>69.1</c:v>
                </c:pt>
                <c:pt idx="209">
                  <c:v>68.7</c:v>
                </c:pt>
                <c:pt idx="210">
                  <c:v>62.8</c:v>
                </c:pt>
                <c:pt idx="211">
                  <c:v>67.5</c:v>
                </c:pt>
                <c:pt idx="212">
                  <c:v>66.5</c:v>
                </c:pt>
                <c:pt idx="213">
                  <c:v>66.4</c:v>
                </c:pt>
                <c:pt idx="214">
                  <c:v>67.3</c:v>
                </c:pt>
                <c:pt idx="215">
                  <c:v>67.1</c:v>
                </c:pt>
                <c:pt idx="216">
                  <c:v>67.2</c:v>
                </c:pt>
                <c:pt idx="217">
                  <c:v>65.6</c:v>
                </c:pt>
                <c:pt idx="218">
                  <c:v>66.3</c:v>
                </c:pt>
                <c:pt idx="219">
                  <c:v>68.1</c:v>
                </c:pt>
                <c:pt idx="220">
                  <c:v>67.0</c:v>
                </c:pt>
                <c:pt idx="221">
                  <c:v>66.4</c:v>
                </c:pt>
                <c:pt idx="222">
                  <c:v>65.4</c:v>
                </c:pt>
                <c:pt idx="223">
                  <c:v>64.9</c:v>
                </c:pt>
                <c:pt idx="224">
                  <c:v>64.9</c:v>
                </c:pt>
                <c:pt idx="225">
                  <c:v>66.0</c:v>
                </c:pt>
                <c:pt idx="226">
                  <c:v>66.5</c:v>
                </c:pt>
                <c:pt idx="227">
                  <c:v>57.0</c:v>
                </c:pt>
                <c:pt idx="228">
                  <c:v>68.4</c:v>
                </c:pt>
                <c:pt idx="229">
                  <c:v>65.5</c:v>
                </c:pt>
                <c:pt idx="230">
                  <c:v>66.2</c:v>
                </c:pt>
                <c:pt idx="231">
                  <c:v>69.3</c:v>
                </c:pt>
                <c:pt idx="232">
                  <c:v>69.2</c:v>
                </c:pt>
                <c:pt idx="233">
                  <c:v>67.8</c:v>
                </c:pt>
                <c:pt idx="234">
                  <c:v>70.8</c:v>
                </c:pt>
                <c:pt idx="235">
                  <c:v>69.7</c:v>
                </c:pt>
                <c:pt idx="236">
                  <c:v>70.8</c:v>
                </c:pt>
                <c:pt idx="237">
                  <c:v>67.1</c:v>
                </c:pt>
                <c:pt idx="238">
                  <c:v>67.1</c:v>
                </c:pt>
                <c:pt idx="239">
                  <c:v>66.7</c:v>
                </c:pt>
                <c:pt idx="240">
                  <c:v>67.4</c:v>
                </c:pt>
                <c:pt idx="241">
                  <c:v>67.7</c:v>
                </c:pt>
                <c:pt idx="242">
                  <c:v>71.5</c:v>
                </c:pt>
                <c:pt idx="243">
                  <c:v>71.6</c:v>
                </c:pt>
                <c:pt idx="244">
                  <c:v>70.9</c:v>
                </c:pt>
                <c:pt idx="245">
                  <c:v>73.4</c:v>
                </c:pt>
                <c:pt idx="246">
                  <c:v>69.0</c:v>
                </c:pt>
                <c:pt idx="247">
                  <c:v>67.5</c:v>
                </c:pt>
                <c:pt idx="248">
                  <c:v>52.3</c:v>
                </c:pt>
                <c:pt idx="249">
                  <c:v>51.8</c:v>
                </c:pt>
                <c:pt idx="250">
                  <c:v>54.8</c:v>
                </c:pt>
                <c:pt idx="251">
                  <c:v>64.7</c:v>
                </c:pt>
                <c:pt idx="252">
                  <c:v>67.8</c:v>
                </c:pt>
                <c:pt idx="253">
                  <c:v>64.0</c:v>
                </c:pt>
                <c:pt idx="254">
                  <c:v>63.1</c:v>
                </c:pt>
                <c:pt idx="255">
                  <c:v>67.6</c:v>
                </c:pt>
                <c:pt idx="256">
                  <c:v>68.9</c:v>
                </c:pt>
                <c:pt idx="257">
                  <c:v>68.5</c:v>
                </c:pt>
                <c:pt idx="258">
                  <c:v>64.1</c:v>
                </c:pt>
                <c:pt idx="259">
                  <c:v>60.4</c:v>
                </c:pt>
                <c:pt idx="260">
                  <c:v>60.4</c:v>
                </c:pt>
                <c:pt idx="261">
                  <c:v>58.2</c:v>
                </c:pt>
                <c:pt idx="262">
                  <c:v>55.9</c:v>
                </c:pt>
                <c:pt idx="263">
                  <c:v>55.1</c:v>
                </c:pt>
                <c:pt idx="264">
                  <c:v>57.4</c:v>
                </c:pt>
                <c:pt idx="265">
                  <c:v>55.4</c:v>
                </c:pt>
                <c:pt idx="266">
                  <c:v>55.4</c:v>
                </c:pt>
                <c:pt idx="267">
                  <c:v>53.4</c:v>
                </c:pt>
                <c:pt idx="268">
                  <c:v>43.6</c:v>
                </c:pt>
                <c:pt idx="269">
                  <c:v>55.8</c:v>
                </c:pt>
                <c:pt idx="270">
                  <c:v>58.4</c:v>
                </c:pt>
                <c:pt idx="271">
                  <c:v>67.0</c:v>
                </c:pt>
                <c:pt idx="272">
                  <c:v>69.5</c:v>
                </c:pt>
                <c:pt idx="273">
                  <c:v>70.2</c:v>
                </c:pt>
                <c:pt idx="274">
                  <c:v>71.5</c:v>
                </c:pt>
                <c:pt idx="275">
                  <c:v>71.9</c:v>
                </c:pt>
                <c:pt idx="276">
                  <c:v>71.1</c:v>
                </c:pt>
                <c:pt idx="277">
                  <c:v>69.5</c:v>
                </c:pt>
                <c:pt idx="278">
                  <c:v>69.4</c:v>
                </c:pt>
                <c:pt idx="279">
                  <c:v>68.7</c:v>
                </c:pt>
                <c:pt idx="280">
                  <c:v>68.4</c:v>
                </c:pt>
                <c:pt idx="281">
                  <c:v>67.4</c:v>
                </c:pt>
                <c:pt idx="282">
                  <c:v>67.8</c:v>
                </c:pt>
                <c:pt idx="283">
                  <c:v>65.5</c:v>
                </c:pt>
                <c:pt idx="284">
                  <c:v>65.5</c:v>
                </c:pt>
                <c:pt idx="285">
                  <c:v>69.4</c:v>
                </c:pt>
                <c:pt idx="286">
                  <c:v>71.3</c:v>
                </c:pt>
                <c:pt idx="287">
                  <c:v>71.3</c:v>
                </c:pt>
                <c:pt idx="288">
                  <c:v>69.1</c:v>
                </c:pt>
                <c:pt idx="289">
                  <c:v>69.8</c:v>
                </c:pt>
                <c:pt idx="290">
                  <c:v>63.0</c:v>
                </c:pt>
                <c:pt idx="291">
                  <c:v>58.4</c:v>
                </c:pt>
                <c:pt idx="292">
                  <c:v>54.2</c:v>
                </c:pt>
                <c:pt idx="293">
                  <c:v>48.3</c:v>
                </c:pt>
                <c:pt idx="294">
                  <c:v>49.0</c:v>
                </c:pt>
                <c:pt idx="295">
                  <c:v>41.4</c:v>
                </c:pt>
                <c:pt idx="296">
                  <c:v>39.1</c:v>
                </c:pt>
                <c:pt idx="297">
                  <c:v>47.3</c:v>
                </c:pt>
                <c:pt idx="298">
                  <c:v>50.4</c:v>
                </c:pt>
                <c:pt idx="299">
                  <c:v>42.1</c:v>
                </c:pt>
                <c:pt idx="300">
                  <c:v>51.3</c:v>
                </c:pt>
                <c:pt idx="301">
                  <c:v>44.5</c:v>
                </c:pt>
                <c:pt idx="302">
                  <c:v>40.6</c:v>
                </c:pt>
                <c:pt idx="303">
                  <c:v>34.6</c:v>
                </c:pt>
                <c:pt idx="304">
                  <c:v>24.6</c:v>
                </c:pt>
                <c:pt idx="305">
                  <c:v>26.3</c:v>
                </c:pt>
                <c:pt idx="306">
                  <c:v>25.7</c:v>
                </c:pt>
                <c:pt idx="307">
                  <c:v>25.8</c:v>
                </c:pt>
                <c:pt idx="308">
                  <c:v>25.9</c:v>
                </c:pt>
                <c:pt idx="309">
                  <c:v>28.7</c:v>
                </c:pt>
                <c:pt idx="310">
                  <c:v>31.0</c:v>
                </c:pt>
                <c:pt idx="311">
                  <c:v>17.8</c:v>
                </c:pt>
                <c:pt idx="312">
                  <c:v>18.3</c:v>
                </c:pt>
                <c:pt idx="313">
                  <c:v>22.7</c:v>
                </c:pt>
                <c:pt idx="314">
                  <c:v>18.4</c:v>
                </c:pt>
                <c:pt idx="315">
                  <c:v>19.0</c:v>
                </c:pt>
                <c:pt idx="316">
                  <c:v>18.1</c:v>
                </c:pt>
                <c:pt idx="317">
                  <c:v>19.6</c:v>
                </c:pt>
                <c:pt idx="318">
                  <c:v>46.7</c:v>
                </c:pt>
                <c:pt idx="319">
                  <c:v>46.7</c:v>
                </c:pt>
                <c:pt idx="320">
                  <c:v>45.8</c:v>
                </c:pt>
              </c:numCache>
            </c:numRef>
          </c:yVal>
          <c:smooth val="0"/>
        </c:ser>
        <c:ser>
          <c:idx val="2"/>
          <c:order val="2"/>
          <c:tx>
            <c:strRef>
              <c:f>Sheet1!$B$647</c:f>
              <c:strCache>
                <c:ptCount val="1"/>
                <c:pt idx="0">
                  <c:v>Lead time 24 h</c:v>
                </c:pt>
              </c:strCache>
            </c:strRef>
          </c:tx>
          <c:spPr>
            <a:ln w="19050">
              <a:solidFill>
                <a:srgbClr val="D64545"/>
              </a:solidFill>
              <a:prstDash val="sysDot"/>
            </a:ln>
          </c:spPr>
          <c:marker>
            <c:symbol val="none"/>
          </c:marker>
          <c:xVal>
            <c:numRef>
              <c:f>Sheet1!$A$648:$A$649</c:f>
              <c:numCache>
                <c:formatCode>General</c:formatCode>
                <c:ptCount val="2"/>
                <c:pt idx="0">
                  <c:v>-160</c:v>
                </c:pt>
                <c:pt idx="1">
                  <c:v>0</c:v>
                </c:pt>
              </c:numCache>
            </c:numRef>
          </c:xVal>
          <c:yVal>
            <c:numRef>
              <c:f>Sheet1!$B$648:$B$649</c:f>
              <c:numCache>
                <c:formatCode>General</c:formatCode>
                <c:ptCount val="2"/>
                <c:pt idx="0">
                  <c:v>24</c:v>
                </c:pt>
                <c:pt idx="1">
                  <c:v>24</c:v>
                </c:pt>
              </c:numCache>
            </c:numRef>
          </c:yVal>
          <c:smooth val="0"/>
        </c:ser>
        <c:axId val="-2128940872"/>
        <c:axId val="-2129643912"/>
      </c:scatterChart>
      <c:valAx>
        <c:axId val="-2128940872"/>
        <c:scaling>
          <c:orientation val="minMax"/>
          <c:max val="0.0"/>
          <c:min val="-160.0"/>
        </c:scaling>
        <c:delete val="0"/>
        <c:axPos val="b"/>
        <c:title>
          <c:tx>
            <c:rich>
              <a:bodyPr/>
              <a:lstStyle/>
              <a:p>
                <a:r>
                  <a:rPr sz="1200" b="0">
                    <a:solidFill>
                      <a:srgbClr val="5E6E70"/>
                    </a:solidFill>
                  </a:rPr>
                  <a:t>Hours before failure (set 2 bearing 1)</a:t>
                </a:r>
              </a:p>
            </c:rich>
          </c:tx>
          <c:layout/>
          <c:overlay val="0"/>
        </c:title>
        <c:numFmt formatCode="General" sourceLinked="1"/>
        <c:majorTickMark val="out"/>
        <c:minorTickMark val="none"/>
        <c:tickLblPos val="nextTo"/>
        <c:spPr>
          <a:ln>
            <a:solidFill>
              <a:srgbClr val="B9C4C5"/>
            </a:solidFill>
          </a:ln>
        </c:spPr>
        <c:txPr>
          <a:bodyPr/>
          <a:lstStyle/>
          <a:p>
            <a:pPr>
              <a:defRPr sz="1200">
                <a:solidFill>
                  <a:srgbClr val="5E6E70"/>
                </a:solidFill>
              </a:defRPr>
            </a:pPr>
          </a:p>
        </c:txPr>
        <c:crossAx val="-2129643912"/>
        <c:crosses val="autoZero"/>
        <c:crossBetween val="midCat"/>
        <c:majorUnit val="20.0"/>
      </c:valAx>
      <c:valAx>
        <c:axId val="-2129643912"/>
        <c:scaling>
          <c:orientation val="minMax"/>
          <c:max val="110.0"/>
          <c:min val="0.0"/>
        </c:scaling>
        <c:delete val="0"/>
        <c:axPos val="l"/>
        <c:majorGridlines>
          <c:spPr>
            <a:ln w="9525">
              <a:solidFill>
                <a:srgbClr val="E1E8E7"/>
              </a:solidFill>
            </a:ln>
          </c:spPr>
        </c:majorGridlines>
        <c:title>
          <c:tx>
            <c:rich>
              <a:bodyPr/>
              <a:lstStyle/>
              <a:p>
                <a:r>
                  <a:rPr sz="1200" b="0">
                    <a:solidFill>
                      <a:srgbClr val="5E6E70"/>
                    </a:solidFill>
                  </a:rPr>
                  <a:t>RUL (h)</a:t>
                </a:r>
              </a:p>
            </c:rich>
          </c:tx>
          <c:layout/>
          <c:overlay val="0"/>
        </c:title>
        <c:numFmt formatCode="General" sourceLinked="1"/>
        <c:majorTickMark val="out"/>
        <c:minorTickMark val="none"/>
        <c:tickLblPos val="nextTo"/>
        <c:spPr>
          <a:ln>
            <a:solidFill>
              <a:srgbClr val="B9C4C5"/>
            </a:solidFill>
          </a:ln>
        </c:spPr>
        <c:txPr>
          <a:bodyPr/>
          <a:lstStyle/>
          <a:p>
            <a:pPr>
              <a:defRPr sz="1200">
                <a:solidFill>
                  <a:srgbClr val="5E6E70"/>
                </a:solidFill>
              </a:defRPr>
            </a:pPr>
          </a:p>
        </c:txPr>
        <c:crossAx val="-2128940872"/>
        <c:crosses val="min"/>
        <c:crossBetween val="midCat"/>
        <c:majorUnit val="20.0"/>
      </c:valAx>
    </c:plotArea>
    <c:legend>
      <c:legendPos val="t"/>
      <c:layout/>
      <c:overlay val="0"/>
      <c:txPr>
        <a:bodyPr/>
        <a:lstStyle/>
        <a:p>
          <a:pPr>
            <a:defRPr sz="1200"/>
          </a:pPr>
        </a:p>
      </c:txPr>
    </c:legend>
    <c:plotVisOnly val="1"/>
    <c:dispBlanksAs val="gap"/>
    <c:showDLblsOverMax val="0"/>
  </c:chart>
  <c:txPr>
    <a:bodyPr/>
    <a:lstStyle/>
    <a:p>
      <a:pPr>
        <a:defRPr sz="1200">
          <a:solidFill>
            <a:srgbClr val="5E6E70"/>
          </a:solidFil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chart>
    <c:plotArea>
      <c:scatterChart>
        <c:scatterStyle val="lineMarker"/>
        <c:varyColors val="0"/>
        <c:ser>
          <c:idx val="0"/>
          <c:order val="0"/>
          <c:tx>
            <c:strRef>
              <c:f>Sheet1!$B$1</c:f>
              <c:strCache>
                <c:ptCount val="1"/>
                <c:pt idx="0">
                  <c:v>True RUL</c:v>
                </c:pt>
              </c:strCache>
            </c:strRef>
          </c:tx>
          <c:spPr>
            <a:ln w="25400">
              <a:solidFill>
                <a:srgbClr val="12262B"/>
              </a:solidFill>
              <a:prstDash val="dash"/>
            </a:ln>
          </c:spPr>
          <c:marker>
            <c:symbol val="none"/>
          </c:marker>
          <c:xVal>
            <c:numRef>
              <c:f>Sheet1!$A$2:$A$322</c:f>
              <c:numCache>
                <c:formatCode>General</c:formatCode>
                <c:ptCount val="321"/>
                <c:pt idx="0">
                  <c:v>-160.0</c:v>
                </c:pt>
                <c:pt idx="1">
                  <c:v>-159.5</c:v>
                </c:pt>
                <c:pt idx="2">
                  <c:v>-159.0</c:v>
                </c:pt>
                <c:pt idx="3">
                  <c:v>-158.5</c:v>
                </c:pt>
                <c:pt idx="4">
                  <c:v>-158.0</c:v>
                </c:pt>
                <c:pt idx="5">
                  <c:v>-157.5</c:v>
                </c:pt>
                <c:pt idx="6">
                  <c:v>-157.0</c:v>
                </c:pt>
                <c:pt idx="7">
                  <c:v>-156.5</c:v>
                </c:pt>
                <c:pt idx="8">
                  <c:v>-156.0</c:v>
                </c:pt>
                <c:pt idx="9">
                  <c:v>-155.5</c:v>
                </c:pt>
                <c:pt idx="10">
                  <c:v>-155.0</c:v>
                </c:pt>
                <c:pt idx="11">
                  <c:v>-154.5</c:v>
                </c:pt>
                <c:pt idx="12">
                  <c:v>-154.0</c:v>
                </c:pt>
                <c:pt idx="13">
                  <c:v>-153.5</c:v>
                </c:pt>
                <c:pt idx="14">
                  <c:v>-153.0</c:v>
                </c:pt>
                <c:pt idx="15">
                  <c:v>-152.5</c:v>
                </c:pt>
                <c:pt idx="16">
                  <c:v>-152.0</c:v>
                </c:pt>
                <c:pt idx="17">
                  <c:v>-151.5</c:v>
                </c:pt>
                <c:pt idx="18">
                  <c:v>-151.0</c:v>
                </c:pt>
                <c:pt idx="19">
                  <c:v>-150.5</c:v>
                </c:pt>
                <c:pt idx="20">
                  <c:v>-150.0</c:v>
                </c:pt>
                <c:pt idx="21">
                  <c:v>-149.5</c:v>
                </c:pt>
                <c:pt idx="22">
                  <c:v>-149.0</c:v>
                </c:pt>
                <c:pt idx="23">
                  <c:v>-148.5</c:v>
                </c:pt>
                <c:pt idx="24">
                  <c:v>-148.0</c:v>
                </c:pt>
                <c:pt idx="25">
                  <c:v>-147.5</c:v>
                </c:pt>
                <c:pt idx="26">
                  <c:v>-147.0</c:v>
                </c:pt>
                <c:pt idx="27">
                  <c:v>-146.5</c:v>
                </c:pt>
                <c:pt idx="28">
                  <c:v>-146.0</c:v>
                </c:pt>
                <c:pt idx="29">
                  <c:v>-145.5</c:v>
                </c:pt>
                <c:pt idx="30">
                  <c:v>-145.0</c:v>
                </c:pt>
                <c:pt idx="31">
                  <c:v>-144.5</c:v>
                </c:pt>
                <c:pt idx="32">
                  <c:v>-144.0</c:v>
                </c:pt>
                <c:pt idx="33">
                  <c:v>-143.5</c:v>
                </c:pt>
                <c:pt idx="34">
                  <c:v>-143.0</c:v>
                </c:pt>
                <c:pt idx="35">
                  <c:v>-142.5</c:v>
                </c:pt>
                <c:pt idx="36">
                  <c:v>-142.0</c:v>
                </c:pt>
                <c:pt idx="37">
                  <c:v>-141.5</c:v>
                </c:pt>
                <c:pt idx="38">
                  <c:v>-141.0</c:v>
                </c:pt>
                <c:pt idx="39">
                  <c:v>-140.5</c:v>
                </c:pt>
                <c:pt idx="40">
                  <c:v>-140.0</c:v>
                </c:pt>
                <c:pt idx="41">
                  <c:v>-139.5</c:v>
                </c:pt>
                <c:pt idx="42">
                  <c:v>-139.0</c:v>
                </c:pt>
                <c:pt idx="43">
                  <c:v>-138.5</c:v>
                </c:pt>
                <c:pt idx="44">
                  <c:v>-138.0</c:v>
                </c:pt>
                <c:pt idx="45">
                  <c:v>-137.5</c:v>
                </c:pt>
                <c:pt idx="46">
                  <c:v>-137.0</c:v>
                </c:pt>
                <c:pt idx="47">
                  <c:v>-136.5</c:v>
                </c:pt>
                <c:pt idx="48">
                  <c:v>-136.0</c:v>
                </c:pt>
                <c:pt idx="49">
                  <c:v>-135.5</c:v>
                </c:pt>
                <c:pt idx="50">
                  <c:v>-135.0</c:v>
                </c:pt>
                <c:pt idx="51">
                  <c:v>-134.5</c:v>
                </c:pt>
                <c:pt idx="52">
                  <c:v>-134.0</c:v>
                </c:pt>
                <c:pt idx="53">
                  <c:v>-133.5</c:v>
                </c:pt>
                <c:pt idx="54">
                  <c:v>-133.0</c:v>
                </c:pt>
                <c:pt idx="55">
                  <c:v>-132.5</c:v>
                </c:pt>
                <c:pt idx="56">
                  <c:v>-132.0</c:v>
                </c:pt>
                <c:pt idx="57">
                  <c:v>-131.5</c:v>
                </c:pt>
                <c:pt idx="58">
                  <c:v>-131.0</c:v>
                </c:pt>
                <c:pt idx="59">
                  <c:v>-130.5</c:v>
                </c:pt>
                <c:pt idx="60">
                  <c:v>-130.0</c:v>
                </c:pt>
                <c:pt idx="61">
                  <c:v>-129.5</c:v>
                </c:pt>
                <c:pt idx="62">
                  <c:v>-129.0</c:v>
                </c:pt>
                <c:pt idx="63">
                  <c:v>-128.5</c:v>
                </c:pt>
                <c:pt idx="64">
                  <c:v>-128.0</c:v>
                </c:pt>
                <c:pt idx="65">
                  <c:v>-127.5</c:v>
                </c:pt>
                <c:pt idx="66">
                  <c:v>-127.0</c:v>
                </c:pt>
                <c:pt idx="67">
                  <c:v>-126.5</c:v>
                </c:pt>
                <c:pt idx="68">
                  <c:v>-126.0</c:v>
                </c:pt>
                <c:pt idx="69">
                  <c:v>-125.5</c:v>
                </c:pt>
                <c:pt idx="70">
                  <c:v>-125.0</c:v>
                </c:pt>
                <c:pt idx="71">
                  <c:v>-124.5</c:v>
                </c:pt>
                <c:pt idx="72">
                  <c:v>-124.0</c:v>
                </c:pt>
                <c:pt idx="73">
                  <c:v>-123.5</c:v>
                </c:pt>
                <c:pt idx="74">
                  <c:v>-123.0</c:v>
                </c:pt>
                <c:pt idx="75">
                  <c:v>-122.5</c:v>
                </c:pt>
                <c:pt idx="76">
                  <c:v>-122.0</c:v>
                </c:pt>
                <c:pt idx="77">
                  <c:v>-121.5</c:v>
                </c:pt>
                <c:pt idx="78">
                  <c:v>-121.0</c:v>
                </c:pt>
                <c:pt idx="79">
                  <c:v>-120.5</c:v>
                </c:pt>
                <c:pt idx="80">
                  <c:v>-120.0</c:v>
                </c:pt>
                <c:pt idx="81">
                  <c:v>-119.5</c:v>
                </c:pt>
                <c:pt idx="82">
                  <c:v>-119.0</c:v>
                </c:pt>
                <c:pt idx="83">
                  <c:v>-118.5</c:v>
                </c:pt>
                <c:pt idx="84">
                  <c:v>-118.0</c:v>
                </c:pt>
                <c:pt idx="85">
                  <c:v>-117.5</c:v>
                </c:pt>
                <c:pt idx="86">
                  <c:v>-117.0</c:v>
                </c:pt>
                <c:pt idx="87">
                  <c:v>-116.5</c:v>
                </c:pt>
                <c:pt idx="88">
                  <c:v>-116.0</c:v>
                </c:pt>
                <c:pt idx="89">
                  <c:v>-115.5</c:v>
                </c:pt>
                <c:pt idx="90">
                  <c:v>-115.0</c:v>
                </c:pt>
                <c:pt idx="91">
                  <c:v>-114.5</c:v>
                </c:pt>
                <c:pt idx="92">
                  <c:v>-114.0</c:v>
                </c:pt>
                <c:pt idx="93">
                  <c:v>-113.5</c:v>
                </c:pt>
                <c:pt idx="94">
                  <c:v>-113.0</c:v>
                </c:pt>
                <c:pt idx="95">
                  <c:v>-112.5</c:v>
                </c:pt>
                <c:pt idx="96">
                  <c:v>-112.0</c:v>
                </c:pt>
                <c:pt idx="97">
                  <c:v>-111.5</c:v>
                </c:pt>
                <c:pt idx="98">
                  <c:v>-111.0</c:v>
                </c:pt>
                <c:pt idx="99">
                  <c:v>-110.5</c:v>
                </c:pt>
                <c:pt idx="100">
                  <c:v>-110.0</c:v>
                </c:pt>
                <c:pt idx="101">
                  <c:v>-109.5</c:v>
                </c:pt>
                <c:pt idx="102">
                  <c:v>-109.0</c:v>
                </c:pt>
                <c:pt idx="103">
                  <c:v>-108.5</c:v>
                </c:pt>
                <c:pt idx="104">
                  <c:v>-108.0</c:v>
                </c:pt>
                <c:pt idx="105">
                  <c:v>-107.5</c:v>
                </c:pt>
                <c:pt idx="106">
                  <c:v>-107.0</c:v>
                </c:pt>
                <c:pt idx="107">
                  <c:v>-106.5</c:v>
                </c:pt>
                <c:pt idx="108">
                  <c:v>-106.0</c:v>
                </c:pt>
                <c:pt idx="109">
                  <c:v>-105.5</c:v>
                </c:pt>
                <c:pt idx="110">
                  <c:v>-105.0</c:v>
                </c:pt>
                <c:pt idx="111">
                  <c:v>-104.5</c:v>
                </c:pt>
                <c:pt idx="112">
                  <c:v>-104.0</c:v>
                </c:pt>
                <c:pt idx="113">
                  <c:v>-103.5</c:v>
                </c:pt>
                <c:pt idx="114">
                  <c:v>-103.0</c:v>
                </c:pt>
                <c:pt idx="115">
                  <c:v>-102.5</c:v>
                </c:pt>
                <c:pt idx="116">
                  <c:v>-102.0</c:v>
                </c:pt>
                <c:pt idx="117">
                  <c:v>-101.5</c:v>
                </c:pt>
                <c:pt idx="118">
                  <c:v>-101.0</c:v>
                </c:pt>
                <c:pt idx="119">
                  <c:v>-100.5</c:v>
                </c:pt>
                <c:pt idx="120">
                  <c:v>-100.0</c:v>
                </c:pt>
                <c:pt idx="121">
                  <c:v>-99.5</c:v>
                </c:pt>
                <c:pt idx="122">
                  <c:v>-99.0</c:v>
                </c:pt>
                <c:pt idx="123">
                  <c:v>-98.5</c:v>
                </c:pt>
                <c:pt idx="124">
                  <c:v>-98.0</c:v>
                </c:pt>
                <c:pt idx="125">
                  <c:v>-97.5</c:v>
                </c:pt>
                <c:pt idx="126">
                  <c:v>-97.0</c:v>
                </c:pt>
                <c:pt idx="127">
                  <c:v>-96.5</c:v>
                </c:pt>
                <c:pt idx="128">
                  <c:v>-96.0</c:v>
                </c:pt>
                <c:pt idx="129">
                  <c:v>-95.5</c:v>
                </c:pt>
                <c:pt idx="130">
                  <c:v>-95.0</c:v>
                </c:pt>
                <c:pt idx="131">
                  <c:v>-94.5</c:v>
                </c:pt>
                <c:pt idx="132">
                  <c:v>-94.0</c:v>
                </c:pt>
                <c:pt idx="133">
                  <c:v>-93.5</c:v>
                </c:pt>
                <c:pt idx="134">
                  <c:v>-93.0</c:v>
                </c:pt>
                <c:pt idx="135">
                  <c:v>-92.5</c:v>
                </c:pt>
                <c:pt idx="136">
                  <c:v>-92.0</c:v>
                </c:pt>
                <c:pt idx="137">
                  <c:v>-91.5</c:v>
                </c:pt>
                <c:pt idx="138">
                  <c:v>-91.0</c:v>
                </c:pt>
                <c:pt idx="139">
                  <c:v>-90.5</c:v>
                </c:pt>
                <c:pt idx="140">
                  <c:v>-90.0</c:v>
                </c:pt>
                <c:pt idx="141">
                  <c:v>-89.5</c:v>
                </c:pt>
                <c:pt idx="142">
                  <c:v>-89.0</c:v>
                </c:pt>
                <c:pt idx="143">
                  <c:v>-88.5</c:v>
                </c:pt>
                <c:pt idx="144">
                  <c:v>-88.0</c:v>
                </c:pt>
                <c:pt idx="145">
                  <c:v>-87.5</c:v>
                </c:pt>
                <c:pt idx="146">
                  <c:v>-87.0</c:v>
                </c:pt>
                <c:pt idx="147">
                  <c:v>-86.5</c:v>
                </c:pt>
                <c:pt idx="148">
                  <c:v>-86.0</c:v>
                </c:pt>
                <c:pt idx="149">
                  <c:v>-85.5</c:v>
                </c:pt>
                <c:pt idx="150">
                  <c:v>-85.0</c:v>
                </c:pt>
                <c:pt idx="151">
                  <c:v>-84.5</c:v>
                </c:pt>
                <c:pt idx="152">
                  <c:v>-84.0</c:v>
                </c:pt>
                <c:pt idx="153">
                  <c:v>-83.5</c:v>
                </c:pt>
                <c:pt idx="154">
                  <c:v>-83.0</c:v>
                </c:pt>
                <c:pt idx="155">
                  <c:v>-82.5</c:v>
                </c:pt>
                <c:pt idx="156">
                  <c:v>-82.0</c:v>
                </c:pt>
                <c:pt idx="157">
                  <c:v>-81.5</c:v>
                </c:pt>
                <c:pt idx="158">
                  <c:v>-81.0</c:v>
                </c:pt>
                <c:pt idx="159">
                  <c:v>-80.5</c:v>
                </c:pt>
                <c:pt idx="160">
                  <c:v>-80.0</c:v>
                </c:pt>
                <c:pt idx="161">
                  <c:v>-79.5</c:v>
                </c:pt>
                <c:pt idx="162">
                  <c:v>-79.0</c:v>
                </c:pt>
                <c:pt idx="163">
                  <c:v>-78.5</c:v>
                </c:pt>
                <c:pt idx="164">
                  <c:v>-78.0</c:v>
                </c:pt>
                <c:pt idx="165">
                  <c:v>-77.5</c:v>
                </c:pt>
                <c:pt idx="166">
                  <c:v>-77.0</c:v>
                </c:pt>
                <c:pt idx="167">
                  <c:v>-76.5</c:v>
                </c:pt>
                <c:pt idx="168">
                  <c:v>-76.0</c:v>
                </c:pt>
                <c:pt idx="169">
                  <c:v>-75.5</c:v>
                </c:pt>
                <c:pt idx="170">
                  <c:v>-75.0</c:v>
                </c:pt>
                <c:pt idx="171">
                  <c:v>-74.5</c:v>
                </c:pt>
                <c:pt idx="172">
                  <c:v>-74.0</c:v>
                </c:pt>
                <c:pt idx="173">
                  <c:v>-73.5</c:v>
                </c:pt>
                <c:pt idx="174">
                  <c:v>-73.0</c:v>
                </c:pt>
                <c:pt idx="175">
                  <c:v>-72.5</c:v>
                </c:pt>
                <c:pt idx="176">
                  <c:v>-72.0</c:v>
                </c:pt>
                <c:pt idx="177">
                  <c:v>-71.5</c:v>
                </c:pt>
                <c:pt idx="178">
                  <c:v>-71.0</c:v>
                </c:pt>
                <c:pt idx="179">
                  <c:v>-70.5</c:v>
                </c:pt>
                <c:pt idx="180">
                  <c:v>-70.0</c:v>
                </c:pt>
                <c:pt idx="181">
                  <c:v>-69.5</c:v>
                </c:pt>
                <c:pt idx="182">
                  <c:v>-69.0</c:v>
                </c:pt>
                <c:pt idx="183">
                  <c:v>-68.5</c:v>
                </c:pt>
                <c:pt idx="184">
                  <c:v>-68.0</c:v>
                </c:pt>
                <c:pt idx="185">
                  <c:v>-67.5</c:v>
                </c:pt>
                <c:pt idx="186">
                  <c:v>-67.0</c:v>
                </c:pt>
                <c:pt idx="187">
                  <c:v>-66.5</c:v>
                </c:pt>
                <c:pt idx="188">
                  <c:v>-66.0</c:v>
                </c:pt>
                <c:pt idx="189">
                  <c:v>-65.5</c:v>
                </c:pt>
                <c:pt idx="190">
                  <c:v>-65.0</c:v>
                </c:pt>
                <c:pt idx="191">
                  <c:v>-64.5</c:v>
                </c:pt>
                <c:pt idx="192">
                  <c:v>-64.0</c:v>
                </c:pt>
                <c:pt idx="193">
                  <c:v>-63.5</c:v>
                </c:pt>
                <c:pt idx="194">
                  <c:v>-63.0</c:v>
                </c:pt>
                <c:pt idx="195">
                  <c:v>-62.5</c:v>
                </c:pt>
                <c:pt idx="196">
                  <c:v>-62.0</c:v>
                </c:pt>
                <c:pt idx="197">
                  <c:v>-61.5</c:v>
                </c:pt>
                <c:pt idx="198">
                  <c:v>-61.0</c:v>
                </c:pt>
                <c:pt idx="199">
                  <c:v>-60.5</c:v>
                </c:pt>
                <c:pt idx="200">
                  <c:v>-60.0</c:v>
                </c:pt>
                <c:pt idx="201">
                  <c:v>-59.5</c:v>
                </c:pt>
                <c:pt idx="202">
                  <c:v>-59.0</c:v>
                </c:pt>
                <c:pt idx="203">
                  <c:v>-58.5</c:v>
                </c:pt>
                <c:pt idx="204">
                  <c:v>-58.0</c:v>
                </c:pt>
                <c:pt idx="205">
                  <c:v>-57.5</c:v>
                </c:pt>
                <c:pt idx="206">
                  <c:v>-57.0</c:v>
                </c:pt>
                <c:pt idx="207">
                  <c:v>-56.5</c:v>
                </c:pt>
                <c:pt idx="208">
                  <c:v>-56.0</c:v>
                </c:pt>
                <c:pt idx="209">
                  <c:v>-55.5</c:v>
                </c:pt>
                <c:pt idx="210">
                  <c:v>-55.0</c:v>
                </c:pt>
                <c:pt idx="211">
                  <c:v>-54.5</c:v>
                </c:pt>
                <c:pt idx="212">
                  <c:v>-54.0</c:v>
                </c:pt>
                <c:pt idx="213">
                  <c:v>-53.5</c:v>
                </c:pt>
                <c:pt idx="214">
                  <c:v>-53.0</c:v>
                </c:pt>
                <c:pt idx="215">
                  <c:v>-52.5</c:v>
                </c:pt>
                <c:pt idx="216">
                  <c:v>-52.0</c:v>
                </c:pt>
                <c:pt idx="217">
                  <c:v>-51.5</c:v>
                </c:pt>
                <c:pt idx="218">
                  <c:v>-51.0</c:v>
                </c:pt>
                <c:pt idx="219">
                  <c:v>-50.5</c:v>
                </c:pt>
                <c:pt idx="220">
                  <c:v>-50.0</c:v>
                </c:pt>
                <c:pt idx="221">
                  <c:v>-49.5</c:v>
                </c:pt>
                <c:pt idx="222">
                  <c:v>-49.0</c:v>
                </c:pt>
                <c:pt idx="223">
                  <c:v>-48.5</c:v>
                </c:pt>
                <c:pt idx="224">
                  <c:v>-48.0</c:v>
                </c:pt>
                <c:pt idx="225">
                  <c:v>-47.5</c:v>
                </c:pt>
                <c:pt idx="226">
                  <c:v>-47.0</c:v>
                </c:pt>
                <c:pt idx="227">
                  <c:v>-46.5</c:v>
                </c:pt>
                <c:pt idx="228">
                  <c:v>-46.0</c:v>
                </c:pt>
                <c:pt idx="229">
                  <c:v>-45.5</c:v>
                </c:pt>
                <c:pt idx="230">
                  <c:v>-45.0</c:v>
                </c:pt>
                <c:pt idx="231">
                  <c:v>-44.5</c:v>
                </c:pt>
                <c:pt idx="232">
                  <c:v>-44.0</c:v>
                </c:pt>
                <c:pt idx="233">
                  <c:v>-43.5</c:v>
                </c:pt>
                <c:pt idx="234">
                  <c:v>-43.0</c:v>
                </c:pt>
                <c:pt idx="235">
                  <c:v>-42.5</c:v>
                </c:pt>
                <c:pt idx="236">
                  <c:v>-42.0</c:v>
                </c:pt>
                <c:pt idx="237">
                  <c:v>-41.5</c:v>
                </c:pt>
                <c:pt idx="238">
                  <c:v>-41.0</c:v>
                </c:pt>
                <c:pt idx="239">
                  <c:v>-40.5</c:v>
                </c:pt>
                <c:pt idx="240">
                  <c:v>-40.0</c:v>
                </c:pt>
                <c:pt idx="241">
                  <c:v>-39.5</c:v>
                </c:pt>
                <c:pt idx="242">
                  <c:v>-39.0</c:v>
                </c:pt>
                <c:pt idx="243">
                  <c:v>-38.5</c:v>
                </c:pt>
                <c:pt idx="244">
                  <c:v>-38.0</c:v>
                </c:pt>
                <c:pt idx="245">
                  <c:v>-37.5</c:v>
                </c:pt>
                <c:pt idx="246">
                  <c:v>-37.0</c:v>
                </c:pt>
                <c:pt idx="247">
                  <c:v>-36.5</c:v>
                </c:pt>
                <c:pt idx="248">
                  <c:v>-36.0</c:v>
                </c:pt>
                <c:pt idx="249">
                  <c:v>-35.5</c:v>
                </c:pt>
                <c:pt idx="250">
                  <c:v>-35.0</c:v>
                </c:pt>
                <c:pt idx="251">
                  <c:v>-34.5</c:v>
                </c:pt>
                <c:pt idx="252">
                  <c:v>-34.0</c:v>
                </c:pt>
                <c:pt idx="253">
                  <c:v>-33.5</c:v>
                </c:pt>
                <c:pt idx="254">
                  <c:v>-33.0</c:v>
                </c:pt>
                <c:pt idx="255">
                  <c:v>-32.5</c:v>
                </c:pt>
                <c:pt idx="256">
                  <c:v>-32.0</c:v>
                </c:pt>
                <c:pt idx="257">
                  <c:v>-31.5</c:v>
                </c:pt>
                <c:pt idx="258">
                  <c:v>-31.0</c:v>
                </c:pt>
                <c:pt idx="259">
                  <c:v>-30.5</c:v>
                </c:pt>
                <c:pt idx="260">
                  <c:v>-30.0</c:v>
                </c:pt>
                <c:pt idx="261">
                  <c:v>-29.5</c:v>
                </c:pt>
                <c:pt idx="262">
                  <c:v>-29.0</c:v>
                </c:pt>
                <c:pt idx="263">
                  <c:v>-28.5</c:v>
                </c:pt>
                <c:pt idx="264">
                  <c:v>-28.0</c:v>
                </c:pt>
                <c:pt idx="265">
                  <c:v>-27.5</c:v>
                </c:pt>
                <c:pt idx="266">
                  <c:v>-27.0</c:v>
                </c:pt>
                <c:pt idx="267">
                  <c:v>-26.5</c:v>
                </c:pt>
                <c:pt idx="268">
                  <c:v>-26.0</c:v>
                </c:pt>
                <c:pt idx="269">
                  <c:v>-25.5</c:v>
                </c:pt>
                <c:pt idx="270">
                  <c:v>-25.0</c:v>
                </c:pt>
                <c:pt idx="271">
                  <c:v>-24.5</c:v>
                </c:pt>
                <c:pt idx="272">
                  <c:v>-24.0</c:v>
                </c:pt>
                <c:pt idx="273">
                  <c:v>-23.5</c:v>
                </c:pt>
                <c:pt idx="274">
                  <c:v>-23.0</c:v>
                </c:pt>
                <c:pt idx="275">
                  <c:v>-22.5</c:v>
                </c:pt>
                <c:pt idx="276">
                  <c:v>-22.0</c:v>
                </c:pt>
                <c:pt idx="277">
                  <c:v>-21.5</c:v>
                </c:pt>
                <c:pt idx="278">
                  <c:v>-21.0</c:v>
                </c:pt>
                <c:pt idx="279">
                  <c:v>-20.5</c:v>
                </c:pt>
                <c:pt idx="280">
                  <c:v>-20.0</c:v>
                </c:pt>
                <c:pt idx="281">
                  <c:v>-19.5</c:v>
                </c:pt>
                <c:pt idx="282">
                  <c:v>-19.0</c:v>
                </c:pt>
                <c:pt idx="283">
                  <c:v>-18.5</c:v>
                </c:pt>
                <c:pt idx="284">
                  <c:v>-18.0</c:v>
                </c:pt>
                <c:pt idx="285">
                  <c:v>-17.5</c:v>
                </c:pt>
                <c:pt idx="286">
                  <c:v>-17.0</c:v>
                </c:pt>
                <c:pt idx="287">
                  <c:v>-16.5</c:v>
                </c:pt>
                <c:pt idx="288">
                  <c:v>-16.0</c:v>
                </c:pt>
                <c:pt idx="289">
                  <c:v>-15.5</c:v>
                </c:pt>
                <c:pt idx="290">
                  <c:v>-15.0</c:v>
                </c:pt>
                <c:pt idx="291">
                  <c:v>-14.5</c:v>
                </c:pt>
                <c:pt idx="292">
                  <c:v>-14.0</c:v>
                </c:pt>
                <c:pt idx="293">
                  <c:v>-13.5</c:v>
                </c:pt>
                <c:pt idx="294">
                  <c:v>-13.0</c:v>
                </c:pt>
                <c:pt idx="295">
                  <c:v>-12.5</c:v>
                </c:pt>
                <c:pt idx="296">
                  <c:v>-12.0</c:v>
                </c:pt>
                <c:pt idx="297">
                  <c:v>-11.5</c:v>
                </c:pt>
                <c:pt idx="298">
                  <c:v>-11.0</c:v>
                </c:pt>
                <c:pt idx="299">
                  <c:v>-10.5</c:v>
                </c:pt>
                <c:pt idx="300">
                  <c:v>-10.0</c:v>
                </c:pt>
                <c:pt idx="301">
                  <c:v>-9.5</c:v>
                </c:pt>
                <c:pt idx="302">
                  <c:v>-9.0</c:v>
                </c:pt>
                <c:pt idx="303">
                  <c:v>-8.5</c:v>
                </c:pt>
                <c:pt idx="304">
                  <c:v>-8.0</c:v>
                </c:pt>
                <c:pt idx="305">
                  <c:v>-7.5</c:v>
                </c:pt>
                <c:pt idx="306">
                  <c:v>-7.0</c:v>
                </c:pt>
                <c:pt idx="307">
                  <c:v>-6.5</c:v>
                </c:pt>
                <c:pt idx="308">
                  <c:v>-6.0</c:v>
                </c:pt>
                <c:pt idx="309">
                  <c:v>-5.5</c:v>
                </c:pt>
                <c:pt idx="310">
                  <c:v>-5.0</c:v>
                </c:pt>
                <c:pt idx="311">
                  <c:v>-4.5</c:v>
                </c:pt>
                <c:pt idx="312">
                  <c:v>-4.0</c:v>
                </c:pt>
                <c:pt idx="313">
                  <c:v>-3.5</c:v>
                </c:pt>
                <c:pt idx="314">
                  <c:v>-3.0</c:v>
                </c:pt>
                <c:pt idx="315">
                  <c:v>-2.5</c:v>
                </c:pt>
                <c:pt idx="316">
                  <c:v>-2.0</c:v>
                </c:pt>
                <c:pt idx="317">
                  <c:v>-1.5</c:v>
                </c:pt>
                <c:pt idx="318">
                  <c:v>-1.0</c:v>
                </c:pt>
                <c:pt idx="319">
                  <c:v>-0.5</c:v>
                </c:pt>
                <c:pt idx="320">
                  <c:v>-0.0</c:v>
                </c:pt>
              </c:numCache>
            </c:numRef>
          </c:xVal>
          <c:yVal>
            <c:numRef>
              <c:f>Sheet1!$B$2:$B$322</c:f>
              <c:numCache>
                <c:formatCode>General</c:formatCode>
                <c:ptCount val="321"/>
                <c:pt idx="0">
                  <c:v>100.0</c:v>
                </c:pt>
                <c:pt idx="1">
                  <c:v>100.0</c:v>
                </c:pt>
                <c:pt idx="2">
                  <c:v>100.0</c:v>
                </c:pt>
                <c:pt idx="3">
                  <c:v>100.0</c:v>
                </c:pt>
                <c:pt idx="4">
                  <c:v>100.0</c:v>
                </c:pt>
                <c:pt idx="5">
                  <c:v>100.0</c:v>
                </c:pt>
                <c:pt idx="6">
                  <c:v>100.0</c:v>
                </c:pt>
                <c:pt idx="7">
                  <c:v>100.0</c:v>
                </c:pt>
                <c:pt idx="8">
                  <c:v>100.0</c:v>
                </c:pt>
                <c:pt idx="9">
                  <c:v>100.0</c:v>
                </c:pt>
                <c:pt idx="10">
                  <c:v>100.0</c:v>
                </c:pt>
                <c:pt idx="11">
                  <c:v>100.0</c:v>
                </c:pt>
                <c:pt idx="12">
                  <c:v>100.0</c:v>
                </c:pt>
                <c:pt idx="13">
                  <c:v>100.0</c:v>
                </c:pt>
                <c:pt idx="14">
                  <c:v>100.0</c:v>
                </c:pt>
                <c:pt idx="15">
                  <c:v>100.0</c:v>
                </c:pt>
                <c:pt idx="16">
                  <c:v>100.0</c:v>
                </c:pt>
                <c:pt idx="17">
                  <c:v>100.0</c:v>
                </c:pt>
                <c:pt idx="18">
                  <c:v>100.0</c:v>
                </c:pt>
                <c:pt idx="19">
                  <c:v>100.0</c:v>
                </c:pt>
                <c:pt idx="20">
                  <c:v>100.0</c:v>
                </c:pt>
                <c:pt idx="21">
                  <c:v>100.0</c:v>
                </c:pt>
                <c:pt idx="22">
                  <c:v>100.0</c:v>
                </c:pt>
                <c:pt idx="23">
                  <c:v>100.0</c:v>
                </c:pt>
                <c:pt idx="24">
                  <c:v>100.0</c:v>
                </c:pt>
                <c:pt idx="25">
                  <c:v>100.0</c:v>
                </c:pt>
                <c:pt idx="26">
                  <c:v>100.0</c:v>
                </c:pt>
                <c:pt idx="27">
                  <c:v>100.0</c:v>
                </c:pt>
                <c:pt idx="28">
                  <c:v>100.0</c:v>
                </c:pt>
                <c:pt idx="29">
                  <c:v>100.0</c:v>
                </c:pt>
                <c:pt idx="30">
                  <c:v>100.0</c:v>
                </c:pt>
                <c:pt idx="31">
                  <c:v>100.0</c:v>
                </c:pt>
                <c:pt idx="32">
                  <c:v>100.0</c:v>
                </c:pt>
                <c:pt idx="33">
                  <c:v>100.0</c:v>
                </c:pt>
                <c:pt idx="34">
                  <c:v>100.0</c:v>
                </c:pt>
                <c:pt idx="35">
                  <c:v>100.0</c:v>
                </c:pt>
                <c:pt idx="36">
                  <c:v>100.0</c:v>
                </c:pt>
                <c:pt idx="37">
                  <c:v>100.0</c:v>
                </c:pt>
                <c:pt idx="38">
                  <c:v>100.0</c:v>
                </c:pt>
                <c:pt idx="39">
                  <c:v>100.0</c:v>
                </c:pt>
                <c:pt idx="40">
                  <c:v>100.0</c:v>
                </c:pt>
                <c:pt idx="41">
                  <c:v>100.0</c:v>
                </c:pt>
                <c:pt idx="42">
                  <c:v>100.0</c:v>
                </c:pt>
                <c:pt idx="43">
                  <c:v>100.0</c:v>
                </c:pt>
                <c:pt idx="44">
                  <c:v>100.0</c:v>
                </c:pt>
                <c:pt idx="45">
                  <c:v>100.0</c:v>
                </c:pt>
                <c:pt idx="46">
                  <c:v>100.0</c:v>
                </c:pt>
                <c:pt idx="47">
                  <c:v>100.0</c:v>
                </c:pt>
                <c:pt idx="48">
                  <c:v>100.0</c:v>
                </c:pt>
                <c:pt idx="49">
                  <c:v>100.0</c:v>
                </c:pt>
                <c:pt idx="50">
                  <c:v>100.0</c:v>
                </c:pt>
                <c:pt idx="51">
                  <c:v>100.0</c:v>
                </c:pt>
                <c:pt idx="52">
                  <c:v>100.0</c:v>
                </c:pt>
                <c:pt idx="53">
                  <c:v>100.0</c:v>
                </c:pt>
                <c:pt idx="54">
                  <c:v>100.0</c:v>
                </c:pt>
                <c:pt idx="55">
                  <c:v>100.0</c:v>
                </c:pt>
                <c:pt idx="56">
                  <c:v>100.0</c:v>
                </c:pt>
                <c:pt idx="57">
                  <c:v>100.0</c:v>
                </c:pt>
                <c:pt idx="58">
                  <c:v>100.0</c:v>
                </c:pt>
                <c:pt idx="59">
                  <c:v>100.0</c:v>
                </c:pt>
                <c:pt idx="60">
                  <c:v>100.0</c:v>
                </c:pt>
                <c:pt idx="61">
                  <c:v>100.0</c:v>
                </c:pt>
                <c:pt idx="62">
                  <c:v>100.0</c:v>
                </c:pt>
                <c:pt idx="63">
                  <c:v>100.0</c:v>
                </c:pt>
                <c:pt idx="64">
                  <c:v>100.0</c:v>
                </c:pt>
                <c:pt idx="65">
                  <c:v>100.0</c:v>
                </c:pt>
                <c:pt idx="66">
                  <c:v>100.0</c:v>
                </c:pt>
                <c:pt idx="67">
                  <c:v>100.0</c:v>
                </c:pt>
                <c:pt idx="68">
                  <c:v>100.0</c:v>
                </c:pt>
                <c:pt idx="69">
                  <c:v>100.0</c:v>
                </c:pt>
                <c:pt idx="70">
                  <c:v>100.0</c:v>
                </c:pt>
                <c:pt idx="71">
                  <c:v>100.0</c:v>
                </c:pt>
                <c:pt idx="72">
                  <c:v>100.0</c:v>
                </c:pt>
                <c:pt idx="73">
                  <c:v>100.0</c:v>
                </c:pt>
                <c:pt idx="74">
                  <c:v>100.0</c:v>
                </c:pt>
                <c:pt idx="75">
                  <c:v>100.0</c:v>
                </c:pt>
                <c:pt idx="76">
                  <c:v>100.0</c:v>
                </c:pt>
                <c:pt idx="77">
                  <c:v>100.0</c:v>
                </c:pt>
                <c:pt idx="78">
                  <c:v>100.0</c:v>
                </c:pt>
                <c:pt idx="79">
                  <c:v>100.0</c:v>
                </c:pt>
                <c:pt idx="80">
                  <c:v>100.0</c:v>
                </c:pt>
                <c:pt idx="81">
                  <c:v>100.0</c:v>
                </c:pt>
                <c:pt idx="82">
                  <c:v>100.0</c:v>
                </c:pt>
                <c:pt idx="83">
                  <c:v>100.0</c:v>
                </c:pt>
                <c:pt idx="84">
                  <c:v>100.0</c:v>
                </c:pt>
                <c:pt idx="85">
                  <c:v>100.0</c:v>
                </c:pt>
                <c:pt idx="86">
                  <c:v>100.0</c:v>
                </c:pt>
                <c:pt idx="87">
                  <c:v>100.0</c:v>
                </c:pt>
                <c:pt idx="88">
                  <c:v>100.0</c:v>
                </c:pt>
                <c:pt idx="89">
                  <c:v>100.0</c:v>
                </c:pt>
                <c:pt idx="90">
                  <c:v>100.0</c:v>
                </c:pt>
                <c:pt idx="91">
                  <c:v>100.0</c:v>
                </c:pt>
                <c:pt idx="92">
                  <c:v>100.0</c:v>
                </c:pt>
                <c:pt idx="93">
                  <c:v>100.0</c:v>
                </c:pt>
                <c:pt idx="94">
                  <c:v>100.0</c:v>
                </c:pt>
                <c:pt idx="95">
                  <c:v>100.0</c:v>
                </c:pt>
                <c:pt idx="96">
                  <c:v>100.0</c:v>
                </c:pt>
                <c:pt idx="97">
                  <c:v>100.0</c:v>
                </c:pt>
                <c:pt idx="98">
                  <c:v>100.0</c:v>
                </c:pt>
                <c:pt idx="99">
                  <c:v>100.0</c:v>
                </c:pt>
                <c:pt idx="100">
                  <c:v>100.0</c:v>
                </c:pt>
                <c:pt idx="101">
                  <c:v>100.0</c:v>
                </c:pt>
                <c:pt idx="102">
                  <c:v>100.0</c:v>
                </c:pt>
                <c:pt idx="103">
                  <c:v>100.0</c:v>
                </c:pt>
                <c:pt idx="104">
                  <c:v>100.0</c:v>
                </c:pt>
                <c:pt idx="105">
                  <c:v>100.0</c:v>
                </c:pt>
                <c:pt idx="106">
                  <c:v>100.0</c:v>
                </c:pt>
                <c:pt idx="107">
                  <c:v>100.0</c:v>
                </c:pt>
                <c:pt idx="108">
                  <c:v>100.0</c:v>
                </c:pt>
                <c:pt idx="109">
                  <c:v>100.0</c:v>
                </c:pt>
                <c:pt idx="110">
                  <c:v>100.0</c:v>
                </c:pt>
                <c:pt idx="111">
                  <c:v>100.0</c:v>
                </c:pt>
                <c:pt idx="112">
                  <c:v>100.0</c:v>
                </c:pt>
                <c:pt idx="113">
                  <c:v>100.0</c:v>
                </c:pt>
                <c:pt idx="114">
                  <c:v>100.0</c:v>
                </c:pt>
                <c:pt idx="115">
                  <c:v>100.0</c:v>
                </c:pt>
                <c:pt idx="116">
                  <c:v>100.0</c:v>
                </c:pt>
                <c:pt idx="117">
                  <c:v>100.0</c:v>
                </c:pt>
                <c:pt idx="118">
                  <c:v>100.0</c:v>
                </c:pt>
                <c:pt idx="119">
                  <c:v>100.0</c:v>
                </c:pt>
                <c:pt idx="120">
                  <c:v>100.0</c:v>
                </c:pt>
                <c:pt idx="121">
                  <c:v>99.5</c:v>
                </c:pt>
                <c:pt idx="122">
                  <c:v>99.0</c:v>
                </c:pt>
                <c:pt idx="123">
                  <c:v>98.5</c:v>
                </c:pt>
                <c:pt idx="124">
                  <c:v>98.0</c:v>
                </c:pt>
                <c:pt idx="125">
                  <c:v>97.5</c:v>
                </c:pt>
                <c:pt idx="126">
                  <c:v>97.0</c:v>
                </c:pt>
                <c:pt idx="127">
                  <c:v>96.5</c:v>
                </c:pt>
                <c:pt idx="128">
                  <c:v>96.0</c:v>
                </c:pt>
                <c:pt idx="129">
                  <c:v>95.5</c:v>
                </c:pt>
                <c:pt idx="130">
                  <c:v>95.0</c:v>
                </c:pt>
                <c:pt idx="131">
                  <c:v>94.5</c:v>
                </c:pt>
                <c:pt idx="132">
                  <c:v>94.0</c:v>
                </c:pt>
                <c:pt idx="133">
                  <c:v>93.5</c:v>
                </c:pt>
                <c:pt idx="134">
                  <c:v>93.0</c:v>
                </c:pt>
                <c:pt idx="135">
                  <c:v>92.5</c:v>
                </c:pt>
                <c:pt idx="136">
                  <c:v>92.0</c:v>
                </c:pt>
                <c:pt idx="137">
                  <c:v>91.5</c:v>
                </c:pt>
                <c:pt idx="138">
                  <c:v>91.0</c:v>
                </c:pt>
                <c:pt idx="139">
                  <c:v>90.5</c:v>
                </c:pt>
                <c:pt idx="140">
                  <c:v>90.0</c:v>
                </c:pt>
                <c:pt idx="141">
                  <c:v>89.5</c:v>
                </c:pt>
                <c:pt idx="142">
                  <c:v>89.0</c:v>
                </c:pt>
                <c:pt idx="143">
                  <c:v>88.5</c:v>
                </c:pt>
                <c:pt idx="144">
                  <c:v>88.0</c:v>
                </c:pt>
                <c:pt idx="145">
                  <c:v>87.5</c:v>
                </c:pt>
                <c:pt idx="146">
                  <c:v>87.0</c:v>
                </c:pt>
                <c:pt idx="147">
                  <c:v>86.5</c:v>
                </c:pt>
                <c:pt idx="148">
                  <c:v>86.0</c:v>
                </c:pt>
                <c:pt idx="149">
                  <c:v>85.5</c:v>
                </c:pt>
                <c:pt idx="150">
                  <c:v>85.0</c:v>
                </c:pt>
                <c:pt idx="151">
                  <c:v>84.5</c:v>
                </c:pt>
                <c:pt idx="152">
                  <c:v>84.0</c:v>
                </c:pt>
                <c:pt idx="153">
                  <c:v>83.5</c:v>
                </c:pt>
                <c:pt idx="154">
                  <c:v>83.0</c:v>
                </c:pt>
                <c:pt idx="155">
                  <c:v>82.5</c:v>
                </c:pt>
                <c:pt idx="156">
                  <c:v>82.0</c:v>
                </c:pt>
                <c:pt idx="157">
                  <c:v>81.5</c:v>
                </c:pt>
                <c:pt idx="158">
                  <c:v>81.0</c:v>
                </c:pt>
                <c:pt idx="159">
                  <c:v>80.5</c:v>
                </c:pt>
                <c:pt idx="160">
                  <c:v>80.0</c:v>
                </c:pt>
                <c:pt idx="161">
                  <c:v>79.5</c:v>
                </c:pt>
                <c:pt idx="162">
                  <c:v>79.0</c:v>
                </c:pt>
                <c:pt idx="163">
                  <c:v>78.5</c:v>
                </c:pt>
                <c:pt idx="164">
                  <c:v>78.0</c:v>
                </c:pt>
                <c:pt idx="165">
                  <c:v>77.5</c:v>
                </c:pt>
                <c:pt idx="166">
                  <c:v>77.0</c:v>
                </c:pt>
                <c:pt idx="167">
                  <c:v>76.5</c:v>
                </c:pt>
                <c:pt idx="168">
                  <c:v>76.0</c:v>
                </c:pt>
                <c:pt idx="169">
                  <c:v>75.5</c:v>
                </c:pt>
                <c:pt idx="170">
                  <c:v>75.0</c:v>
                </c:pt>
                <c:pt idx="171">
                  <c:v>74.5</c:v>
                </c:pt>
                <c:pt idx="172">
                  <c:v>74.0</c:v>
                </c:pt>
                <c:pt idx="173">
                  <c:v>73.5</c:v>
                </c:pt>
                <c:pt idx="174">
                  <c:v>73.0</c:v>
                </c:pt>
                <c:pt idx="175">
                  <c:v>72.5</c:v>
                </c:pt>
                <c:pt idx="176">
                  <c:v>72.0</c:v>
                </c:pt>
                <c:pt idx="177">
                  <c:v>71.5</c:v>
                </c:pt>
                <c:pt idx="178">
                  <c:v>71.0</c:v>
                </c:pt>
                <c:pt idx="179">
                  <c:v>70.5</c:v>
                </c:pt>
                <c:pt idx="180">
                  <c:v>70.0</c:v>
                </c:pt>
                <c:pt idx="181">
                  <c:v>69.5</c:v>
                </c:pt>
                <c:pt idx="182">
                  <c:v>69.0</c:v>
                </c:pt>
                <c:pt idx="183">
                  <c:v>68.5</c:v>
                </c:pt>
                <c:pt idx="184">
                  <c:v>68.0</c:v>
                </c:pt>
                <c:pt idx="185">
                  <c:v>67.5</c:v>
                </c:pt>
                <c:pt idx="186">
                  <c:v>67.0</c:v>
                </c:pt>
                <c:pt idx="187">
                  <c:v>66.5</c:v>
                </c:pt>
                <c:pt idx="188">
                  <c:v>66.0</c:v>
                </c:pt>
                <c:pt idx="189">
                  <c:v>65.5</c:v>
                </c:pt>
                <c:pt idx="190">
                  <c:v>65.0</c:v>
                </c:pt>
                <c:pt idx="191">
                  <c:v>64.5</c:v>
                </c:pt>
                <c:pt idx="192">
                  <c:v>64.0</c:v>
                </c:pt>
                <c:pt idx="193">
                  <c:v>63.5</c:v>
                </c:pt>
                <c:pt idx="194">
                  <c:v>63.0</c:v>
                </c:pt>
                <c:pt idx="195">
                  <c:v>62.5</c:v>
                </c:pt>
                <c:pt idx="196">
                  <c:v>62.0</c:v>
                </c:pt>
                <c:pt idx="197">
                  <c:v>61.5</c:v>
                </c:pt>
                <c:pt idx="198">
                  <c:v>61.0</c:v>
                </c:pt>
                <c:pt idx="199">
                  <c:v>60.5</c:v>
                </c:pt>
                <c:pt idx="200">
                  <c:v>60.0</c:v>
                </c:pt>
                <c:pt idx="201">
                  <c:v>59.5</c:v>
                </c:pt>
                <c:pt idx="202">
                  <c:v>59.0</c:v>
                </c:pt>
                <c:pt idx="203">
                  <c:v>58.5</c:v>
                </c:pt>
                <c:pt idx="204">
                  <c:v>58.0</c:v>
                </c:pt>
                <c:pt idx="205">
                  <c:v>57.5</c:v>
                </c:pt>
                <c:pt idx="206">
                  <c:v>57.0</c:v>
                </c:pt>
                <c:pt idx="207">
                  <c:v>56.5</c:v>
                </c:pt>
                <c:pt idx="208">
                  <c:v>56.0</c:v>
                </c:pt>
                <c:pt idx="209">
                  <c:v>55.5</c:v>
                </c:pt>
                <c:pt idx="210">
                  <c:v>55.0</c:v>
                </c:pt>
                <c:pt idx="211">
                  <c:v>54.5</c:v>
                </c:pt>
                <c:pt idx="212">
                  <c:v>54.0</c:v>
                </c:pt>
                <c:pt idx="213">
                  <c:v>53.5</c:v>
                </c:pt>
                <c:pt idx="214">
                  <c:v>53.0</c:v>
                </c:pt>
                <c:pt idx="215">
                  <c:v>52.5</c:v>
                </c:pt>
                <c:pt idx="216">
                  <c:v>52.0</c:v>
                </c:pt>
                <c:pt idx="217">
                  <c:v>51.5</c:v>
                </c:pt>
                <c:pt idx="218">
                  <c:v>51.0</c:v>
                </c:pt>
                <c:pt idx="219">
                  <c:v>50.5</c:v>
                </c:pt>
                <c:pt idx="220">
                  <c:v>50.0</c:v>
                </c:pt>
                <c:pt idx="221">
                  <c:v>49.5</c:v>
                </c:pt>
                <c:pt idx="222">
                  <c:v>49.0</c:v>
                </c:pt>
                <c:pt idx="223">
                  <c:v>48.5</c:v>
                </c:pt>
                <c:pt idx="224">
                  <c:v>48.0</c:v>
                </c:pt>
                <c:pt idx="225">
                  <c:v>47.5</c:v>
                </c:pt>
                <c:pt idx="226">
                  <c:v>47.0</c:v>
                </c:pt>
                <c:pt idx="227">
                  <c:v>46.5</c:v>
                </c:pt>
                <c:pt idx="228">
                  <c:v>46.0</c:v>
                </c:pt>
                <c:pt idx="229">
                  <c:v>45.5</c:v>
                </c:pt>
                <c:pt idx="230">
                  <c:v>45.0</c:v>
                </c:pt>
                <c:pt idx="231">
                  <c:v>44.5</c:v>
                </c:pt>
                <c:pt idx="232">
                  <c:v>44.0</c:v>
                </c:pt>
                <c:pt idx="233">
                  <c:v>43.5</c:v>
                </c:pt>
                <c:pt idx="234">
                  <c:v>43.0</c:v>
                </c:pt>
                <c:pt idx="235">
                  <c:v>42.5</c:v>
                </c:pt>
                <c:pt idx="236">
                  <c:v>42.0</c:v>
                </c:pt>
                <c:pt idx="237">
                  <c:v>41.5</c:v>
                </c:pt>
                <c:pt idx="238">
                  <c:v>41.0</c:v>
                </c:pt>
                <c:pt idx="239">
                  <c:v>40.5</c:v>
                </c:pt>
                <c:pt idx="240">
                  <c:v>40.0</c:v>
                </c:pt>
                <c:pt idx="241">
                  <c:v>39.5</c:v>
                </c:pt>
                <c:pt idx="242">
                  <c:v>39.0</c:v>
                </c:pt>
                <c:pt idx="243">
                  <c:v>38.5</c:v>
                </c:pt>
                <c:pt idx="244">
                  <c:v>38.0</c:v>
                </c:pt>
                <c:pt idx="245">
                  <c:v>37.5</c:v>
                </c:pt>
                <c:pt idx="246">
                  <c:v>37.0</c:v>
                </c:pt>
                <c:pt idx="247">
                  <c:v>36.5</c:v>
                </c:pt>
                <c:pt idx="248">
                  <c:v>36.0</c:v>
                </c:pt>
                <c:pt idx="249">
                  <c:v>35.5</c:v>
                </c:pt>
                <c:pt idx="250">
                  <c:v>35.0</c:v>
                </c:pt>
                <c:pt idx="251">
                  <c:v>34.5</c:v>
                </c:pt>
                <c:pt idx="252">
                  <c:v>34.0</c:v>
                </c:pt>
                <c:pt idx="253">
                  <c:v>33.5</c:v>
                </c:pt>
                <c:pt idx="254">
                  <c:v>33.0</c:v>
                </c:pt>
                <c:pt idx="255">
                  <c:v>32.5</c:v>
                </c:pt>
                <c:pt idx="256">
                  <c:v>32.0</c:v>
                </c:pt>
                <c:pt idx="257">
                  <c:v>31.5</c:v>
                </c:pt>
                <c:pt idx="258">
                  <c:v>31.0</c:v>
                </c:pt>
                <c:pt idx="259">
                  <c:v>30.5</c:v>
                </c:pt>
                <c:pt idx="260">
                  <c:v>30.0</c:v>
                </c:pt>
                <c:pt idx="261">
                  <c:v>29.5</c:v>
                </c:pt>
                <c:pt idx="262">
                  <c:v>29.0</c:v>
                </c:pt>
                <c:pt idx="263">
                  <c:v>28.5</c:v>
                </c:pt>
                <c:pt idx="264">
                  <c:v>28.0</c:v>
                </c:pt>
                <c:pt idx="265">
                  <c:v>27.5</c:v>
                </c:pt>
                <c:pt idx="266">
                  <c:v>27.0</c:v>
                </c:pt>
                <c:pt idx="267">
                  <c:v>26.5</c:v>
                </c:pt>
                <c:pt idx="268">
                  <c:v>26.0</c:v>
                </c:pt>
                <c:pt idx="269">
                  <c:v>25.5</c:v>
                </c:pt>
                <c:pt idx="270">
                  <c:v>25.0</c:v>
                </c:pt>
                <c:pt idx="271">
                  <c:v>24.5</c:v>
                </c:pt>
                <c:pt idx="272">
                  <c:v>24.0</c:v>
                </c:pt>
                <c:pt idx="273">
                  <c:v>23.5</c:v>
                </c:pt>
                <c:pt idx="274">
                  <c:v>23.0</c:v>
                </c:pt>
                <c:pt idx="275">
                  <c:v>22.5</c:v>
                </c:pt>
                <c:pt idx="276">
                  <c:v>22.0</c:v>
                </c:pt>
                <c:pt idx="277">
                  <c:v>21.5</c:v>
                </c:pt>
                <c:pt idx="278">
                  <c:v>21.0</c:v>
                </c:pt>
                <c:pt idx="279">
                  <c:v>20.5</c:v>
                </c:pt>
                <c:pt idx="280">
                  <c:v>20.0</c:v>
                </c:pt>
                <c:pt idx="281">
                  <c:v>19.5</c:v>
                </c:pt>
                <c:pt idx="282">
                  <c:v>19.0</c:v>
                </c:pt>
                <c:pt idx="283">
                  <c:v>18.5</c:v>
                </c:pt>
                <c:pt idx="284">
                  <c:v>18.0</c:v>
                </c:pt>
                <c:pt idx="285">
                  <c:v>17.5</c:v>
                </c:pt>
                <c:pt idx="286">
                  <c:v>17.0</c:v>
                </c:pt>
                <c:pt idx="287">
                  <c:v>16.5</c:v>
                </c:pt>
                <c:pt idx="288">
                  <c:v>16.0</c:v>
                </c:pt>
                <c:pt idx="289">
                  <c:v>15.5</c:v>
                </c:pt>
                <c:pt idx="290">
                  <c:v>15.0</c:v>
                </c:pt>
                <c:pt idx="291">
                  <c:v>14.5</c:v>
                </c:pt>
                <c:pt idx="292">
                  <c:v>14.0</c:v>
                </c:pt>
                <c:pt idx="293">
                  <c:v>13.5</c:v>
                </c:pt>
                <c:pt idx="294">
                  <c:v>13.0</c:v>
                </c:pt>
                <c:pt idx="295">
                  <c:v>12.5</c:v>
                </c:pt>
                <c:pt idx="296">
                  <c:v>12.0</c:v>
                </c:pt>
                <c:pt idx="297">
                  <c:v>11.5</c:v>
                </c:pt>
                <c:pt idx="298">
                  <c:v>11.0</c:v>
                </c:pt>
                <c:pt idx="299">
                  <c:v>10.5</c:v>
                </c:pt>
                <c:pt idx="300">
                  <c:v>10.0</c:v>
                </c:pt>
                <c:pt idx="301">
                  <c:v>9.5</c:v>
                </c:pt>
                <c:pt idx="302">
                  <c:v>9.0</c:v>
                </c:pt>
                <c:pt idx="303">
                  <c:v>8.5</c:v>
                </c:pt>
                <c:pt idx="304">
                  <c:v>8.0</c:v>
                </c:pt>
                <c:pt idx="305">
                  <c:v>7.5</c:v>
                </c:pt>
                <c:pt idx="306">
                  <c:v>7.0</c:v>
                </c:pt>
                <c:pt idx="307">
                  <c:v>6.5</c:v>
                </c:pt>
                <c:pt idx="308">
                  <c:v>6.0</c:v>
                </c:pt>
                <c:pt idx="309">
                  <c:v>5.5</c:v>
                </c:pt>
                <c:pt idx="310">
                  <c:v>5.0</c:v>
                </c:pt>
                <c:pt idx="311">
                  <c:v>4.5</c:v>
                </c:pt>
                <c:pt idx="312">
                  <c:v>4.0</c:v>
                </c:pt>
                <c:pt idx="313">
                  <c:v>3.5</c:v>
                </c:pt>
                <c:pt idx="314">
                  <c:v>3.0</c:v>
                </c:pt>
                <c:pt idx="315">
                  <c:v>2.5</c:v>
                </c:pt>
                <c:pt idx="316">
                  <c:v>2.0</c:v>
                </c:pt>
                <c:pt idx="317">
                  <c:v>1.5</c:v>
                </c:pt>
                <c:pt idx="318">
                  <c:v>1.0</c:v>
                </c:pt>
                <c:pt idx="319">
                  <c:v>0.5</c:v>
                </c:pt>
                <c:pt idx="320">
                  <c:v>0.0</c:v>
                </c:pt>
              </c:numCache>
            </c:numRef>
          </c:yVal>
          <c:smooth val="0"/>
        </c:ser>
        <c:ser>
          <c:idx val="1"/>
          <c:order val="1"/>
          <c:tx>
            <c:strRef>
              <c:f>Sheet1!$B$324</c:f>
              <c:strCache>
                <c:ptCount val="1"/>
                <c:pt idx="0">
                  <c:v>Model estimate</c:v>
                </c:pt>
              </c:strCache>
            </c:strRef>
          </c:tx>
          <c:spPr>
            <a:ln w="19050">
              <a:solidFill>
                <a:srgbClr val="9CC9C4"/>
              </a:solidFill>
            </a:ln>
          </c:spPr>
          <c:marker>
            <c:symbol val="none"/>
          </c:marker>
          <c:xVal>
            <c:numRef>
              <c:f>Sheet1!$A$325:$A$645</c:f>
              <c:numCache>
                <c:formatCode>General</c:formatCode>
                <c:ptCount val="321"/>
                <c:pt idx="0">
                  <c:v>-160.0</c:v>
                </c:pt>
                <c:pt idx="1">
                  <c:v>-159.5</c:v>
                </c:pt>
                <c:pt idx="2">
                  <c:v>-159.0</c:v>
                </c:pt>
                <c:pt idx="3">
                  <c:v>-158.5</c:v>
                </c:pt>
                <c:pt idx="4">
                  <c:v>-158.0</c:v>
                </c:pt>
                <c:pt idx="5">
                  <c:v>-157.5</c:v>
                </c:pt>
                <c:pt idx="6">
                  <c:v>-157.0</c:v>
                </c:pt>
                <c:pt idx="7">
                  <c:v>-156.5</c:v>
                </c:pt>
                <c:pt idx="8">
                  <c:v>-156.0</c:v>
                </c:pt>
                <c:pt idx="9">
                  <c:v>-155.5</c:v>
                </c:pt>
                <c:pt idx="10">
                  <c:v>-155.0</c:v>
                </c:pt>
                <c:pt idx="11">
                  <c:v>-154.5</c:v>
                </c:pt>
                <c:pt idx="12">
                  <c:v>-154.0</c:v>
                </c:pt>
                <c:pt idx="13">
                  <c:v>-153.5</c:v>
                </c:pt>
                <c:pt idx="14">
                  <c:v>-153.0</c:v>
                </c:pt>
                <c:pt idx="15">
                  <c:v>-152.5</c:v>
                </c:pt>
                <c:pt idx="16">
                  <c:v>-152.0</c:v>
                </c:pt>
                <c:pt idx="17">
                  <c:v>-151.5</c:v>
                </c:pt>
                <c:pt idx="18">
                  <c:v>-151.0</c:v>
                </c:pt>
                <c:pt idx="19">
                  <c:v>-150.5</c:v>
                </c:pt>
                <c:pt idx="20">
                  <c:v>-150.0</c:v>
                </c:pt>
                <c:pt idx="21">
                  <c:v>-149.5</c:v>
                </c:pt>
                <c:pt idx="22">
                  <c:v>-149.0</c:v>
                </c:pt>
                <c:pt idx="23">
                  <c:v>-148.5</c:v>
                </c:pt>
                <c:pt idx="24">
                  <c:v>-148.0</c:v>
                </c:pt>
                <c:pt idx="25">
                  <c:v>-147.5</c:v>
                </c:pt>
                <c:pt idx="26">
                  <c:v>-147.0</c:v>
                </c:pt>
                <c:pt idx="27">
                  <c:v>-146.5</c:v>
                </c:pt>
                <c:pt idx="28">
                  <c:v>-146.0</c:v>
                </c:pt>
                <c:pt idx="29">
                  <c:v>-145.5</c:v>
                </c:pt>
                <c:pt idx="30">
                  <c:v>-145.0</c:v>
                </c:pt>
                <c:pt idx="31">
                  <c:v>-144.5</c:v>
                </c:pt>
                <c:pt idx="32">
                  <c:v>-144.0</c:v>
                </c:pt>
                <c:pt idx="33">
                  <c:v>-143.5</c:v>
                </c:pt>
                <c:pt idx="34">
                  <c:v>-143.0</c:v>
                </c:pt>
                <c:pt idx="35">
                  <c:v>-142.5</c:v>
                </c:pt>
                <c:pt idx="36">
                  <c:v>-142.0</c:v>
                </c:pt>
                <c:pt idx="37">
                  <c:v>-141.5</c:v>
                </c:pt>
                <c:pt idx="38">
                  <c:v>-141.0</c:v>
                </c:pt>
                <c:pt idx="39">
                  <c:v>-140.5</c:v>
                </c:pt>
                <c:pt idx="40">
                  <c:v>-140.0</c:v>
                </c:pt>
                <c:pt idx="41">
                  <c:v>-139.5</c:v>
                </c:pt>
                <c:pt idx="42">
                  <c:v>-139.0</c:v>
                </c:pt>
                <c:pt idx="43">
                  <c:v>-138.5</c:v>
                </c:pt>
                <c:pt idx="44">
                  <c:v>-138.0</c:v>
                </c:pt>
                <c:pt idx="45">
                  <c:v>-137.5</c:v>
                </c:pt>
                <c:pt idx="46">
                  <c:v>-137.0</c:v>
                </c:pt>
                <c:pt idx="47">
                  <c:v>-136.5</c:v>
                </c:pt>
                <c:pt idx="48">
                  <c:v>-136.0</c:v>
                </c:pt>
                <c:pt idx="49">
                  <c:v>-135.5</c:v>
                </c:pt>
                <c:pt idx="50">
                  <c:v>-135.0</c:v>
                </c:pt>
                <c:pt idx="51">
                  <c:v>-134.5</c:v>
                </c:pt>
                <c:pt idx="52">
                  <c:v>-134.0</c:v>
                </c:pt>
                <c:pt idx="53">
                  <c:v>-133.5</c:v>
                </c:pt>
                <c:pt idx="54">
                  <c:v>-133.0</c:v>
                </c:pt>
                <c:pt idx="55">
                  <c:v>-132.5</c:v>
                </c:pt>
                <c:pt idx="56">
                  <c:v>-132.0</c:v>
                </c:pt>
                <c:pt idx="57">
                  <c:v>-131.5</c:v>
                </c:pt>
                <c:pt idx="58">
                  <c:v>-131.0</c:v>
                </c:pt>
                <c:pt idx="59">
                  <c:v>-130.5</c:v>
                </c:pt>
                <c:pt idx="60">
                  <c:v>-130.0</c:v>
                </c:pt>
                <c:pt idx="61">
                  <c:v>-129.5</c:v>
                </c:pt>
                <c:pt idx="62">
                  <c:v>-129.0</c:v>
                </c:pt>
                <c:pt idx="63">
                  <c:v>-128.5</c:v>
                </c:pt>
                <c:pt idx="64">
                  <c:v>-128.0</c:v>
                </c:pt>
                <c:pt idx="65">
                  <c:v>-127.5</c:v>
                </c:pt>
                <c:pt idx="66">
                  <c:v>-127.0</c:v>
                </c:pt>
                <c:pt idx="67">
                  <c:v>-126.5</c:v>
                </c:pt>
                <c:pt idx="68">
                  <c:v>-126.0</c:v>
                </c:pt>
                <c:pt idx="69">
                  <c:v>-125.5</c:v>
                </c:pt>
                <c:pt idx="70">
                  <c:v>-125.0</c:v>
                </c:pt>
                <c:pt idx="71">
                  <c:v>-124.5</c:v>
                </c:pt>
                <c:pt idx="72">
                  <c:v>-124.0</c:v>
                </c:pt>
                <c:pt idx="73">
                  <c:v>-123.5</c:v>
                </c:pt>
                <c:pt idx="74">
                  <c:v>-123.0</c:v>
                </c:pt>
                <c:pt idx="75">
                  <c:v>-122.5</c:v>
                </c:pt>
                <c:pt idx="76">
                  <c:v>-122.0</c:v>
                </c:pt>
                <c:pt idx="77">
                  <c:v>-121.5</c:v>
                </c:pt>
                <c:pt idx="78">
                  <c:v>-121.0</c:v>
                </c:pt>
                <c:pt idx="79">
                  <c:v>-120.5</c:v>
                </c:pt>
                <c:pt idx="80">
                  <c:v>-120.0</c:v>
                </c:pt>
                <c:pt idx="81">
                  <c:v>-119.5</c:v>
                </c:pt>
                <c:pt idx="82">
                  <c:v>-119.0</c:v>
                </c:pt>
                <c:pt idx="83">
                  <c:v>-118.5</c:v>
                </c:pt>
                <c:pt idx="84">
                  <c:v>-118.0</c:v>
                </c:pt>
                <c:pt idx="85">
                  <c:v>-117.5</c:v>
                </c:pt>
                <c:pt idx="86">
                  <c:v>-117.0</c:v>
                </c:pt>
                <c:pt idx="87">
                  <c:v>-116.5</c:v>
                </c:pt>
                <c:pt idx="88">
                  <c:v>-116.0</c:v>
                </c:pt>
                <c:pt idx="89">
                  <c:v>-115.5</c:v>
                </c:pt>
                <c:pt idx="90">
                  <c:v>-115.0</c:v>
                </c:pt>
                <c:pt idx="91">
                  <c:v>-114.5</c:v>
                </c:pt>
                <c:pt idx="92">
                  <c:v>-114.0</c:v>
                </c:pt>
                <c:pt idx="93">
                  <c:v>-113.5</c:v>
                </c:pt>
                <c:pt idx="94">
                  <c:v>-113.0</c:v>
                </c:pt>
                <c:pt idx="95">
                  <c:v>-112.5</c:v>
                </c:pt>
                <c:pt idx="96">
                  <c:v>-112.0</c:v>
                </c:pt>
                <c:pt idx="97">
                  <c:v>-111.5</c:v>
                </c:pt>
                <c:pt idx="98">
                  <c:v>-111.0</c:v>
                </c:pt>
                <c:pt idx="99">
                  <c:v>-110.5</c:v>
                </c:pt>
                <c:pt idx="100">
                  <c:v>-110.0</c:v>
                </c:pt>
                <c:pt idx="101">
                  <c:v>-109.5</c:v>
                </c:pt>
                <c:pt idx="102">
                  <c:v>-109.0</c:v>
                </c:pt>
                <c:pt idx="103">
                  <c:v>-108.5</c:v>
                </c:pt>
                <c:pt idx="104">
                  <c:v>-108.0</c:v>
                </c:pt>
                <c:pt idx="105">
                  <c:v>-107.5</c:v>
                </c:pt>
                <c:pt idx="106">
                  <c:v>-107.0</c:v>
                </c:pt>
                <c:pt idx="107">
                  <c:v>-106.5</c:v>
                </c:pt>
                <c:pt idx="108">
                  <c:v>-106.0</c:v>
                </c:pt>
                <c:pt idx="109">
                  <c:v>-105.5</c:v>
                </c:pt>
                <c:pt idx="110">
                  <c:v>-105.0</c:v>
                </c:pt>
                <c:pt idx="111">
                  <c:v>-104.5</c:v>
                </c:pt>
                <c:pt idx="112">
                  <c:v>-104.0</c:v>
                </c:pt>
                <c:pt idx="113">
                  <c:v>-103.5</c:v>
                </c:pt>
                <c:pt idx="114">
                  <c:v>-103.0</c:v>
                </c:pt>
                <c:pt idx="115">
                  <c:v>-102.5</c:v>
                </c:pt>
                <c:pt idx="116">
                  <c:v>-102.0</c:v>
                </c:pt>
                <c:pt idx="117">
                  <c:v>-101.5</c:v>
                </c:pt>
                <c:pt idx="118">
                  <c:v>-101.0</c:v>
                </c:pt>
                <c:pt idx="119">
                  <c:v>-100.5</c:v>
                </c:pt>
                <c:pt idx="120">
                  <c:v>-100.0</c:v>
                </c:pt>
                <c:pt idx="121">
                  <c:v>-99.5</c:v>
                </c:pt>
                <c:pt idx="122">
                  <c:v>-99.0</c:v>
                </c:pt>
                <c:pt idx="123">
                  <c:v>-98.5</c:v>
                </c:pt>
                <c:pt idx="124">
                  <c:v>-98.0</c:v>
                </c:pt>
                <c:pt idx="125">
                  <c:v>-97.5</c:v>
                </c:pt>
                <c:pt idx="126">
                  <c:v>-97.0</c:v>
                </c:pt>
                <c:pt idx="127">
                  <c:v>-96.5</c:v>
                </c:pt>
                <c:pt idx="128">
                  <c:v>-96.0</c:v>
                </c:pt>
                <c:pt idx="129">
                  <c:v>-95.5</c:v>
                </c:pt>
                <c:pt idx="130">
                  <c:v>-95.0</c:v>
                </c:pt>
                <c:pt idx="131">
                  <c:v>-94.5</c:v>
                </c:pt>
                <c:pt idx="132">
                  <c:v>-94.0</c:v>
                </c:pt>
                <c:pt idx="133">
                  <c:v>-93.5</c:v>
                </c:pt>
                <c:pt idx="134">
                  <c:v>-93.0</c:v>
                </c:pt>
                <c:pt idx="135">
                  <c:v>-92.5</c:v>
                </c:pt>
                <c:pt idx="136">
                  <c:v>-92.0</c:v>
                </c:pt>
                <c:pt idx="137">
                  <c:v>-91.5</c:v>
                </c:pt>
                <c:pt idx="138">
                  <c:v>-91.0</c:v>
                </c:pt>
                <c:pt idx="139">
                  <c:v>-90.5</c:v>
                </c:pt>
                <c:pt idx="140">
                  <c:v>-90.0</c:v>
                </c:pt>
                <c:pt idx="141">
                  <c:v>-89.5</c:v>
                </c:pt>
                <c:pt idx="142">
                  <c:v>-89.0</c:v>
                </c:pt>
                <c:pt idx="143">
                  <c:v>-88.5</c:v>
                </c:pt>
                <c:pt idx="144">
                  <c:v>-88.0</c:v>
                </c:pt>
                <c:pt idx="145">
                  <c:v>-87.5</c:v>
                </c:pt>
                <c:pt idx="146">
                  <c:v>-87.0</c:v>
                </c:pt>
                <c:pt idx="147">
                  <c:v>-86.5</c:v>
                </c:pt>
                <c:pt idx="148">
                  <c:v>-86.0</c:v>
                </c:pt>
                <c:pt idx="149">
                  <c:v>-85.5</c:v>
                </c:pt>
                <c:pt idx="150">
                  <c:v>-85.0</c:v>
                </c:pt>
                <c:pt idx="151">
                  <c:v>-84.5</c:v>
                </c:pt>
                <c:pt idx="152">
                  <c:v>-84.0</c:v>
                </c:pt>
                <c:pt idx="153">
                  <c:v>-83.5</c:v>
                </c:pt>
                <c:pt idx="154">
                  <c:v>-83.0</c:v>
                </c:pt>
                <c:pt idx="155">
                  <c:v>-82.5</c:v>
                </c:pt>
                <c:pt idx="156">
                  <c:v>-82.0</c:v>
                </c:pt>
                <c:pt idx="157">
                  <c:v>-81.5</c:v>
                </c:pt>
                <c:pt idx="158">
                  <c:v>-81.0</c:v>
                </c:pt>
                <c:pt idx="159">
                  <c:v>-80.5</c:v>
                </c:pt>
                <c:pt idx="160">
                  <c:v>-80.0</c:v>
                </c:pt>
                <c:pt idx="161">
                  <c:v>-79.5</c:v>
                </c:pt>
                <c:pt idx="162">
                  <c:v>-79.0</c:v>
                </c:pt>
                <c:pt idx="163">
                  <c:v>-78.5</c:v>
                </c:pt>
                <c:pt idx="164">
                  <c:v>-78.0</c:v>
                </c:pt>
                <c:pt idx="165">
                  <c:v>-77.5</c:v>
                </c:pt>
                <c:pt idx="166">
                  <c:v>-77.0</c:v>
                </c:pt>
                <c:pt idx="167">
                  <c:v>-76.5</c:v>
                </c:pt>
                <c:pt idx="168">
                  <c:v>-76.0</c:v>
                </c:pt>
                <c:pt idx="169">
                  <c:v>-75.5</c:v>
                </c:pt>
                <c:pt idx="170">
                  <c:v>-75.0</c:v>
                </c:pt>
                <c:pt idx="171">
                  <c:v>-74.5</c:v>
                </c:pt>
                <c:pt idx="172">
                  <c:v>-74.0</c:v>
                </c:pt>
                <c:pt idx="173">
                  <c:v>-73.5</c:v>
                </c:pt>
                <c:pt idx="174">
                  <c:v>-73.0</c:v>
                </c:pt>
                <c:pt idx="175">
                  <c:v>-72.5</c:v>
                </c:pt>
                <c:pt idx="176">
                  <c:v>-72.0</c:v>
                </c:pt>
                <c:pt idx="177">
                  <c:v>-71.5</c:v>
                </c:pt>
                <c:pt idx="178">
                  <c:v>-71.0</c:v>
                </c:pt>
                <c:pt idx="179">
                  <c:v>-70.5</c:v>
                </c:pt>
                <c:pt idx="180">
                  <c:v>-70.0</c:v>
                </c:pt>
                <c:pt idx="181">
                  <c:v>-69.5</c:v>
                </c:pt>
                <c:pt idx="182">
                  <c:v>-69.0</c:v>
                </c:pt>
                <c:pt idx="183">
                  <c:v>-68.5</c:v>
                </c:pt>
                <c:pt idx="184">
                  <c:v>-68.0</c:v>
                </c:pt>
                <c:pt idx="185">
                  <c:v>-67.5</c:v>
                </c:pt>
                <c:pt idx="186">
                  <c:v>-67.0</c:v>
                </c:pt>
                <c:pt idx="187">
                  <c:v>-66.5</c:v>
                </c:pt>
                <c:pt idx="188">
                  <c:v>-66.0</c:v>
                </c:pt>
                <c:pt idx="189">
                  <c:v>-65.5</c:v>
                </c:pt>
                <c:pt idx="190">
                  <c:v>-65.0</c:v>
                </c:pt>
                <c:pt idx="191">
                  <c:v>-64.5</c:v>
                </c:pt>
                <c:pt idx="192">
                  <c:v>-64.0</c:v>
                </c:pt>
                <c:pt idx="193">
                  <c:v>-63.5</c:v>
                </c:pt>
                <c:pt idx="194">
                  <c:v>-63.0</c:v>
                </c:pt>
                <c:pt idx="195">
                  <c:v>-62.5</c:v>
                </c:pt>
                <c:pt idx="196">
                  <c:v>-62.0</c:v>
                </c:pt>
                <c:pt idx="197">
                  <c:v>-61.5</c:v>
                </c:pt>
                <c:pt idx="198">
                  <c:v>-61.0</c:v>
                </c:pt>
                <c:pt idx="199">
                  <c:v>-60.5</c:v>
                </c:pt>
                <c:pt idx="200">
                  <c:v>-60.0</c:v>
                </c:pt>
                <c:pt idx="201">
                  <c:v>-59.5</c:v>
                </c:pt>
                <c:pt idx="202">
                  <c:v>-59.0</c:v>
                </c:pt>
                <c:pt idx="203">
                  <c:v>-58.5</c:v>
                </c:pt>
                <c:pt idx="204">
                  <c:v>-58.0</c:v>
                </c:pt>
                <c:pt idx="205">
                  <c:v>-57.5</c:v>
                </c:pt>
                <c:pt idx="206">
                  <c:v>-57.0</c:v>
                </c:pt>
                <c:pt idx="207">
                  <c:v>-56.5</c:v>
                </c:pt>
                <c:pt idx="208">
                  <c:v>-56.0</c:v>
                </c:pt>
                <c:pt idx="209">
                  <c:v>-55.5</c:v>
                </c:pt>
                <c:pt idx="210">
                  <c:v>-55.0</c:v>
                </c:pt>
                <c:pt idx="211">
                  <c:v>-54.5</c:v>
                </c:pt>
                <c:pt idx="212">
                  <c:v>-54.0</c:v>
                </c:pt>
                <c:pt idx="213">
                  <c:v>-53.5</c:v>
                </c:pt>
                <c:pt idx="214">
                  <c:v>-53.0</c:v>
                </c:pt>
                <c:pt idx="215">
                  <c:v>-52.5</c:v>
                </c:pt>
                <c:pt idx="216">
                  <c:v>-52.0</c:v>
                </c:pt>
                <c:pt idx="217">
                  <c:v>-51.5</c:v>
                </c:pt>
                <c:pt idx="218">
                  <c:v>-51.0</c:v>
                </c:pt>
                <c:pt idx="219">
                  <c:v>-50.5</c:v>
                </c:pt>
                <c:pt idx="220">
                  <c:v>-50.0</c:v>
                </c:pt>
                <c:pt idx="221">
                  <c:v>-49.5</c:v>
                </c:pt>
                <c:pt idx="222">
                  <c:v>-49.0</c:v>
                </c:pt>
                <c:pt idx="223">
                  <c:v>-48.5</c:v>
                </c:pt>
                <c:pt idx="224">
                  <c:v>-48.0</c:v>
                </c:pt>
                <c:pt idx="225">
                  <c:v>-47.5</c:v>
                </c:pt>
                <c:pt idx="226">
                  <c:v>-47.0</c:v>
                </c:pt>
                <c:pt idx="227">
                  <c:v>-46.5</c:v>
                </c:pt>
                <c:pt idx="228">
                  <c:v>-46.0</c:v>
                </c:pt>
                <c:pt idx="229">
                  <c:v>-45.5</c:v>
                </c:pt>
                <c:pt idx="230">
                  <c:v>-45.0</c:v>
                </c:pt>
                <c:pt idx="231">
                  <c:v>-44.5</c:v>
                </c:pt>
                <c:pt idx="232">
                  <c:v>-44.0</c:v>
                </c:pt>
                <c:pt idx="233">
                  <c:v>-43.5</c:v>
                </c:pt>
                <c:pt idx="234">
                  <c:v>-43.0</c:v>
                </c:pt>
                <c:pt idx="235">
                  <c:v>-42.5</c:v>
                </c:pt>
                <c:pt idx="236">
                  <c:v>-42.0</c:v>
                </c:pt>
                <c:pt idx="237">
                  <c:v>-41.5</c:v>
                </c:pt>
                <c:pt idx="238">
                  <c:v>-41.0</c:v>
                </c:pt>
                <c:pt idx="239">
                  <c:v>-40.5</c:v>
                </c:pt>
                <c:pt idx="240">
                  <c:v>-40.0</c:v>
                </c:pt>
                <c:pt idx="241">
                  <c:v>-39.5</c:v>
                </c:pt>
                <c:pt idx="242">
                  <c:v>-39.0</c:v>
                </c:pt>
                <c:pt idx="243">
                  <c:v>-38.5</c:v>
                </c:pt>
                <c:pt idx="244">
                  <c:v>-38.0</c:v>
                </c:pt>
                <c:pt idx="245">
                  <c:v>-37.5</c:v>
                </c:pt>
                <c:pt idx="246">
                  <c:v>-37.0</c:v>
                </c:pt>
                <c:pt idx="247">
                  <c:v>-36.5</c:v>
                </c:pt>
                <c:pt idx="248">
                  <c:v>-36.0</c:v>
                </c:pt>
                <c:pt idx="249">
                  <c:v>-35.5</c:v>
                </c:pt>
                <c:pt idx="250">
                  <c:v>-35.0</c:v>
                </c:pt>
                <c:pt idx="251">
                  <c:v>-34.5</c:v>
                </c:pt>
                <c:pt idx="252">
                  <c:v>-34.0</c:v>
                </c:pt>
                <c:pt idx="253">
                  <c:v>-33.5</c:v>
                </c:pt>
                <c:pt idx="254">
                  <c:v>-33.0</c:v>
                </c:pt>
                <c:pt idx="255">
                  <c:v>-32.5</c:v>
                </c:pt>
                <c:pt idx="256">
                  <c:v>-32.0</c:v>
                </c:pt>
                <c:pt idx="257">
                  <c:v>-31.5</c:v>
                </c:pt>
                <c:pt idx="258">
                  <c:v>-31.0</c:v>
                </c:pt>
                <c:pt idx="259">
                  <c:v>-30.5</c:v>
                </c:pt>
                <c:pt idx="260">
                  <c:v>-30.0</c:v>
                </c:pt>
                <c:pt idx="261">
                  <c:v>-29.5</c:v>
                </c:pt>
                <c:pt idx="262">
                  <c:v>-29.0</c:v>
                </c:pt>
                <c:pt idx="263">
                  <c:v>-28.5</c:v>
                </c:pt>
                <c:pt idx="264">
                  <c:v>-28.0</c:v>
                </c:pt>
                <c:pt idx="265">
                  <c:v>-27.5</c:v>
                </c:pt>
                <c:pt idx="266">
                  <c:v>-27.0</c:v>
                </c:pt>
                <c:pt idx="267">
                  <c:v>-26.5</c:v>
                </c:pt>
                <c:pt idx="268">
                  <c:v>-26.0</c:v>
                </c:pt>
                <c:pt idx="269">
                  <c:v>-25.5</c:v>
                </c:pt>
                <c:pt idx="270">
                  <c:v>-25.0</c:v>
                </c:pt>
                <c:pt idx="271">
                  <c:v>-24.5</c:v>
                </c:pt>
                <c:pt idx="272">
                  <c:v>-24.0</c:v>
                </c:pt>
                <c:pt idx="273">
                  <c:v>-23.5</c:v>
                </c:pt>
                <c:pt idx="274">
                  <c:v>-23.0</c:v>
                </c:pt>
                <c:pt idx="275">
                  <c:v>-22.5</c:v>
                </c:pt>
                <c:pt idx="276">
                  <c:v>-22.0</c:v>
                </c:pt>
                <c:pt idx="277">
                  <c:v>-21.5</c:v>
                </c:pt>
                <c:pt idx="278">
                  <c:v>-21.0</c:v>
                </c:pt>
                <c:pt idx="279">
                  <c:v>-20.5</c:v>
                </c:pt>
                <c:pt idx="280">
                  <c:v>-20.0</c:v>
                </c:pt>
                <c:pt idx="281">
                  <c:v>-19.5</c:v>
                </c:pt>
                <c:pt idx="282">
                  <c:v>-19.0</c:v>
                </c:pt>
                <c:pt idx="283">
                  <c:v>-18.5</c:v>
                </c:pt>
                <c:pt idx="284">
                  <c:v>-18.0</c:v>
                </c:pt>
                <c:pt idx="285">
                  <c:v>-17.5</c:v>
                </c:pt>
                <c:pt idx="286">
                  <c:v>-17.0</c:v>
                </c:pt>
                <c:pt idx="287">
                  <c:v>-16.5</c:v>
                </c:pt>
                <c:pt idx="288">
                  <c:v>-16.0</c:v>
                </c:pt>
                <c:pt idx="289">
                  <c:v>-15.5</c:v>
                </c:pt>
                <c:pt idx="290">
                  <c:v>-15.0</c:v>
                </c:pt>
                <c:pt idx="291">
                  <c:v>-14.5</c:v>
                </c:pt>
                <c:pt idx="292">
                  <c:v>-14.0</c:v>
                </c:pt>
                <c:pt idx="293">
                  <c:v>-13.5</c:v>
                </c:pt>
                <c:pt idx="294">
                  <c:v>-13.0</c:v>
                </c:pt>
                <c:pt idx="295">
                  <c:v>-12.5</c:v>
                </c:pt>
                <c:pt idx="296">
                  <c:v>-12.0</c:v>
                </c:pt>
                <c:pt idx="297">
                  <c:v>-11.5</c:v>
                </c:pt>
                <c:pt idx="298">
                  <c:v>-11.0</c:v>
                </c:pt>
                <c:pt idx="299">
                  <c:v>-10.5</c:v>
                </c:pt>
                <c:pt idx="300">
                  <c:v>-10.0</c:v>
                </c:pt>
                <c:pt idx="301">
                  <c:v>-9.5</c:v>
                </c:pt>
                <c:pt idx="302">
                  <c:v>-9.0</c:v>
                </c:pt>
                <c:pt idx="303">
                  <c:v>-8.5</c:v>
                </c:pt>
                <c:pt idx="304">
                  <c:v>-8.0</c:v>
                </c:pt>
                <c:pt idx="305">
                  <c:v>-7.5</c:v>
                </c:pt>
                <c:pt idx="306">
                  <c:v>-7.0</c:v>
                </c:pt>
                <c:pt idx="307">
                  <c:v>-6.5</c:v>
                </c:pt>
                <c:pt idx="308">
                  <c:v>-6.0</c:v>
                </c:pt>
                <c:pt idx="309">
                  <c:v>-5.5</c:v>
                </c:pt>
                <c:pt idx="310">
                  <c:v>-5.0</c:v>
                </c:pt>
                <c:pt idx="311">
                  <c:v>-4.5</c:v>
                </c:pt>
                <c:pt idx="312">
                  <c:v>-4.0</c:v>
                </c:pt>
                <c:pt idx="313">
                  <c:v>-3.5</c:v>
                </c:pt>
                <c:pt idx="314">
                  <c:v>-3.0</c:v>
                </c:pt>
                <c:pt idx="315">
                  <c:v>-2.5</c:v>
                </c:pt>
                <c:pt idx="316">
                  <c:v>-2.0</c:v>
                </c:pt>
                <c:pt idx="317">
                  <c:v>-1.5</c:v>
                </c:pt>
                <c:pt idx="318">
                  <c:v>-1.0</c:v>
                </c:pt>
                <c:pt idx="319">
                  <c:v>-0.5</c:v>
                </c:pt>
                <c:pt idx="320">
                  <c:v>-0.0</c:v>
                </c:pt>
              </c:numCache>
            </c:numRef>
          </c:xVal>
          <c:yVal>
            <c:numRef>
              <c:f>Sheet1!$B$325:$B$645</c:f>
              <c:numCache>
                <c:formatCode>General</c:formatCode>
                <c:ptCount val="321"/>
                <c:pt idx="0">
                  <c:v>99.1</c:v>
                </c:pt>
                <c:pt idx="1">
                  <c:v>97.5</c:v>
                </c:pt>
                <c:pt idx="2">
                  <c:v>97.3</c:v>
                </c:pt>
                <c:pt idx="3">
                  <c:v>97.2</c:v>
                </c:pt>
                <c:pt idx="4">
                  <c:v>97.5</c:v>
                </c:pt>
                <c:pt idx="5">
                  <c:v>97.6</c:v>
                </c:pt>
                <c:pt idx="6">
                  <c:v>97.2</c:v>
                </c:pt>
                <c:pt idx="7">
                  <c:v>99.3</c:v>
                </c:pt>
                <c:pt idx="8">
                  <c:v>99.1</c:v>
                </c:pt>
                <c:pt idx="9">
                  <c:v>100.0</c:v>
                </c:pt>
                <c:pt idx="10">
                  <c:v>100.0</c:v>
                </c:pt>
                <c:pt idx="11">
                  <c:v>100.0</c:v>
                </c:pt>
                <c:pt idx="12">
                  <c:v>100.0</c:v>
                </c:pt>
                <c:pt idx="13">
                  <c:v>99.7</c:v>
                </c:pt>
                <c:pt idx="14">
                  <c:v>99.7</c:v>
                </c:pt>
                <c:pt idx="15">
                  <c:v>100.0</c:v>
                </c:pt>
                <c:pt idx="16">
                  <c:v>99.7</c:v>
                </c:pt>
                <c:pt idx="17">
                  <c:v>99.8</c:v>
                </c:pt>
                <c:pt idx="18">
                  <c:v>99.9</c:v>
                </c:pt>
                <c:pt idx="19">
                  <c:v>99.9</c:v>
                </c:pt>
                <c:pt idx="20">
                  <c:v>99.8</c:v>
                </c:pt>
                <c:pt idx="21">
                  <c:v>99.8</c:v>
                </c:pt>
                <c:pt idx="22">
                  <c:v>99.8</c:v>
                </c:pt>
                <c:pt idx="23">
                  <c:v>100.0</c:v>
                </c:pt>
                <c:pt idx="24">
                  <c:v>99.9</c:v>
                </c:pt>
                <c:pt idx="25">
                  <c:v>99.8</c:v>
                </c:pt>
                <c:pt idx="26">
                  <c:v>100.0</c:v>
                </c:pt>
                <c:pt idx="27">
                  <c:v>100.0</c:v>
                </c:pt>
                <c:pt idx="28">
                  <c:v>100.0</c:v>
                </c:pt>
                <c:pt idx="29">
                  <c:v>99.8</c:v>
                </c:pt>
                <c:pt idx="30">
                  <c:v>99.4</c:v>
                </c:pt>
                <c:pt idx="31">
                  <c:v>99.9</c:v>
                </c:pt>
                <c:pt idx="32">
                  <c:v>99.8</c:v>
                </c:pt>
                <c:pt idx="33">
                  <c:v>99.9</c:v>
                </c:pt>
                <c:pt idx="34">
                  <c:v>99.8</c:v>
                </c:pt>
                <c:pt idx="35">
                  <c:v>99.5</c:v>
                </c:pt>
                <c:pt idx="36">
                  <c:v>99.9</c:v>
                </c:pt>
                <c:pt idx="37">
                  <c:v>100.0</c:v>
                </c:pt>
                <c:pt idx="38">
                  <c:v>99.9</c:v>
                </c:pt>
                <c:pt idx="39">
                  <c:v>99.6</c:v>
                </c:pt>
                <c:pt idx="40">
                  <c:v>99.8</c:v>
                </c:pt>
                <c:pt idx="41">
                  <c:v>99.5</c:v>
                </c:pt>
                <c:pt idx="42">
                  <c:v>99.9</c:v>
                </c:pt>
                <c:pt idx="43">
                  <c:v>99.6</c:v>
                </c:pt>
                <c:pt idx="44">
                  <c:v>99.7</c:v>
                </c:pt>
                <c:pt idx="45">
                  <c:v>99.8</c:v>
                </c:pt>
                <c:pt idx="46">
                  <c:v>99.6</c:v>
                </c:pt>
                <c:pt idx="47">
                  <c:v>99.5</c:v>
                </c:pt>
                <c:pt idx="48">
                  <c:v>99.9</c:v>
                </c:pt>
                <c:pt idx="49">
                  <c:v>100.0</c:v>
                </c:pt>
                <c:pt idx="50">
                  <c:v>100.0</c:v>
                </c:pt>
                <c:pt idx="51">
                  <c:v>99.6</c:v>
                </c:pt>
                <c:pt idx="52">
                  <c:v>99.7</c:v>
                </c:pt>
                <c:pt idx="53">
                  <c:v>99.9</c:v>
                </c:pt>
                <c:pt idx="54">
                  <c:v>100.0</c:v>
                </c:pt>
                <c:pt idx="55">
                  <c:v>100.0</c:v>
                </c:pt>
                <c:pt idx="56">
                  <c:v>100.0</c:v>
                </c:pt>
                <c:pt idx="57">
                  <c:v>100.0</c:v>
                </c:pt>
                <c:pt idx="58">
                  <c:v>100.0</c:v>
                </c:pt>
                <c:pt idx="59">
                  <c:v>100.0</c:v>
                </c:pt>
                <c:pt idx="60">
                  <c:v>99.9</c:v>
                </c:pt>
                <c:pt idx="61">
                  <c:v>100.0</c:v>
                </c:pt>
                <c:pt idx="62">
                  <c:v>99.9</c:v>
                </c:pt>
                <c:pt idx="63">
                  <c:v>99.8</c:v>
                </c:pt>
                <c:pt idx="64">
                  <c:v>100.0</c:v>
                </c:pt>
                <c:pt idx="65">
                  <c:v>100.0</c:v>
                </c:pt>
                <c:pt idx="66">
                  <c:v>100.0</c:v>
                </c:pt>
                <c:pt idx="67">
                  <c:v>100.0</c:v>
                </c:pt>
                <c:pt idx="68">
                  <c:v>99.8</c:v>
                </c:pt>
                <c:pt idx="69">
                  <c:v>100.0</c:v>
                </c:pt>
                <c:pt idx="70">
                  <c:v>100.0</c:v>
                </c:pt>
                <c:pt idx="71">
                  <c:v>100.0</c:v>
                </c:pt>
                <c:pt idx="72">
                  <c:v>100.0</c:v>
                </c:pt>
                <c:pt idx="73">
                  <c:v>100.0</c:v>
                </c:pt>
                <c:pt idx="74">
                  <c:v>99.8</c:v>
                </c:pt>
                <c:pt idx="75">
                  <c:v>100.0</c:v>
                </c:pt>
                <c:pt idx="76">
                  <c:v>100.0</c:v>
                </c:pt>
                <c:pt idx="77">
                  <c:v>99.7</c:v>
                </c:pt>
                <c:pt idx="78">
                  <c:v>99.7</c:v>
                </c:pt>
                <c:pt idx="79">
                  <c:v>99.7</c:v>
                </c:pt>
                <c:pt idx="80">
                  <c:v>100.0</c:v>
                </c:pt>
                <c:pt idx="81">
                  <c:v>100.0</c:v>
                </c:pt>
                <c:pt idx="82">
                  <c:v>100.0</c:v>
                </c:pt>
                <c:pt idx="83">
                  <c:v>100.0</c:v>
                </c:pt>
                <c:pt idx="84">
                  <c:v>100.0</c:v>
                </c:pt>
                <c:pt idx="85">
                  <c:v>100.0</c:v>
                </c:pt>
                <c:pt idx="86">
                  <c:v>100.0</c:v>
                </c:pt>
                <c:pt idx="87">
                  <c:v>100.0</c:v>
                </c:pt>
                <c:pt idx="88">
                  <c:v>100.0</c:v>
                </c:pt>
                <c:pt idx="89">
                  <c:v>100.0</c:v>
                </c:pt>
                <c:pt idx="90">
                  <c:v>100.0</c:v>
                </c:pt>
                <c:pt idx="91">
                  <c:v>100.0</c:v>
                </c:pt>
                <c:pt idx="92">
                  <c:v>100.0</c:v>
                </c:pt>
                <c:pt idx="93">
                  <c:v>100.0</c:v>
                </c:pt>
                <c:pt idx="94">
                  <c:v>99.7</c:v>
                </c:pt>
                <c:pt idx="95">
                  <c:v>99.6</c:v>
                </c:pt>
                <c:pt idx="96">
                  <c:v>99.8</c:v>
                </c:pt>
                <c:pt idx="97">
                  <c:v>99.8</c:v>
                </c:pt>
                <c:pt idx="98">
                  <c:v>100.0</c:v>
                </c:pt>
                <c:pt idx="99">
                  <c:v>99.8</c:v>
                </c:pt>
                <c:pt idx="100">
                  <c:v>99.9</c:v>
                </c:pt>
                <c:pt idx="101">
                  <c:v>100.0</c:v>
                </c:pt>
                <c:pt idx="102">
                  <c:v>99.6</c:v>
                </c:pt>
                <c:pt idx="103">
                  <c:v>100.0</c:v>
                </c:pt>
                <c:pt idx="104">
                  <c:v>99.8</c:v>
                </c:pt>
                <c:pt idx="105">
                  <c:v>99.7</c:v>
                </c:pt>
                <c:pt idx="106">
                  <c:v>100.0</c:v>
                </c:pt>
                <c:pt idx="107">
                  <c:v>100.0</c:v>
                </c:pt>
                <c:pt idx="108">
                  <c:v>99.6</c:v>
                </c:pt>
                <c:pt idx="109">
                  <c:v>100.0</c:v>
                </c:pt>
                <c:pt idx="110">
                  <c:v>99.7</c:v>
                </c:pt>
                <c:pt idx="111">
                  <c:v>100.0</c:v>
                </c:pt>
                <c:pt idx="112">
                  <c:v>99.8</c:v>
                </c:pt>
                <c:pt idx="113">
                  <c:v>99.9</c:v>
                </c:pt>
                <c:pt idx="114">
                  <c:v>99.4</c:v>
                </c:pt>
                <c:pt idx="115">
                  <c:v>100.0</c:v>
                </c:pt>
                <c:pt idx="116">
                  <c:v>100.0</c:v>
                </c:pt>
                <c:pt idx="117">
                  <c:v>100.0</c:v>
                </c:pt>
                <c:pt idx="118">
                  <c:v>99.6</c:v>
                </c:pt>
                <c:pt idx="119">
                  <c:v>100.0</c:v>
                </c:pt>
                <c:pt idx="120">
                  <c:v>99.9</c:v>
                </c:pt>
                <c:pt idx="121">
                  <c:v>99.8</c:v>
                </c:pt>
                <c:pt idx="122">
                  <c:v>100.0</c:v>
                </c:pt>
                <c:pt idx="123">
                  <c:v>100.0</c:v>
                </c:pt>
                <c:pt idx="124">
                  <c:v>100.0</c:v>
                </c:pt>
                <c:pt idx="125">
                  <c:v>100.0</c:v>
                </c:pt>
                <c:pt idx="126">
                  <c:v>100.0</c:v>
                </c:pt>
                <c:pt idx="127">
                  <c:v>100.0</c:v>
                </c:pt>
                <c:pt idx="128">
                  <c:v>99.6</c:v>
                </c:pt>
                <c:pt idx="129">
                  <c:v>99.6</c:v>
                </c:pt>
                <c:pt idx="130">
                  <c:v>100.0</c:v>
                </c:pt>
                <c:pt idx="131">
                  <c:v>99.8</c:v>
                </c:pt>
                <c:pt idx="132">
                  <c:v>99.8</c:v>
                </c:pt>
                <c:pt idx="133">
                  <c:v>99.8</c:v>
                </c:pt>
                <c:pt idx="134">
                  <c:v>100.0</c:v>
                </c:pt>
                <c:pt idx="135">
                  <c:v>100.0</c:v>
                </c:pt>
                <c:pt idx="136">
                  <c:v>100.0</c:v>
                </c:pt>
                <c:pt idx="137">
                  <c:v>99.8</c:v>
                </c:pt>
                <c:pt idx="138">
                  <c:v>100.0</c:v>
                </c:pt>
                <c:pt idx="139">
                  <c:v>100.0</c:v>
                </c:pt>
                <c:pt idx="140">
                  <c:v>99.7</c:v>
                </c:pt>
                <c:pt idx="141">
                  <c:v>99.7</c:v>
                </c:pt>
                <c:pt idx="142">
                  <c:v>100.0</c:v>
                </c:pt>
                <c:pt idx="143">
                  <c:v>100.0</c:v>
                </c:pt>
                <c:pt idx="144">
                  <c:v>100.0</c:v>
                </c:pt>
                <c:pt idx="145">
                  <c:v>100.0</c:v>
                </c:pt>
                <c:pt idx="146">
                  <c:v>100.0</c:v>
                </c:pt>
                <c:pt idx="147">
                  <c:v>100.0</c:v>
                </c:pt>
                <c:pt idx="148">
                  <c:v>100.0</c:v>
                </c:pt>
                <c:pt idx="149">
                  <c:v>100.0</c:v>
                </c:pt>
                <c:pt idx="150">
                  <c:v>100.0</c:v>
                </c:pt>
                <c:pt idx="151">
                  <c:v>99.8</c:v>
                </c:pt>
                <c:pt idx="152">
                  <c:v>100.0</c:v>
                </c:pt>
                <c:pt idx="153">
                  <c:v>99.9</c:v>
                </c:pt>
                <c:pt idx="154">
                  <c:v>99.7</c:v>
                </c:pt>
                <c:pt idx="155">
                  <c:v>99.9</c:v>
                </c:pt>
                <c:pt idx="156">
                  <c:v>99.8</c:v>
                </c:pt>
                <c:pt idx="157">
                  <c:v>99.5</c:v>
                </c:pt>
                <c:pt idx="158">
                  <c:v>99.7</c:v>
                </c:pt>
                <c:pt idx="159">
                  <c:v>100.0</c:v>
                </c:pt>
                <c:pt idx="160">
                  <c:v>100.0</c:v>
                </c:pt>
                <c:pt idx="161">
                  <c:v>100.0</c:v>
                </c:pt>
                <c:pt idx="162">
                  <c:v>100.0</c:v>
                </c:pt>
                <c:pt idx="163">
                  <c:v>100.0</c:v>
                </c:pt>
                <c:pt idx="164">
                  <c:v>100.0</c:v>
                </c:pt>
                <c:pt idx="165">
                  <c:v>100.0</c:v>
                </c:pt>
                <c:pt idx="166">
                  <c:v>100.0</c:v>
                </c:pt>
                <c:pt idx="167">
                  <c:v>100.0</c:v>
                </c:pt>
                <c:pt idx="168">
                  <c:v>100.0</c:v>
                </c:pt>
                <c:pt idx="169">
                  <c:v>99.9</c:v>
                </c:pt>
                <c:pt idx="170">
                  <c:v>100.0</c:v>
                </c:pt>
                <c:pt idx="171">
                  <c:v>96.4</c:v>
                </c:pt>
                <c:pt idx="172">
                  <c:v>92.8</c:v>
                </c:pt>
                <c:pt idx="173">
                  <c:v>92.2</c:v>
                </c:pt>
                <c:pt idx="174">
                  <c:v>90.5</c:v>
                </c:pt>
                <c:pt idx="175">
                  <c:v>86.6</c:v>
                </c:pt>
                <c:pt idx="176">
                  <c:v>88.0</c:v>
                </c:pt>
                <c:pt idx="177">
                  <c:v>89.1</c:v>
                </c:pt>
                <c:pt idx="178">
                  <c:v>88.5</c:v>
                </c:pt>
                <c:pt idx="179">
                  <c:v>87.4</c:v>
                </c:pt>
                <c:pt idx="180">
                  <c:v>86.7</c:v>
                </c:pt>
                <c:pt idx="181">
                  <c:v>87.1</c:v>
                </c:pt>
                <c:pt idx="182">
                  <c:v>84.7</c:v>
                </c:pt>
                <c:pt idx="183">
                  <c:v>85.6</c:v>
                </c:pt>
                <c:pt idx="184">
                  <c:v>85.7</c:v>
                </c:pt>
                <c:pt idx="185">
                  <c:v>73.9</c:v>
                </c:pt>
                <c:pt idx="186">
                  <c:v>73.1</c:v>
                </c:pt>
                <c:pt idx="187">
                  <c:v>74.8</c:v>
                </c:pt>
                <c:pt idx="188">
                  <c:v>71.9</c:v>
                </c:pt>
                <c:pt idx="189">
                  <c:v>74.6</c:v>
                </c:pt>
                <c:pt idx="190">
                  <c:v>70.8</c:v>
                </c:pt>
                <c:pt idx="191">
                  <c:v>72.2</c:v>
                </c:pt>
                <c:pt idx="192">
                  <c:v>74.5</c:v>
                </c:pt>
                <c:pt idx="193">
                  <c:v>71.0</c:v>
                </c:pt>
                <c:pt idx="194">
                  <c:v>67.6</c:v>
                </c:pt>
                <c:pt idx="195">
                  <c:v>68.8</c:v>
                </c:pt>
                <c:pt idx="196">
                  <c:v>68.5</c:v>
                </c:pt>
                <c:pt idx="197">
                  <c:v>66.6</c:v>
                </c:pt>
                <c:pt idx="198">
                  <c:v>67.6</c:v>
                </c:pt>
                <c:pt idx="199">
                  <c:v>69.3</c:v>
                </c:pt>
                <c:pt idx="200">
                  <c:v>70.5</c:v>
                </c:pt>
                <c:pt idx="201">
                  <c:v>67.9</c:v>
                </c:pt>
                <c:pt idx="202">
                  <c:v>66.5</c:v>
                </c:pt>
                <c:pt idx="203">
                  <c:v>67.2</c:v>
                </c:pt>
                <c:pt idx="204">
                  <c:v>69.0</c:v>
                </c:pt>
                <c:pt idx="205">
                  <c:v>69.1</c:v>
                </c:pt>
                <c:pt idx="206">
                  <c:v>67.0</c:v>
                </c:pt>
                <c:pt idx="207">
                  <c:v>66.2</c:v>
                </c:pt>
                <c:pt idx="208">
                  <c:v>69.1</c:v>
                </c:pt>
                <c:pt idx="209">
                  <c:v>68.7</c:v>
                </c:pt>
                <c:pt idx="210">
                  <c:v>62.8</c:v>
                </c:pt>
                <c:pt idx="211">
                  <c:v>67.5</c:v>
                </c:pt>
                <c:pt idx="212">
                  <c:v>66.5</c:v>
                </c:pt>
                <c:pt idx="213">
                  <c:v>66.4</c:v>
                </c:pt>
                <c:pt idx="214">
                  <c:v>67.3</c:v>
                </c:pt>
                <c:pt idx="215">
                  <c:v>67.1</c:v>
                </c:pt>
                <c:pt idx="216">
                  <c:v>67.2</c:v>
                </c:pt>
                <c:pt idx="217">
                  <c:v>65.6</c:v>
                </c:pt>
                <c:pt idx="218">
                  <c:v>66.3</c:v>
                </c:pt>
                <c:pt idx="219">
                  <c:v>68.1</c:v>
                </c:pt>
                <c:pt idx="220">
                  <c:v>67.0</c:v>
                </c:pt>
                <c:pt idx="221">
                  <c:v>66.4</c:v>
                </c:pt>
                <c:pt idx="222">
                  <c:v>65.4</c:v>
                </c:pt>
                <c:pt idx="223">
                  <c:v>64.9</c:v>
                </c:pt>
                <c:pt idx="224">
                  <c:v>64.9</c:v>
                </c:pt>
                <c:pt idx="225">
                  <c:v>66.0</c:v>
                </c:pt>
                <c:pt idx="226">
                  <c:v>66.5</c:v>
                </c:pt>
                <c:pt idx="227">
                  <c:v>57.0</c:v>
                </c:pt>
                <c:pt idx="228">
                  <c:v>68.4</c:v>
                </c:pt>
                <c:pt idx="229">
                  <c:v>65.5</c:v>
                </c:pt>
                <c:pt idx="230">
                  <c:v>66.2</c:v>
                </c:pt>
                <c:pt idx="231">
                  <c:v>69.3</c:v>
                </c:pt>
                <c:pt idx="232">
                  <c:v>69.2</c:v>
                </c:pt>
                <c:pt idx="233">
                  <c:v>67.8</c:v>
                </c:pt>
                <c:pt idx="234">
                  <c:v>70.8</c:v>
                </c:pt>
                <c:pt idx="235">
                  <c:v>69.7</c:v>
                </c:pt>
                <c:pt idx="236">
                  <c:v>70.8</c:v>
                </c:pt>
                <c:pt idx="237">
                  <c:v>67.1</c:v>
                </c:pt>
                <c:pt idx="238">
                  <c:v>67.1</c:v>
                </c:pt>
                <c:pt idx="239">
                  <c:v>66.7</c:v>
                </c:pt>
                <c:pt idx="240">
                  <c:v>67.4</c:v>
                </c:pt>
                <c:pt idx="241">
                  <c:v>67.7</c:v>
                </c:pt>
                <c:pt idx="242">
                  <c:v>71.5</c:v>
                </c:pt>
                <c:pt idx="243">
                  <c:v>71.6</c:v>
                </c:pt>
                <c:pt idx="244">
                  <c:v>70.9</c:v>
                </c:pt>
                <c:pt idx="245">
                  <c:v>73.4</c:v>
                </c:pt>
                <c:pt idx="246">
                  <c:v>69.0</c:v>
                </c:pt>
                <c:pt idx="247">
                  <c:v>67.5</c:v>
                </c:pt>
                <c:pt idx="248">
                  <c:v>52.3</c:v>
                </c:pt>
                <c:pt idx="249">
                  <c:v>51.8</c:v>
                </c:pt>
                <c:pt idx="250">
                  <c:v>54.8</c:v>
                </c:pt>
                <c:pt idx="251">
                  <c:v>64.7</c:v>
                </c:pt>
                <c:pt idx="252">
                  <c:v>67.8</c:v>
                </c:pt>
                <c:pt idx="253">
                  <c:v>64.0</c:v>
                </c:pt>
                <c:pt idx="254">
                  <c:v>63.1</c:v>
                </c:pt>
                <c:pt idx="255">
                  <c:v>67.6</c:v>
                </c:pt>
                <c:pt idx="256">
                  <c:v>68.9</c:v>
                </c:pt>
                <c:pt idx="257">
                  <c:v>68.5</c:v>
                </c:pt>
                <c:pt idx="258">
                  <c:v>64.1</c:v>
                </c:pt>
                <c:pt idx="259">
                  <c:v>60.4</c:v>
                </c:pt>
                <c:pt idx="260">
                  <c:v>60.4</c:v>
                </c:pt>
                <c:pt idx="261">
                  <c:v>58.2</c:v>
                </c:pt>
                <c:pt idx="262">
                  <c:v>55.9</c:v>
                </c:pt>
                <c:pt idx="263">
                  <c:v>55.1</c:v>
                </c:pt>
                <c:pt idx="264">
                  <c:v>57.4</c:v>
                </c:pt>
                <c:pt idx="265">
                  <c:v>55.4</c:v>
                </c:pt>
                <c:pt idx="266">
                  <c:v>55.4</c:v>
                </c:pt>
                <c:pt idx="267">
                  <c:v>53.4</c:v>
                </c:pt>
                <c:pt idx="268">
                  <c:v>43.6</c:v>
                </c:pt>
                <c:pt idx="269">
                  <c:v>55.8</c:v>
                </c:pt>
                <c:pt idx="270">
                  <c:v>58.4</c:v>
                </c:pt>
                <c:pt idx="271">
                  <c:v>67.0</c:v>
                </c:pt>
                <c:pt idx="272">
                  <c:v>69.5</c:v>
                </c:pt>
                <c:pt idx="273">
                  <c:v>70.2</c:v>
                </c:pt>
                <c:pt idx="274">
                  <c:v>71.5</c:v>
                </c:pt>
                <c:pt idx="275">
                  <c:v>71.9</c:v>
                </c:pt>
                <c:pt idx="276">
                  <c:v>71.1</c:v>
                </c:pt>
                <c:pt idx="277">
                  <c:v>69.5</c:v>
                </c:pt>
                <c:pt idx="278">
                  <c:v>69.4</c:v>
                </c:pt>
                <c:pt idx="279">
                  <c:v>68.7</c:v>
                </c:pt>
                <c:pt idx="280">
                  <c:v>68.4</c:v>
                </c:pt>
                <c:pt idx="281">
                  <c:v>67.4</c:v>
                </c:pt>
                <c:pt idx="282">
                  <c:v>67.8</c:v>
                </c:pt>
                <c:pt idx="283">
                  <c:v>65.5</c:v>
                </c:pt>
                <c:pt idx="284">
                  <c:v>65.5</c:v>
                </c:pt>
                <c:pt idx="285">
                  <c:v>69.4</c:v>
                </c:pt>
                <c:pt idx="286">
                  <c:v>71.3</c:v>
                </c:pt>
                <c:pt idx="287">
                  <c:v>71.3</c:v>
                </c:pt>
                <c:pt idx="288">
                  <c:v>69.1</c:v>
                </c:pt>
                <c:pt idx="289">
                  <c:v>69.8</c:v>
                </c:pt>
                <c:pt idx="290">
                  <c:v>63.0</c:v>
                </c:pt>
                <c:pt idx="291">
                  <c:v>58.4</c:v>
                </c:pt>
                <c:pt idx="292">
                  <c:v>54.2</c:v>
                </c:pt>
                <c:pt idx="293">
                  <c:v>48.3</c:v>
                </c:pt>
                <c:pt idx="294">
                  <c:v>49.0</c:v>
                </c:pt>
                <c:pt idx="295">
                  <c:v>41.4</c:v>
                </c:pt>
                <c:pt idx="296">
                  <c:v>39.1</c:v>
                </c:pt>
                <c:pt idx="297">
                  <c:v>47.3</c:v>
                </c:pt>
                <c:pt idx="298">
                  <c:v>50.4</c:v>
                </c:pt>
                <c:pt idx="299">
                  <c:v>42.1</c:v>
                </c:pt>
                <c:pt idx="300">
                  <c:v>51.3</c:v>
                </c:pt>
                <c:pt idx="301">
                  <c:v>44.5</c:v>
                </c:pt>
                <c:pt idx="302">
                  <c:v>40.6</c:v>
                </c:pt>
                <c:pt idx="303">
                  <c:v>34.6</c:v>
                </c:pt>
                <c:pt idx="304">
                  <c:v>24.6</c:v>
                </c:pt>
                <c:pt idx="305">
                  <c:v>26.3</c:v>
                </c:pt>
                <c:pt idx="306">
                  <c:v>25.7</c:v>
                </c:pt>
                <c:pt idx="307">
                  <c:v>25.8</c:v>
                </c:pt>
                <c:pt idx="308">
                  <c:v>25.9</c:v>
                </c:pt>
                <c:pt idx="309">
                  <c:v>28.7</c:v>
                </c:pt>
                <c:pt idx="310">
                  <c:v>31.0</c:v>
                </c:pt>
                <c:pt idx="311">
                  <c:v>17.8</c:v>
                </c:pt>
                <c:pt idx="312">
                  <c:v>18.3</c:v>
                </c:pt>
                <c:pt idx="313">
                  <c:v>22.7</c:v>
                </c:pt>
                <c:pt idx="314">
                  <c:v>18.4</c:v>
                </c:pt>
                <c:pt idx="315">
                  <c:v>19.0</c:v>
                </c:pt>
                <c:pt idx="316">
                  <c:v>18.1</c:v>
                </c:pt>
                <c:pt idx="317">
                  <c:v>19.6</c:v>
                </c:pt>
                <c:pt idx="318">
                  <c:v>46.7</c:v>
                </c:pt>
                <c:pt idx="319">
                  <c:v>46.7</c:v>
                </c:pt>
                <c:pt idx="320">
                  <c:v>45.8</c:v>
                </c:pt>
              </c:numCache>
            </c:numRef>
          </c:yVal>
          <c:smooth val="0"/>
        </c:ser>
        <c:ser>
          <c:idx val="2"/>
          <c:order val="2"/>
          <c:tx>
            <c:strRef>
              <c:f>Sheet1!$B$647</c:f>
              <c:strCache>
                <c:ptCount val="1"/>
                <c:pt idx="0">
                  <c:v>Safe lower bound (90%)</c:v>
                </c:pt>
              </c:strCache>
            </c:strRef>
          </c:tx>
          <c:spPr>
            <a:ln w="31750">
              <a:solidFill>
                <a:srgbClr val="F26B4F"/>
              </a:solidFill>
            </a:ln>
          </c:spPr>
          <c:marker>
            <c:symbol val="none"/>
          </c:marker>
          <c:xVal>
            <c:numRef>
              <c:f>Sheet1!$A$648:$A$968</c:f>
              <c:numCache>
                <c:formatCode>General</c:formatCode>
                <c:ptCount val="321"/>
                <c:pt idx="0">
                  <c:v>-160.0</c:v>
                </c:pt>
                <c:pt idx="1">
                  <c:v>-159.5</c:v>
                </c:pt>
                <c:pt idx="2">
                  <c:v>-159.0</c:v>
                </c:pt>
                <c:pt idx="3">
                  <c:v>-158.5</c:v>
                </c:pt>
                <c:pt idx="4">
                  <c:v>-158.0</c:v>
                </c:pt>
                <c:pt idx="5">
                  <c:v>-157.5</c:v>
                </c:pt>
                <c:pt idx="6">
                  <c:v>-157.0</c:v>
                </c:pt>
                <c:pt idx="7">
                  <c:v>-156.5</c:v>
                </c:pt>
                <c:pt idx="8">
                  <c:v>-156.0</c:v>
                </c:pt>
                <c:pt idx="9">
                  <c:v>-155.5</c:v>
                </c:pt>
                <c:pt idx="10">
                  <c:v>-155.0</c:v>
                </c:pt>
                <c:pt idx="11">
                  <c:v>-154.5</c:v>
                </c:pt>
                <c:pt idx="12">
                  <c:v>-154.0</c:v>
                </c:pt>
                <c:pt idx="13">
                  <c:v>-153.5</c:v>
                </c:pt>
                <c:pt idx="14">
                  <c:v>-153.0</c:v>
                </c:pt>
                <c:pt idx="15">
                  <c:v>-152.5</c:v>
                </c:pt>
                <c:pt idx="16">
                  <c:v>-152.0</c:v>
                </c:pt>
                <c:pt idx="17">
                  <c:v>-151.5</c:v>
                </c:pt>
                <c:pt idx="18">
                  <c:v>-151.0</c:v>
                </c:pt>
                <c:pt idx="19">
                  <c:v>-150.5</c:v>
                </c:pt>
                <c:pt idx="20">
                  <c:v>-150.0</c:v>
                </c:pt>
                <c:pt idx="21">
                  <c:v>-149.5</c:v>
                </c:pt>
                <c:pt idx="22">
                  <c:v>-149.0</c:v>
                </c:pt>
                <c:pt idx="23">
                  <c:v>-148.5</c:v>
                </c:pt>
                <c:pt idx="24">
                  <c:v>-148.0</c:v>
                </c:pt>
                <c:pt idx="25">
                  <c:v>-147.5</c:v>
                </c:pt>
                <c:pt idx="26">
                  <c:v>-147.0</c:v>
                </c:pt>
                <c:pt idx="27">
                  <c:v>-146.5</c:v>
                </c:pt>
                <c:pt idx="28">
                  <c:v>-146.0</c:v>
                </c:pt>
                <c:pt idx="29">
                  <c:v>-145.5</c:v>
                </c:pt>
                <c:pt idx="30">
                  <c:v>-145.0</c:v>
                </c:pt>
                <c:pt idx="31">
                  <c:v>-144.5</c:v>
                </c:pt>
                <c:pt idx="32">
                  <c:v>-144.0</c:v>
                </c:pt>
                <c:pt idx="33">
                  <c:v>-143.5</c:v>
                </c:pt>
                <c:pt idx="34">
                  <c:v>-143.0</c:v>
                </c:pt>
                <c:pt idx="35">
                  <c:v>-142.5</c:v>
                </c:pt>
                <c:pt idx="36">
                  <c:v>-142.0</c:v>
                </c:pt>
                <c:pt idx="37">
                  <c:v>-141.5</c:v>
                </c:pt>
                <c:pt idx="38">
                  <c:v>-141.0</c:v>
                </c:pt>
                <c:pt idx="39">
                  <c:v>-140.5</c:v>
                </c:pt>
                <c:pt idx="40">
                  <c:v>-140.0</c:v>
                </c:pt>
                <c:pt idx="41">
                  <c:v>-139.5</c:v>
                </c:pt>
                <c:pt idx="42">
                  <c:v>-139.0</c:v>
                </c:pt>
                <c:pt idx="43">
                  <c:v>-138.5</c:v>
                </c:pt>
                <c:pt idx="44">
                  <c:v>-138.0</c:v>
                </c:pt>
                <c:pt idx="45">
                  <c:v>-137.5</c:v>
                </c:pt>
                <c:pt idx="46">
                  <c:v>-137.0</c:v>
                </c:pt>
                <c:pt idx="47">
                  <c:v>-136.5</c:v>
                </c:pt>
                <c:pt idx="48">
                  <c:v>-136.0</c:v>
                </c:pt>
                <c:pt idx="49">
                  <c:v>-135.5</c:v>
                </c:pt>
                <c:pt idx="50">
                  <c:v>-135.0</c:v>
                </c:pt>
                <c:pt idx="51">
                  <c:v>-134.5</c:v>
                </c:pt>
                <c:pt idx="52">
                  <c:v>-134.0</c:v>
                </c:pt>
                <c:pt idx="53">
                  <c:v>-133.5</c:v>
                </c:pt>
                <c:pt idx="54">
                  <c:v>-133.0</c:v>
                </c:pt>
                <c:pt idx="55">
                  <c:v>-132.5</c:v>
                </c:pt>
                <c:pt idx="56">
                  <c:v>-132.0</c:v>
                </c:pt>
                <c:pt idx="57">
                  <c:v>-131.5</c:v>
                </c:pt>
                <c:pt idx="58">
                  <c:v>-131.0</c:v>
                </c:pt>
                <c:pt idx="59">
                  <c:v>-130.5</c:v>
                </c:pt>
                <c:pt idx="60">
                  <c:v>-130.0</c:v>
                </c:pt>
                <c:pt idx="61">
                  <c:v>-129.5</c:v>
                </c:pt>
                <c:pt idx="62">
                  <c:v>-129.0</c:v>
                </c:pt>
                <c:pt idx="63">
                  <c:v>-128.5</c:v>
                </c:pt>
                <c:pt idx="64">
                  <c:v>-128.0</c:v>
                </c:pt>
                <c:pt idx="65">
                  <c:v>-127.5</c:v>
                </c:pt>
                <c:pt idx="66">
                  <c:v>-127.0</c:v>
                </c:pt>
                <c:pt idx="67">
                  <c:v>-126.5</c:v>
                </c:pt>
                <c:pt idx="68">
                  <c:v>-126.0</c:v>
                </c:pt>
                <c:pt idx="69">
                  <c:v>-125.5</c:v>
                </c:pt>
                <c:pt idx="70">
                  <c:v>-125.0</c:v>
                </c:pt>
                <c:pt idx="71">
                  <c:v>-124.5</c:v>
                </c:pt>
                <c:pt idx="72">
                  <c:v>-124.0</c:v>
                </c:pt>
                <c:pt idx="73">
                  <c:v>-123.5</c:v>
                </c:pt>
                <c:pt idx="74">
                  <c:v>-123.0</c:v>
                </c:pt>
                <c:pt idx="75">
                  <c:v>-122.5</c:v>
                </c:pt>
                <c:pt idx="76">
                  <c:v>-122.0</c:v>
                </c:pt>
                <c:pt idx="77">
                  <c:v>-121.5</c:v>
                </c:pt>
                <c:pt idx="78">
                  <c:v>-121.0</c:v>
                </c:pt>
                <c:pt idx="79">
                  <c:v>-120.5</c:v>
                </c:pt>
                <c:pt idx="80">
                  <c:v>-120.0</c:v>
                </c:pt>
                <c:pt idx="81">
                  <c:v>-119.5</c:v>
                </c:pt>
                <c:pt idx="82">
                  <c:v>-119.0</c:v>
                </c:pt>
                <c:pt idx="83">
                  <c:v>-118.5</c:v>
                </c:pt>
                <c:pt idx="84">
                  <c:v>-118.0</c:v>
                </c:pt>
                <c:pt idx="85">
                  <c:v>-117.5</c:v>
                </c:pt>
                <c:pt idx="86">
                  <c:v>-117.0</c:v>
                </c:pt>
                <c:pt idx="87">
                  <c:v>-116.5</c:v>
                </c:pt>
                <c:pt idx="88">
                  <c:v>-116.0</c:v>
                </c:pt>
                <c:pt idx="89">
                  <c:v>-115.5</c:v>
                </c:pt>
                <c:pt idx="90">
                  <c:v>-115.0</c:v>
                </c:pt>
                <c:pt idx="91">
                  <c:v>-114.5</c:v>
                </c:pt>
                <c:pt idx="92">
                  <c:v>-114.0</c:v>
                </c:pt>
                <c:pt idx="93">
                  <c:v>-113.5</c:v>
                </c:pt>
                <c:pt idx="94">
                  <c:v>-113.0</c:v>
                </c:pt>
                <c:pt idx="95">
                  <c:v>-112.5</c:v>
                </c:pt>
                <c:pt idx="96">
                  <c:v>-112.0</c:v>
                </c:pt>
                <c:pt idx="97">
                  <c:v>-111.5</c:v>
                </c:pt>
                <c:pt idx="98">
                  <c:v>-111.0</c:v>
                </c:pt>
                <c:pt idx="99">
                  <c:v>-110.5</c:v>
                </c:pt>
                <c:pt idx="100">
                  <c:v>-110.0</c:v>
                </c:pt>
                <c:pt idx="101">
                  <c:v>-109.5</c:v>
                </c:pt>
                <c:pt idx="102">
                  <c:v>-109.0</c:v>
                </c:pt>
                <c:pt idx="103">
                  <c:v>-108.5</c:v>
                </c:pt>
                <c:pt idx="104">
                  <c:v>-108.0</c:v>
                </c:pt>
                <c:pt idx="105">
                  <c:v>-107.5</c:v>
                </c:pt>
                <c:pt idx="106">
                  <c:v>-107.0</c:v>
                </c:pt>
                <c:pt idx="107">
                  <c:v>-106.5</c:v>
                </c:pt>
                <c:pt idx="108">
                  <c:v>-106.0</c:v>
                </c:pt>
                <c:pt idx="109">
                  <c:v>-105.5</c:v>
                </c:pt>
                <c:pt idx="110">
                  <c:v>-105.0</c:v>
                </c:pt>
                <c:pt idx="111">
                  <c:v>-104.5</c:v>
                </c:pt>
                <c:pt idx="112">
                  <c:v>-104.0</c:v>
                </c:pt>
                <c:pt idx="113">
                  <c:v>-103.5</c:v>
                </c:pt>
                <c:pt idx="114">
                  <c:v>-103.0</c:v>
                </c:pt>
                <c:pt idx="115">
                  <c:v>-102.5</c:v>
                </c:pt>
                <c:pt idx="116">
                  <c:v>-102.0</c:v>
                </c:pt>
                <c:pt idx="117">
                  <c:v>-101.5</c:v>
                </c:pt>
                <c:pt idx="118">
                  <c:v>-101.0</c:v>
                </c:pt>
                <c:pt idx="119">
                  <c:v>-100.5</c:v>
                </c:pt>
                <c:pt idx="120">
                  <c:v>-100.0</c:v>
                </c:pt>
                <c:pt idx="121">
                  <c:v>-99.5</c:v>
                </c:pt>
                <c:pt idx="122">
                  <c:v>-99.0</c:v>
                </c:pt>
                <c:pt idx="123">
                  <c:v>-98.5</c:v>
                </c:pt>
                <c:pt idx="124">
                  <c:v>-98.0</c:v>
                </c:pt>
                <c:pt idx="125">
                  <c:v>-97.5</c:v>
                </c:pt>
                <c:pt idx="126">
                  <c:v>-97.0</c:v>
                </c:pt>
                <c:pt idx="127">
                  <c:v>-96.5</c:v>
                </c:pt>
                <c:pt idx="128">
                  <c:v>-96.0</c:v>
                </c:pt>
                <c:pt idx="129">
                  <c:v>-95.5</c:v>
                </c:pt>
                <c:pt idx="130">
                  <c:v>-95.0</c:v>
                </c:pt>
                <c:pt idx="131">
                  <c:v>-94.5</c:v>
                </c:pt>
                <c:pt idx="132">
                  <c:v>-94.0</c:v>
                </c:pt>
                <c:pt idx="133">
                  <c:v>-93.5</c:v>
                </c:pt>
                <c:pt idx="134">
                  <c:v>-93.0</c:v>
                </c:pt>
                <c:pt idx="135">
                  <c:v>-92.5</c:v>
                </c:pt>
                <c:pt idx="136">
                  <c:v>-92.0</c:v>
                </c:pt>
                <c:pt idx="137">
                  <c:v>-91.5</c:v>
                </c:pt>
                <c:pt idx="138">
                  <c:v>-91.0</c:v>
                </c:pt>
                <c:pt idx="139">
                  <c:v>-90.5</c:v>
                </c:pt>
                <c:pt idx="140">
                  <c:v>-90.0</c:v>
                </c:pt>
                <c:pt idx="141">
                  <c:v>-89.5</c:v>
                </c:pt>
                <c:pt idx="142">
                  <c:v>-89.0</c:v>
                </c:pt>
                <c:pt idx="143">
                  <c:v>-88.5</c:v>
                </c:pt>
                <c:pt idx="144">
                  <c:v>-88.0</c:v>
                </c:pt>
                <c:pt idx="145">
                  <c:v>-87.5</c:v>
                </c:pt>
                <c:pt idx="146">
                  <c:v>-87.0</c:v>
                </c:pt>
                <c:pt idx="147">
                  <c:v>-86.5</c:v>
                </c:pt>
                <c:pt idx="148">
                  <c:v>-86.0</c:v>
                </c:pt>
                <c:pt idx="149">
                  <c:v>-85.5</c:v>
                </c:pt>
                <c:pt idx="150">
                  <c:v>-85.0</c:v>
                </c:pt>
                <c:pt idx="151">
                  <c:v>-84.5</c:v>
                </c:pt>
                <c:pt idx="152">
                  <c:v>-84.0</c:v>
                </c:pt>
                <c:pt idx="153">
                  <c:v>-83.5</c:v>
                </c:pt>
                <c:pt idx="154">
                  <c:v>-83.0</c:v>
                </c:pt>
                <c:pt idx="155">
                  <c:v>-82.5</c:v>
                </c:pt>
                <c:pt idx="156">
                  <c:v>-82.0</c:v>
                </c:pt>
                <c:pt idx="157">
                  <c:v>-81.5</c:v>
                </c:pt>
                <c:pt idx="158">
                  <c:v>-81.0</c:v>
                </c:pt>
                <c:pt idx="159">
                  <c:v>-80.5</c:v>
                </c:pt>
                <c:pt idx="160">
                  <c:v>-80.0</c:v>
                </c:pt>
                <c:pt idx="161">
                  <c:v>-79.5</c:v>
                </c:pt>
                <c:pt idx="162">
                  <c:v>-79.0</c:v>
                </c:pt>
                <c:pt idx="163">
                  <c:v>-78.5</c:v>
                </c:pt>
                <c:pt idx="164">
                  <c:v>-78.0</c:v>
                </c:pt>
                <c:pt idx="165">
                  <c:v>-77.5</c:v>
                </c:pt>
                <c:pt idx="166">
                  <c:v>-77.0</c:v>
                </c:pt>
                <c:pt idx="167">
                  <c:v>-76.5</c:v>
                </c:pt>
                <c:pt idx="168">
                  <c:v>-76.0</c:v>
                </c:pt>
                <c:pt idx="169">
                  <c:v>-75.5</c:v>
                </c:pt>
                <c:pt idx="170">
                  <c:v>-75.0</c:v>
                </c:pt>
                <c:pt idx="171">
                  <c:v>-74.5</c:v>
                </c:pt>
                <c:pt idx="172">
                  <c:v>-74.0</c:v>
                </c:pt>
                <c:pt idx="173">
                  <c:v>-73.5</c:v>
                </c:pt>
                <c:pt idx="174">
                  <c:v>-73.0</c:v>
                </c:pt>
                <c:pt idx="175">
                  <c:v>-72.5</c:v>
                </c:pt>
                <c:pt idx="176">
                  <c:v>-72.0</c:v>
                </c:pt>
                <c:pt idx="177">
                  <c:v>-71.5</c:v>
                </c:pt>
                <c:pt idx="178">
                  <c:v>-71.0</c:v>
                </c:pt>
                <c:pt idx="179">
                  <c:v>-70.5</c:v>
                </c:pt>
                <c:pt idx="180">
                  <c:v>-70.0</c:v>
                </c:pt>
                <c:pt idx="181">
                  <c:v>-69.5</c:v>
                </c:pt>
                <c:pt idx="182">
                  <c:v>-69.0</c:v>
                </c:pt>
                <c:pt idx="183">
                  <c:v>-68.5</c:v>
                </c:pt>
                <c:pt idx="184">
                  <c:v>-68.0</c:v>
                </c:pt>
                <c:pt idx="185">
                  <c:v>-67.5</c:v>
                </c:pt>
                <c:pt idx="186">
                  <c:v>-67.0</c:v>
                </c:pt>
                <c:pt idx="187">
                  <c:v>-66.5</c:v>
                </c:pt>
                <c:pt idx="188">
                  <c:v>-66.0</c:v>
                </c:pt>
                <c:pt idx="189">
                  <c:v>-65.5</c:v>
                </c:pt>
                <c:pt idx="190">
                  <c:v>-65.0</c:v>
                </c:pt>
                <c:pt idx="191">
                  <c:v>-64.5</c:v>
                </c:pt>
                <c:pt idx="192">
                  <c:v>-64.0</c:v>
                </c:pt>
                <c:pt idx="193">
                  <c:v>-63.5</c:v>
                </c:pt>
                <c:pt idx="194">
                  <c:v>-63.0</c:v>
                </c:pt>
                <c:pt idx="195">
                  <c:v>-62.5</c:v>
                </c:pt>
                <c:pt idx="196">
                  <c:v>-62.0</c:v>
                </c:pt>
                <c:pt idx="197">
                  <c:v>-61.5</c:v>
                </c:pt>
                <c:pt idx="198">
                  <c:v>-61.0</c:v>
                </c:pt>
                <c:pt idx="199">
                  <c:v>-60.5</c:v>
                </c:pt>
                <c:pt idx="200">
                  <c:v>-60.0</c:v>
                </c:pt>
                <c:pt idx="201">
                  <c:v>-59.5</c:v>
                </c:pt>
                <c:pt idx="202">
                  <c:v>-59.0</c:v>
                </c:pt>
                <c:pt idx="203">
                  <c:v>-58.5</c:v>
                </c:pt>
                <c:pt idx="204">
                  <c:v>-58.0</c:v>
                </c:pt>
                <c:pt idx="205">
                  <c:v>-57.5</c:v>
                </c:pt>
                <c:pt idx="206">
                  <c:v>-57.0</c:v>
                </c:pt>
                <c:pt idx="207">
                  <c:v>-56.5</c:v>
                </c:pt>
                <c:pt idx="208">
                  <c:v>-56.0</c:v>
                </c:pt>
                <c:pt idx="209">
                  <c:v>-55.5</c:v>
                </c:pt>
                <c:pt idx="210">
                  <c:v>-55.0</c:v>
                </c:pt>
                <c:pt idx="211">
                  <c:v>-54.5</c:v>
                </c:pt>
                <c:pt idx="212">
                  <c:v>-54.0</c:v>
                </c:pt>
                <c:pt idx="213">
                  <c:v>-53.5</c:v>
                </c:pt>
                <c:pt idx="214">
                  <c:v>-53.0</c:v>
                </c:pt>
                <c:pt idx="215">
                  <c:v>-52.5</c:v>
                </c:pt>
                <c:pt idx="216">
                  <c:v>-52.0</c:v>
                </c:pt>
                <c:pt idx="217">
                  <c:v>-51.5</c:v>
                </c:pt>
                <c:pt idx="218">
                  <c:v>-51.0</c:v>
                </c:pt>
                <c:pt idx="219">
                  <c:v>-50.5</c:v>
                </c:pt>
                <c:pt idx="220">
                  <c:v>-50.0</c:v>
                </c:pt>
                <c:pt idx="221">
                  <c:v>-49.5</c:v>
                </c:pt>
                <c:pt idx="222">
                  <c:v>-49.0</c:v>
                </c:pt>
                <c:pt idx="223">
                  <c:v>-48.5</c:v>
                </c:pt>
                <c:pt idx="224">
                  <c:v>-48.0</c:v>
                </c:pt>
                <c:pt idx="225">
                  <c:v>-47.5</c:v>
                </c:pt>
                <c:pt idx="226">
                  <c:v>-47.0</c:v>
                </c:pt>
                <c:pt idx="227">
                  <c:v>-46.5</c:v>
                </c:pt>
                <c:pt idx="228">
                  <c:v>-46.0</c:v>
                </c:pt>
                <c:pt idx="229">
                  <c:v>-45.5</c:v>
                </c:pt>
                <c:pt idx="230">
                  <c:v>-45.0</c:v>
                </c:pt>
                <c:pt idx="231">
                  <c:v>-44.5</c:v>
                </c:pt>
                <c:pt idx="232">
                  <c:v>-44.0</c:v>
                </c:pt>
                <c:pt idx="233">
                  <c:v>-43.5</c:v>
                </c:pt>
                <c:pt idx="234">
                  <c:v>-43.0</c:v>
                </c:pt>
                <c:pt idx="235">
                  <c:v>-42.5</c:v>
                </c:pt>
                <c:pt idx="236">
                  <c:v>-42.0</c:v>
                </c:pt>
                <c:pt idx="237">
                  <c:v>-41.5</c:v>
                </c:pt>
                <c:pt idx="238">
                  <c:v>-41.0</c:v>
                </c:pt>
                <c:pt idx="239">
                  <c:v>-40.5</c:v>
                </c:pt>
                <c:pt idx="240">
                  <c:v>-40.0</c:v>
                </c:pt>
                <c:pt idx="241">
                  <c:v>-39.5</c:v>
                </c:pt>
                <c:pt idx="242">
                  <c:v>-39.0</c:v>
                </c:pt>
                <c:pt idx="243">
                  <c:v>-38.5</c:v>
                </c:pt>
                <c:pt idx="244">
                  <c:v>-38.0</c:v>
                </c:pt>
                <c:pt idx="245">
                  <c:v>-37.5</c:v>
                </c:pt>
                <c:pt idx="246">
                  <c:v>-37.0</c:v>
                </c:pt>
                <c:pt idx="247">
                  <c:v>-36.5</c:v>
                </c:pt>
                <c:pt idx="248">
                  <c:v>-36.0</c:v>
                </c:pt>
                <c:pt idx="249">
                  <c:v>-35.5</c:v>
                </c:pt>
                <c:pt idx="250">
                  <c:v>-35.0</c:v>
                </c:pt>
                <c:pt idx="251">
                  <c:v>-34.5</c:v>
                </c:pt>
                <c:pt idx="252">
                  <c:v>-34.0</c:v>
                </c:pt>
                <c:pt idx="253">
                  <c:v>-33.5</c:v>
                </c:pt>
                <c:pt idx="254">
                  <c:v>-33.0</c:v>
                </c:pt>
                <c:pt idx="255">
                  <c:v>-32.5</c:v>
                </c:pt>
                <c:pt idx="256">
                  <c:v>-32.0</c:v>
                </c:pt>
                <c:pt idx="257">
                  <c:v>-31.5</c:v>
                </c:pt>
                <c:pt idx="258">
                  <c:v>-31.0</c:v>
                </c:pt>
                <c:pt idx="259">
                  <c:v>-30.5</c:v>
                </c:pt>
                <c:pt idx="260">
                  <c:v>-30.0</c:v>
                </c:pt>
                <c:pt idx="261">
                  <c:v>-29.5</c:v>
                </c:pt>
                <c:pt idx="262">
                  <c:v>-29.0</c:v>
                </c:pt>
                <c:pt idx="263">
                  <c:v>-28.5</c:v>
                </c:pt>
                <c:pt idx="264">
                  <c:v>-28.0</c:v>
                </c:pt>
                <c:pt idx="265">
                  <c:v>-27.5</c:v>
                </c:pt>
                <c:pt idx="266">
                  <c:v>-27.0</c:v>
                </c:pt>
                <c:pt idx="267">
                  <c:v>-26.5</c:v>
                </c:pt>
                <c:pt idx="268">
                  <c:v>-26.0</c:v>
                </c:pt>
                <c:pt idx="269">
                  <c:v>-25.5</c:v>
                </c:pt>
                <c:pt idx="270">
                  <c:v>-25.0</c:v>
                </c:pt>
                <c:pt idx="271">
                  <c:v>-24.5</c:v>
                </c:pt>
                <c:pt idx="272">
                  <c:v>-24.0</c:v>
                </c:pt>
                <c:pt idx="273">
                  <c:v>-23.5</c:v>
                </c:pt>
                <c:pt idx="274">
                  <c:v>-23.0</c:v>
                </c:pt>
                <c:pt idx="275">
                  <c:v>-22.5</c:v>
                </c:pt>
                <c:pt idx="276">
                  <c:v>-22.0</c:v>
                </c:pt>
                <c:pt idx="277">
                  <c:v>-21.5</c:v>
                </c:pt>
                <c:pt idx="278">
                  <c:v>-21.0</c:v>
                </c:pt>
                <c:pt idx="279">
                  <c:v>-20.5</c:v>
                </c:pt>
                <c:pt idx="280">
                  <c:v>-20.0</c:v>
                </c:pt>
                <c:pt idx="281">
                  <c:v>-19.5</c:v>
                </c:pt>
                <c:pt idx="282">
                  <c:v>-19.0</c:v>
                </c:pt>
                <c:pt idx="283">
                  <c:v>-18.5</c:v>
                </c:pt>
                <c:pt idx="284">
                  <c:v>-18.0</c:v>
                </c:pt>
                <c:pt idx="285">
                  <c:v>-17.5</c:v>
                </c:pt>
                <c:pt idx="286">
                  <c:v>-17.0</c:v>
                </c:pt>
                <c:pt idx="287">
                  <c:v>-16.5</c:v>
                </c:pt>
                <c:pt idx="288">
                  <c:v>-16.0</c:v>
                </c:pt>
                <c:pt idx="289">
                  <c:v>-15.5</c:v>
                </c:pt>
                <c:pt idx="290">
                  <c:v>-15.0</c:v>
                </c:pt>
                <c:pt idx="291">
                  <c:v>-14.5</c:v>
                </c:pt>
                <c:pt idx="292">
                  <c:v>-14.0</c:v>
                </c:pt>
                <c:pt idx="293">
                  <c:v>-13.5</c:v>
                </c:pt>
                <c:pt idx="294">
                  <c:v>-13.0</c:v>
                </c:pt>
                <c:pt idx="295">
                  <c:v>-12.5</c:v>
                </c:pt>
                <c:pt idx="296">
                  <c:v>-12.0</c:v>
                </c:pt>
                <c:pt idx="297">
                  <c:v>-11.5</c:v>
                </c:pt>
                <c:pt idx="298">
                  <c:v>-11.0</c:v>
                </c:pt>
                <c:pt idx="299">
                  <c:v>-10.5</c:v>
                </c:pt>
                <c:pt idx="300">
                  <c:v>-10.0</c:v>
                </c:pt>
                <c:pt idx="301">
                  <c:v>-9.5</c:v>
                </c:pt>
                <c:pt idx="302">
                  <c:v>-9.0</c:v>
                </c:pt>
                <c:pt idx="303">
                  <c:v>-8.5</c:v>
                </c:pt>
                <c:pt idx="304">
                  <c:v>-8.0</c:v>
                </c:pt>
                <c:pt idx="305">
                  <c:v>-7.5</c:v>
                </c:pt>
                <c:pt idx="306">
                  <c:v>-7.0</c:v>
                </c:pt>
                <c:pt idx="307">
                  <c:v>-6.5</c:v>
                </c:pt>
                <c:pt idx="308">
                  <c:v>-6.0</c:v>
                </c:pt>
                <c:pt idx="309">
                  <c:v>-5.5</c:v>
                </c:pt>
                <c:pt idx="310">
                  <c:v>-5.0</c:v>
                </c:pt>
                <c:pt idx="311">
                  <c:v>-4.5</c:v>
                </c:pt>
                <c:pt idx="312">
                  <c:v>-4.0</c:v>
                </c:pt>
                <c:pt idx="313">
                  <c:v>-3.5</c:v>
                </c:pt>
                <c:pt idx="314">
                  <c:v>-3.0</c:v>
                </c:pt>
                <c:pt idx="315">
                  <c:v>-2.5</c:v>
                </c:pt>
                <c:pt idx="316">
                  <c:v>-2.0</c:v>
                </c:pt>
                <c:pt idx="317">
                  <c:v>-1.5</c:v>
                </c:pt>
                <c:pt idx="318">
                  <c:v>-1.0</c:v>
                </c:pt>
                <c:pt idx="319">
                  <c:v>-0.5</c:v>
                </c:pt>
                <c:pt idx="320">
                  <c:v>-0.0</c:v>
                </c:pt>
              </c:numCache>
            </c:numRef>
          </c:xVal>
          <c:yVal>
            <c:numRef>
              <c:f>Sheet1!$B$648:$B$968</c:f>
              <c:numCache>
                <c:formatCode>General</c:formatCode>
                <c:ptCount val="321"/>
                <c:pt idx="0">
                  <c:v>43.2</c:v>
                </c:pt>
                <c:pt idx="1">
                  <c:v>41.6</c:v>
                </c:pt>
                <c:pt idx="2">
                  <c:v>41.4</c:v>
                </c:pt>
                <c:pt idx="3">
                  <c:v>41.3</c:v>
                </c:pt>
                <c:pt idx="4">
                  <c:v>41.6</c:v>
                </c:pt>
                <c:pt idx="5">
                  <c:v>41.7</c:v>
                </c:pt>
                <c:pt idx="6">
                  <c:v>41.3</c:v>
                </c:pt>
                <c:pt idx="7">
                  <c:v>43.4</c:v>
                </c:pt>
                <c:pt idx="8">
                  <c:v>43.2</c:v>
                </c:pt>
                <c:pt idx="9">
                  <c:v>44.1</c:v>
                </c:pt>
                <c:pt idx="10">
                  <c:v>44.1</c:v>
                </c:pt>
                <c:pt idx="11">
                  <c:v>44.1</c:v>
                </c:pt>
                <c:pt idx="12">
                  <c:v>44.1</c:v>
                </c:pt>
                <c:pt idx="13">
                  <c:v>43.8</c:v>
                </c:pt>
                <c:pt idx="14">
                  <c:v>43.8</c:v>
                </c:pt>
                <c:pt idx="15">
                  <c:v>44.1</c:v>
                </c:pt>
                <c:pt idx="16">
                  <c:v>43.8</c:v>
                </c:pt>
                <c:pt idx="17">
                  <c:v>43.9</c:v>
                </c:pt>
                <c:pt idx="18">
                  <c:v>44.0</c:v>
                </c:pt>
                <c:pt idx="19">
                  <c:v>44.0</c:v>
                </c:pt>
                <c:pt idx="20">
                  <c:v>43.9</c:v>
                </c:pt>
                <c:pt idx="21">
                  <c:v>43.9</c:v>
                </c:pt>
                <c:pt idx="22">
                  <c:v>43.9</c:v>
                </c:pt>
                <c:pt idx="23">
                  <c:v>44.1</c:v>
                </c:pt>
                <c:pt idx="24">
                  <c:v>44.0</c:v>
                </c:pt>
                <c:pt idx="25">
                  <c:v>43.9</c:v>
                </c:pt>
                <c:pt idx="26">
                  <c:v>44.1</c:v>
                </c:pt>
                <c:pt idx="27">
                  <c:v>44.1</c:v>
                </c:pt>
                <c:pt idx="28">
                  <c:v>44.1</c:v>
                </c:pt>
                <c:pt idx="29">
                  <c:v>43.9</c:v>
                </c:pt>
                <c:pt idx="30">
                  <c:v>43.5</c:v>
                </c:pt>
                <c:pt idx="31">
                  <c:v>44.0</c:v>
                </c:pt>
                <c:pt idx="32">
                  <c:v>43.9</c:v>
                </c:pt>
                <c:pt idx="33">
                  <c:v>44.0</c:v>
                </c:pt>
                <c:pt idx="34">
                  <c:v>43.9</c:v>
                </c:pt>
                <c:pt idx="35">
                  <c:v>43.6</c:v>
                </c:pt>
                <c:pt idx="36">
                  <c:v>44.0</c:v>
                </c:pt>
                <c:pt idx="37">
                  <c:v>44.1</c:v>
                </c:pt>
                <c:pt idx="38">
                  <c:v>44.0</c:v>
                </c:pt>
                <c:pt idx="39">
                  <c:v>43.7</c:v>
                </c:pt>
                <c:pt idx="40">
                  <c:v>43.9</c:v>
                </c:pt>
                <c:pt idx="41">
                  <c:v>43.6</c:v>
                </c:pt>
                <c:pt idx="42">
                  <c:v>44.0</c:v>
                </c:pt>
                <c:pt idx="43">
                  <c:v>43.7</c:v>
                </c:pt>
                <c:pt idx="44">
                  <c:v>43.8</c:v>
                </c:pt>
                <c:pt idx="45">
                  <c:v>43.9</c:v>
                </c:pt>
                <c:pt idx="46">
                  <c:v>43.7</c:v>
                </c:pt>
                <c:pt idx="47">
                  <c:v>43.6</c:v>
                </c:pt>
                <c:pt idx="48">
                  <c:v>44.0</c:v>
                </c:pt>
                <c:pt idx="49">
                  <c:v>44.1</c:v>
                </c:pt>
                <c:pt idx="50">
                  <c:v>44.1</c:v>
                </c:pt>
                <c:pt idx="51">
                  <c:v>43.7</c:v>
                </c:pt>
                <c:pt idx="52">
                  <c:v>43.8</c:v>
                </c:pt>
                <c:pt idx="53">
                  <c:v>44.0</c:v>
                </c:pt>
                <c:pt idx="54">
                  <c:v>44.1</c:v>
                </c:pt>
                <c:pt idx="55">
                  <c:v>44.1</c:v>
                </c:pt>
                <c:pt idx="56">
                  <c:v>44.1</c:v>
                </c:pt>
                <c:pt idx="57">
                  <c:v>44.1</c:v>
                </c:pt>
                <c:pt idx="58">
                  <c:v>44.1</c:v>
                </c:pt>
                <c:pt idx="59">
                  <c:v>44.1</c:v>
                </c:pt>
                <c:pt idx="60">
                  <c:v>44.0</c:v>
                </c:pt>
                <c:pt idx="61">
                  <c:v>44.1</c:v>
                </c:pt>
                <c:pt idx="62">
                  <c:v>44.0</c:v>
                </c:pt>
                <c:pt idx="63">
                  <c:v>43.9</c:v>
                </c:pt>
                <c:pt idx="64">
                  <c:v>44.1</c:v>
                </c:pt>
                <c:pt idx="65">
                  <c:v>44.1</c:v>
                </c:pt>
                <c:pt idx="66">
                  <c:v>44.1</c:v>
                </c:pt>
                <c:pt idx="67">
                  <c:v>44.1</c:v>
                </c:pt>
                <c:pt idx="68">
                  <c:v>43.9</c:v>
                </c:pt>
                <c:pt idx="69">
                  <c:v>44.1</c:v>
                </c:pt>
                <c:pt idx="70">
                  <c:v>44.1</c:v>
                </c:pt>
                <c:pt idx="71">
                  <c:v>44.1</c:v>
                </c:pt>
                <c:pt idx="72">
                  <c:v>44.1</c:v>
                </c:pt>
                <c:pt idx="73">
                  <c:v>44.1</c:v>
                </c:pt>
                <c:pt idx="74">
                  <c:v>43.9</c:v>
                </c:pt>
                <c:pt idx="75">
                  <c:v>44.1</c:v>
                </c:pt>
                <c:pt idx="76">
                  <c:v>44.1</c:v>
                </c:pt>
                <c:pt idx="77">
                  <c:v>43.8</c:v>
                </c:pt>
                <c:pt idx="78">
                  <c:v>43.8</c:v>
                </c:pt>
                <c:pt idx="79">
                  <c:v>43.8</c:v>
                </c:pt>
                <c:pt idx="80">
                  <c:v>44.1</c:v>
                </c:pt>
                <c:pt idx="81">
                  <c:v>44.1</c:v>
                </c:pt>
                <c:pt idx="82">
                  <c:v>44.1</c:v>
                </c:pt>
                <c:pt idx="83">
                  <c:v>44.1</c:v>
                </c:pt>
                <c:pt idx="84">
                  <c:v>44.1</c:v>
                </c:pt>
                <c:pt idx="85">
                  <c:v>44.1</c:v>
                </c:pt>
                <c:pt idx="86">
                  <c:v>44.1</c:v>
                </c:pt>
                <c:pt idx="87">
                  <c:v>44.1</c:v>
                </c:pt>
                <c:pt idx="88">
                  <c:v>44.1</c:v>
                </c:pt>
                <c:pt idx="89">
                  <c:v>44.1</c:v>
                </c:pt>
                <c:pt idx="90">
                  <c:v>44.1</c:v>
                </c:pt>
                <c:pt idx="91">
                  <c:v>44.1</c:v>
                </c:pt>
                <c:pt idx="92">
                  <c:v>44.1</c:v>
                </c:pt>
                <c:pt idx="93">
                  <c:v>44.1</c:v>
                </c:pt>
                <c:pt idx="94">
                  <c:v>43.8</c:v>
                </c:pt>
                <c:pt idx="95">
                  <c:v>43.7</c:v>
                </c:pt>
                <c:pt idx="96">
                  <c:v>43.9</c:v>
                </c:pt>
                <c:pt idx="97">
                  <c:v>43.9</c:v>
                </c:pt>
                <c:pt idx="98">
                  <c:v>44.1</c:v>
                </c:pt>
                <c:pt idx="99">
                  <c:v>43.9</c:v>
                </c:pt>
                <c:pt idx="100">
                  <c:v>44.0</c:v>
                </c:pt>
                <c:pt idx="101">
                  <c:v>44.1</c:v>
                </c:pt>
                <c:pt idx="102">
                  <c:v>43.7</c:v>
                </c:pt>
                <c:pt idx="103">
                  <c:v>44.1</c:v>
                </c:pt>
                <c:pt idx="104">
                  <c:v>43.9</c:v>
                </c:pt>
                <c:pt idx="105">
                  <c:v>43.8</c:v>
                </c:pt>
                <c:pt idx="106">
                  <c:v>44.1</c:v>
                </c:pt>
                <c:pt idx="107">
                  <c:v>44.1</c:v>
                </c:pt>
                <c:pt idx="108">
                  <c:v>43.7</c:v>
                </c:pt>
                <c:pt idx="109">
                  <c:v>44.1</c:v>
                </c:pt>
                <c:pt idx="110">
                  <c:v>43.8</c:v>
                </c:pt>
                <c:pt idx="111">
                  <c:v>44.1</c:v>
                </c:pt>
                <c:pt idx="112">
                  <c:v>43.9</c:v>
                </c:pt>
                <c:pt idx="113">
                  <c:v>44.0</c:v>
                </c:pt>
                <c:pt idx="114">
                  <c:v>43.5</c:v>
                </c:pt>
                <c:pt idx="115">
                  <c:v>44.1</c:v>
                </c:pt>
                <c:pt idx="116">
                  <c:v>44.1</c:v>
                </c:pt>
                <c:pt idx="117">
                  <c:v>44.1</c:v>
                </c:pt>
                <c:pt idx="118">
                  <c:v>43.7</c:v>
                </c:pt>
                <c:pt idx="119">
                  <c:v>44.1</c:v>
                </c:pt>
                <c:pt idx="120">
                  <c:v>44.0</c:v>
                </c:pt>
                <c:pt idx="121">
                  <c:v>43.9</c:v>
                </c:pt>
                <c:pt idx="122">
                  <c:v>44.1</c:v>
                </c:pt>
                <c:pt idx="123">
                  <c:v>44.1</c:v>
                </c:pt>
                <c:pt idx="124">
                  <c:v>44.1</c:v>
                </c:pt>
                <c:pt idx="125">
                  <c:v>44.1</c:v>
                </c:pt>
                <c:pt idx="126">
                  <c:v>44.1</c:v>
                </c:pt>
                <c:pt idx="127">
                  <c:v>44.1</c:v>
                </c:pt>
                <c:pt idx="128">
                  <c:v>43.7</c:v>
                </c:pt>
                <c:pt idx="129">
                  <c:v>43.7</c:v>
                </c:pt>
                <c:pt idx="130">
                  <c:v>44.1</c:v>
                </c:pt>
                <c:pt idx="131">
                  <c:v>43.9</c:v>
                </c:pt>
                <c:pt idx="132">
                  <c:v>43.9</c:v>
                </c:pt>
                <c:pt idx="133">
                  <c:v>43.8</c:v>
                </c:pt>
                <c:pt idx="134">
                  <c:v>44.1</c:v>
                </c:pt>
                <c:pt idx="135">
                  <c:v>44.1</c:v>
                </c:pt>
                <c:pt idx="136">
                  <c:v>44.1</c:v>
                </c:pt>
                <c:pt idx="137">
                  <c:v>43.9</c:v>
                </c:pt>
                <c:pt idx="138">
                  <c:v>44.1</c:v>
                </c:pt>
                <c:pt idx="139">
                  <c:v>44.1</c:v>
                </c:pt>
                <c:pt idx="140">
                  <c:v>43.8</c:v>
                </c:pt>
                <c:pt idx="141">
                  <c:v>43.8</c:v>
                </c:pt>
                <c:pt idx="142">
                  <c:v>44.1</c:v>
                </c:pt>
                <c:pt idx="143">
                  <c:v>44.1</c:v>
                </c:pt>
                <c:pt idx="144">
                  <c:v>44.1</c:v>
                </c:pt>
                <c:pt idx="145">
                  <c:v>44.1</c:v>
                </c:pt>
                <c:pt idx="146">
                  <c:v>44.1</c:v>
                </c:pt>
                <c:pt idx="147">
                  <c:v>44.1</c:v>
                </c:pt>
                <c:pt idx="148">
                  <c:v>44.1</c:v>
                </c:pt>
                <c:pt idx="149">
                  <c:v>44.1</c:v>
                </c:pt>
                <c:pt idx="150">
                  <c:v>44.1</c:v>
                </c:pt>
                <c:pt idx="151">
                  <c:v>43.9</c:v>
                </c:pt>
                <c:pt idx="152">
                  <c:v>44.1</c:v>
                </c:pt>
                <c:pt idx="153">
                  <c:v>44.0</c:v>
                </c:pt>
                <c:pt idx="154">
                  <c:v>43.8</c:v>
                </c:pt>
                <c:pt idx="155">
                  <c:v>44.0</c:v>
                </c:pt>
                <c:pt idx="156">
                  <c:v>43.9</c:v>
                </c:pt>
                <c:pt idx="157">
                  <c:v>43.6</c:v>
                </c:pt>
                <c:pt idx="158">
                  <c:v>43.8</c:v>
                </c:pt>
                <c:pt idx="159">
                  <c:v>44.1</c:v>
                </c:pt>
                <c:pt idx="160">
                  <c:v>44.1</c:v>
                </c:pt>
                <c:pt idx="161">
                  <c:v>44.1</c:v>
                </c:pt>
                <c:pt idx="162">
                  <c:v>44.1</c:v>
                </c:pt>
                <c:pt idx="163">
                  <c:v>44.1</c:v>
                </c:pt>
                <c:pt idx="164">
                  <c:v>44.1</c:v>
                </c:pt>
                <c:pt idx="165">
                  <c:v>44.1</c:v>
                </c:pt>
                <c:pt idx="166">
                  <c:v>44.1</c:v>
                </c:pt>
                <c:pt idx="167">
                  <c:v>44.1</c:v>
                </c:pt>
                <c:pt idx="168">
                  <c:v>44.1</c:v>
                </c:pt>
                <c:pt idx="169">
                  <c:v>44.0</c:v>
                </c:pt>
                <c:pt idx="170">
                  <c:v>44.1</c:v>
                </c:pt>
                <c:pt idx="171">
                  <c:v>40.5</c:v>
                </c:pt>
                <c:pt idx="172">
                  <c:v>36.9</c:v>
                </c:pt>
                <c:pt idx="173">
                  <c:v>36.3</c:v>
                </c:pt>
                <c:pt idx="174">
                  <c:v>34.6</c:v>
                </c:pt>
                <c:pt idx="175">
                  <c:v>30.7</c:v>
                </c:pt>
                <c:pt idx="176">
                  <c:v>32.1</c:v>
                </c:pt>
                <c:pt idx="177">
                  <c:v>33.1</c:v>
                </c:pt>
                <c:pt idx="178">
                  <c:v>32.6</c:v>
                </c:pt>
                <c:pt idx="179">
                  <c:v>31.5</c:v>
                </c:pt>
                <c:pt idx="180">
                  <c:v>30.8</c:v>
                </c:pt>
                <c:pt idx="181">
                  <c:v>31.2</c:v>
                </c:pt>
                <c:pt idx="182">
                  <c:v>28.8</c:v>
                </c:pt>
                <c:pt idx="183">
                  <c:v>29.7</c:v>
                </c:pt>
                <c:pt idx="184">
                  <c:v>29.8</c:v>
                </c:pt>
                <c:pt idx="185">
                  <c:v>18.0</c:v>
                </c:pt>
                <c:pt idx="186">
                  <c:v>17.2</c:v>
                </c:pt>
                <c:pt idx="187">
                  <c:v>18.9</c:v>
                </c:pt>
                <c:pt idx="188">
                  <c:v>16.0</c:v>
                </c:pt>
                <c:pt idx="189">
                  <c:v>18.7</c:v>
                </c:pt>
                <c:pt idx="190">
                  <c:v>14.9</c:v>
                </c:pt>
                <c:pt idx="191">
                  <c:v>16.3</c:v>
                </c:pt>
                <c:pt idx="192">
                  <c:v>18.6</c:v>
                </c:pt>
                <c:pt idx="193">
                  <c:v>15.1</c:v>
                </c:pt>
                <c:pt idx="194">
                  <c:v>11.7</c:v>
                </c:pt>
                <c:pt idx="195">
                  <c:v>12.9</c:v>
                </c:pt>
                <c:pt idx="196">
                  <c:v>12.6</c:v>
                </c:pt>
                <c:pt idx="197">
                  <c:v>10.7</c:v>
                </c:pt>
                <c:pt idx="198">
                  <c:v>11.7</c:v>
                </c:pt>
                <c:pt idx="199">
                  <c:v>13.4</c:v>
                </c:pt>
                <c:pt idx="200">
                  <c:v>14.6</c:v>
                </c:pt>
                <c:pt idx="201">
                  <c:v>12.0</c:v>
                </c:pt>
                <c:pt idx="202">
                  <c:v>10.6</c:v>
                </c:pt>
                <c:pt idx="203">
                  <c:v>11.3</c:v>
                </c:pt>
                <c:pt idx="204">
                  <c:v>13.1</c:v>
                </c:pt>
                <c:pt idx="205">
                  <c:v>13.2</c:v>
                </c:pt>
                <c:pt idx="206">
                  <c:v>11.1</c:v>
                </c:pt>
                <c:pt idx="207">
                  <c:v>10.3</c:v>
                </c:pt>
                <c:pt idx="208">
                  <c:v>13.2</c:v>
                </c:pt>
                <c:pt idx="209">
                  <c:v>12.8</c:v>
                </c:pt>
                <c:pt idx="210">
                  <c:v>6.9</c:v>
                </c:pt>
                <c:pt idx="211">
                  <c:v>11.6</c:v>
                </c:pt>
                <c:pt idx="212">
                  <c:v>10.6</c:v>
                </c:pt>
                <c:pt idx="213">
                  <c:v>10.5</c:v>
                </c:pt>
                <c:pt idx="214">
                  <c:v>11.4</c:v>
                </c:pt>
                <c:pt idx="215">
                  <c:v>11.2</c:v>
                </c:pt>
                <c:pt idx="216">
                  <c:v>11.3</c:v>
                </c:pt>
                <c:pt idx="217">
                  <c:v>9.7</c:v>
                </c:pt>
                <c:pt idx="218">
                  <c:v>10.4</c:v>
                </c:pt>
                <c:pt idx="219">
                  <c:v>12.2</c:v>
                </c:pt>
                <c:pt idx="220">
                  <c:v>11.1</c:v>
                </c:pt>
                <c:pt idx="221">
                  <c:v>10.5</c:v>
                </c:pt>
                <c:pt idx="222">
                  <c:v>9.5</c:v>
                </c:pt>
                <c:pt idx="223">
                  <c:v>9.0</c:v>
                </c:pt>
                <c:pt idx="224">
                  <c:v>9.0</c:v>
                </c:pt>
                <c:pt idx="225">
                  <c:v>10.1</c:v>
                </c:pt>
                <c:pt idx="226">
                  <c:v>10.6</c:v>
                </c:pt>
                <c:pt idx="227">
                  <c:v>1.1</c:v>
                </c:pt>
                <c:pt idx="228">
                  <c:v>12.5</c:v>
                </c:pt>
                <c:pt idx="229">
                  <c:v>9.6</c:v>
                </c:pt>
                <c:pt idx="230">
                  <c:v>10.3</c:v>
                </c:pt>
                <c:pt idx="231">
                  <c:v>13.4</c:v>
                </c:pt>
                <c:pt idx="232">
                  <c:v>13.3</c:v>
                </c:pt>
                <c:pt idx="233">
                  <c:v>11.9</c:v>
                </c:pt>
                <c:pt idx="234">
                  <c:v>14.9</c:v>
                </c:pt>
                <c:pt idx="235">
                  <c:v>13.8</c:v>
                </c:pt>
                <c:pt idx="236">
                  <c:v>14.9</c:v>
                </c:pt>
                <c:pt idx="237">
                  <c:v>11.2</c:v>
                </c:pt>
                <c:pt idx="238">
                  <c:v>11.2</c:v>
                </c:pt>
                <c:pt idx="239">
                  <c:v>10.8</c:v>
                </c:pt>
                <c:pt idx="240">
                  <c:v>11.5</c:v>
                </c:pt>
                <c:pt idx="241">
                  <c:v>11.8</c:v>
                </c:pt>
                <c:pt idx="242">
                  <c:v>15.6</c:v>
                </c:pt>
                <c:pt idx="243">
                  <c:v>15.7</c:v>
                </c:pt>
                <c:pt idx="244">
                  <c:v>15.0</c:v>
                </c:pt>
                <c:pt idx="245">
                  <c:v>17.5</c:v>
                </c:pt>
                <c:pt idx="246">
                  <c:v>13.1</c:v>
                </c:pt>
                <c:pt idx="247">
                  <c:v>11.6</c:v>
                </c:pt>
                <c:pt idx="248">
                  <c:v>0.0</c:v>
                </c:pt>
                <c:pt idx="249">
                  <c:v>0.0</c:v>
                </c:pt>
                <c:pt idx="250">
                  <c:v>0.0</c:v>
                </c:pt>
                <c:pt idx="251">
                  <c:v>8.8</c:v>
                </c:pt>
                <c:pt idx="252">
                  <c:v>11.9</c:v>
                </c:pt>
                <c:pt idx="253">
                  <c:v>8.1</c:v>
                </c:pt>
                <c:pt idx="254">
                  <c:v>7.2</c:v>
                </c:pt>
                <c:pt idx="255">
                  <c:v>11.7</c:v>
                </c:pt>
                <c:pt idx="256">
                  <c:v>13.0</c:v>
                </c:pt>
                <c:pt idx="257">
                  <c:v>12.6</c:v>
                </c:pt>
                <c:pt idx="258">
                  <c:v>8.2</c:v>
                </c:pt>
                <c:pt idx="259">
                  <c:v>4.5</c:v>
                </c:pt>
                <c:pt idx="260">
                  <c:v>4.5</c:v>
                </c:pt>
                <c:pt idx="261">
                  <c:v>2.3</c:v>
                </c:pt>
                <c:pt idx="262">
                  <c:v>0.0</c:v>
                </c:pt>
                <c:pt idx="263">
                  <c:v>0.0</c:v>
                </c:pt>
                <c:pt idx="264">
                  <c:v>1.5</c:v>
                </c:pt>
                <c:pt idx="265">
                  <c:v>0.0</c:v>
                </c:pt>
                <c:pt idx="266">
                  <c:v>0.0</c:v>
                </c:pt>
                <c:pt idx="267">
                  <c:v>0.0</c:v>
                </c:pt>
                <c:pt idx="268">
                  <c:v>0.0</c:v>
                </c:pt>
                <c:pt idx="269">
                  <c:v>0.0</c:v>
                </c:pt>
                <c:pt idx="270">
                  <c:v>2.5</c:v>
                </c:pt>
                <c:pt idx="271">
                  <c:v>11.1</c:v>
                </c:pt>
                <c:pt idx="272">
                  <c:v>13.6</c:v>
                </c:pt>
                <c:pt idx="273">
                  <c:v>14.3</c:v>
                </c:pt>
                <c:pt idx="274">
                  <c:v>15.6</c:v>
                </c:pt>
                <c:pt idx="275">
                  <c:v>16.0</c:v>
                </c:pt>
                <c:pt idx="276">
                  <c:v>15.2</c:v>
                </c:pt>
                <c:pt idx="277">
                  <c:v>13.6</c:v>
                </c:pt>
                <c:pt idx="278">
                  <c:v>13.5</c:v>
                </c:pt>
                <c:pt idx="279">
                  <c:v>12.8</c:v>
                </c:pt>
                <c:pt idx="280">
                  <c:v>12.5</c:v>
                </c:pt>
                <c:pt idx="281">
                  <c:v>11.5</c:v>
                </c:pt>
                <c:pt idx="282">
                  <c:v>11.9</c:v>
                </c:pt>
                <c:pt idx="283">
                  <c:v>9.6</c:v>
                </c:pt>
                <c:pt idx="284">
                  <c:v>9.6</c:v>
                </c:pt>
                <c:pt idx="285">
                  <c:v>13.5</c:v>
                </c:pt>
                <c:pt idx="286">
                  <c:v>15.4</c:v>
                </c:pt>
                <c:pt idx="287">
                  <c:v>15.4</c:v>
                </c:pt>
                <c:pt idx="288">
                  <c:v>13.2</c:v>
                </c:pt>
                <c:pt idx="289">
                  <c:v>13.9</c:v>
                </c:pt>
                <c:pt idx="290">
                  <c:v>7.1</c:v>
                </c:pt>
                <c:pt idx="291">
                  <c:v>2.5</c:v>
                </c:pt>
                <c:pt idx="292">
                  <c:v>0.0</c:v>
                </c:pt>
                <c:pt idx="293">
                  <c:v>0.0</c:v>
                </c:pt>
                <c:pt idx="294">
                  <c:v>0.0</c:v>
                </c:pt>
                <c:pt idx="295">
                  <c:v>0.0</c:v>
                </c:pt>
                <c:pt idx="296">
                  <c:v>0.0</c:v>
                </c:pt>
                <c:pt idx="297">
                  <c:v>0.0</c:v>
                </c:pt>
                <c:pt idx="298">
                  <c:v>0.0</c:v>
                </c:pt>
                <c:pt idx="299">
                  <c:v>0.0</c:v>
                </c:pt>
                <c:pt idx="300">
                  <c:v>0.0</c:v>
                </c:pt>
                <c:pt idx="301">
                  <c:v>0.0</c:v>
                </c:pt>
                <c:pt idx="302">
                  <c:v>0.0</c:v>
                </c:pt>
                <c:pt idx="303">
                  <c:v>0.0</c:v>
                </c:pt>
                <c:pt idx="304">
                  <c:v>0.0</c:v>
                </c:pt>
                <c:pt idx="305">
                  <c:v>0.0</c:v>
                </c:pt>
                <c:pt idx="306">
                  <c:v>0.0</c:v>
                </c:pt>
                <c:pt idx="307">
                  <c:v>0.0</c:v>
                </c:pt>
                <c:pt idx="308">
                  <c:v>0.0</c:v>
                </c:pt>
                <c:pt idx="309">
                  <c:v>0.0</c:v>
                </c:pt>
                <c:pt idx="310">
                  <c:v>0.0</c:v>
                </c:pt>
                <c:pt idx="311">
                  <c:v>0.0</c:v>
                </c:pt>
                <c:pt idx="312">
                  <c:v>0.0</c:v>
                </c:pt>
                <c:pt idx="313">
                  <c:v>0.0</c:v>
                </c:pt>
                <c:pt idx="314">
                  <c:v>0.0</c:v>
                </c:pt>
                <c:pt idx="315">
                  <c:v>0.0</c:v>
                </c:pt>
                <c:pt idx="316">
                  <c:v>0.0</c:v>
                </c:pt>
                <c:pt idx="317">
                  <c:v>0.0</c:v>
                </c:pt>
                <c:pt idx="318">
                  <c:v>0.0</c:v>
                </c:pt>
                <c:pt idx="319">
                  <c:v>0.0</c:v>
                </c:pt>
                <c:pt idx="320">
                  <c:v>0.0</c:v>
                </c:pt>
              </c:numCache>
            </c:numRef>
          </c:yVal>
          <c:smooth val="0"/>
        </c:ser>
        <c:ser>
          <c:idx val="3"/>
          <c:order val="3"/>
          <c:tx>
            <c:strRef>
              <c:f>Sheet1!$B$970</c:f>
              <c:strCache>
                <c:ptCount val="1"/>
                <c:pt idx="0">
                  <c:v>Lead time 24 h</c:v>
                </c:pt>
              </c:strCache>
            </c:strRef>
          </c:tx>
          <c:spPr>
            <a:ln w="19050">
              <a:solidFill>
                <a:srgbClr val="D64545"/>
              </a:solidFill>
              <a:prstDash val="sysDot"/>
            </a:ln>
          </c:spPr>
          <c:marker>
            <c:symbol val="none"/>
          </c:marker>
          <c:xVal>
            <c:numRef>
              <c:f>Sheet1!$A$971:$A$972</c:f>
              <c:numCache>
                <c:formatCode>General</c:formatCode>
                <c:ptCount val="2"/>
                <c:pt idx="0">
                  <c:v>-160</c:v>
                </c:pt>
                <c:pt idx="1">
                  <c:v>0</c:v>
                </c:pt>
              </c:numCache>
            </c:numRef>
          </c:xVal>
          <c:yVal>
            <c:numRef>
              <c:f>Sheet1!$B$971:$B$972</c:f>
              <c:numCache>
                <c:formatCode>General</c:formatCode>
                <c:ptCount val="2"/>
                <c:pt idx="0">
                  <c:v>24</c:v>
                </c:pt>
                <c:pt idx="1">
                  <c:v>24</c:v>
                </c:pt>
              </c:numCache>
            </c:numRef>
          </c:yVal>
          <c:smooth val="0"/>
        </c:ser>
        <c:axId val="-2128940872"/>
        <c:axId val="-2129643912"/>
      </c:scatterChart>
      <c:valAx>
        <c:axId val="-2128940872"/>
        <c:scaling>
          <c:orientation val="minMax"/>
          <c:max val="0.0"/>
          <c:min val="-160.0"/>
        </c:scaling>
        <c:delete val="0"/>
        <c:axPos val="b"/>
        <c:title>
          <c:tx>
            <c:rich>
              <a:bodyPr/>
              <a:lstStyle/>
              <a:p>
                <a:r>
                  <a:rPr sz="1200" b="0">
                    <a:solidFill>
                      <a:srgbClr val="5E6E70"/>
                    </a:solidFill>
                  </a:rPr>
                  <a:t>Hours before failure (set 2 bearing 1)</a:t>
                </a:r>
              </a:p>
            </c:rich>
          </c:tx>
          <c:layout/>
          <c:overlay val="0"/>
        </c:title>
        <c:numFmt formatCode="General" sourceLinked="1"/>
        <c:majorTickMark val="out"/>
        <c:minorTickMark val="none"/>
        <c:tickLblPos val="nextTo"/>
        <c:spPr>
          <a:ln>
            <a:solidFill>
              <a:srgbClr val="B9C4C5"/>
            </a:solidFill>
          </a:ln>
        </c:spPr>
        <c:txPr>
          <a:bodyPr/>
          <a:lstStyle/>
          <a:p>
            <a:pPr>
              <a:defRPr sz="1200">
                <a:solidFill>
                  <a:srgbClr val="5E6E70"/>
                </a:solidFill>
              </a:defRPr>
            </a:pPr>
          </a:p>
        </c:txPr>
        <c:crossAx val="-2129643912"/>
        <c:crosses val="autoZero"/>
        <c:crossBetween val="midCat"/>
        <c:majorUnit val="20.0"/>
      </c:valAx>
      <c:valAx>
        <c:axId val="-2129643912"/>
        <c:scaling>
          <c:orientation val="minMax"/>
          <c:max val="110.0"/>
          <c:min val="0.0"/>
        </c:scaling>
        <c:delete val="0"/>
        <c:axPos val="l"/>
        <c:majorGridlines>
          <c:spPr>
            <a:ln w="9525">
              <a:solidFill>
                <a:srgbClr val="E1E8E7"/>
              </a:solidFill>
            </a:ln>
          </c:spPr>
        </c:majorGridlines>
        <c:title>
          <c:tx>
            <c:rich>
              <a:bodyPr/>
              <a:lstStyle/>
              <a:p>
                <a:r>
                  <a:rPr sz="1200" b="0">
                    <a:solidFill>
                      <a:srgbClr val="5E6E70"/>
                    </a:solidFill>
                  </a:rPr>
                  <a:t>RUL (h)</a:t>
                </a:r>
              </a:p>
            </c:rich>
          </c:tx>
          <c:layout/>
          <c:overlay val="0"/>
        </c:title>
        <c:numFmt formatCode="General" sourceLinked="1"/>
        <c:majorTickMark val="out"/>
        <c:minorTickMark val="none"/>
        <c:tickLblPos val="nextTo"/>
        <c:spPr>
          <a:ln>
            <a:solidFill>
              <a:srgbClr val="B9C4C5"/>
            </a:solidFill>
          </a:ln>
        </c:spPr>
        <c:txPr>
          <a:bodyPr/>
          <a:lstStyle/>
          <a:p>
            <a:pPr>
              <a:defRPr sz="1200">
                <a:solidFill>
                  <a:srgbClr val="5E6E70"/>
                </a:solidFill>
              </a:defRPr>
            </a:pPr>
          </a:p>
        </c:txPr>
        <c:crossAx val="-2128940872"/>
        <c:crosses val="min"/>
        <c:crossBetween val="midCat"/>
        <c:majorUnit val="20.0"/>
      </c:valAx>
    </c:plotArea>
    <c:legend>
      <c:legendPos val="t"/>
      <c:layout/>
      <c:overlay val="0"/>
      <c:txPr>
        <a:bodyPr/>
        <a:lstStyle/>
        <a:p>
          <a:pPr>
            <a:defRPr sz="1200"/>
          </a:pPr>
        </a:p>
      </c:txPr>
    </c:legend>
    <c:plotVisOnly val="1"/>
    <c:dispBlanksAs val="gap"/>
    <c:showDLblsOverMax val="0"/>
  </c:chart>
  <c:txPr>
    <a:bodyPr/>
    <a:lstStyle/>
    <a:p>
      <a:pPr>
        <a:defRPr sz="1200">
          <a:solidFill>
            <a:srgbClr val="5E6E70"/>
          </a:solidFil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Failures planned ≥ 24 h ahead (of 4)</c:v>
                </c:pt>
              </c:strCache>
            </c:strRef>
          </c:tx>
          <c:spPr>
            <a:solidFill>
              <a:srgbClr val="1F8A8A"/>
            </a:solidFill>
          </c:spPr>
          <c:cat>
            <c:strRef>
              <c:f>Sheet1!$A$2:$A$4</c:f>
              <c:strCache>
                <c:ptCount val="3"/>
                <c:pt idx="0">
                  <c:v>Model estimate</c:v>
                </c:pt>
                <c:pt idx="1">
                  <c:v>Safe bound</c:v>
                </c:pt>
                <c:pt idx="2">
                  <c:v>Safe bound + Part I alarm</c:v>
                </c:pt>
              </c:strCache>
            </c:strRef>
          </c:cat>
          <c:val>
            <c:numRef>
              <c:f>Sheet1!$B$2:$B$4</c:f>
              <c:numCache>
                <c:formatCode>General</c:formatCode>
                <c:ptCount val="3"/>
                <c:pt idx="0">
                  <c:v>2</c:v>
                </c:pt>
                <c:pt idx="1">
                  <c:v>3</c:v>
                </c:pt>
                <c:pt idx="2">
                  <c:v>3</c:v>
                </c:pt>
              </c:numCache>
            </c:numRef>
          </c:val>
        </c:ser>
        <c:ser>
          <c:idx val="1"/>
          <c:order val="1"/>
          <c:tx>
            <c:strRef>
              <c:f>Sheet1!$C$1</c:f>
              <c:strCache>
                <c:ptCount val="1"/>
                <c:pt idx="0">
                  <c:v>Healthy bearings sent a crew (of 8)</c:v>
                </c:pt>
              </c:strCache>
            </c:strRef>
          </c:tx>
          <c:spPr>
            <a:solidFill>
              <a:srgbClr val="F26B4F"/>
            </a:solidFill>
          </c:spPr>
          <c:cat>
            <c:strRef>
              <c:f>Sheet1!$A$2:$A$4</c:f>
              <c:strCache>
                <c:ptCount val="3"/>
                <c:pt idx="0">
                  <c:v>Model estimate</c:v>
                </c:pt>
                <c:pt idx="1">
                  <c:v>Safe bound</c:v>
                </c:pt>
                <c:pt idx="2">
                  <c:v>Safe bound + Part I alarm</c:v>
                </c:pt>
              </c:strCache>
            </c:strRef>
          </c:cat>
          <c:val>
            <c:numRef>
              <c:f>Sheet1!$C$2:$C$4</c:f>
              <c:numCache>
                <c:formatCode>General</c:formatCode>
                <c:ptCount val="3"/>
                <c:pt idx="0">
                  <c:v>3</c:v>
                </c:pt>
                <c:pt idx="1">
                  <c:v>7</c:v>
                </c:pt>
                <c:pt idx="2">
                  <c:v>2</c:v>
                </c:pt>
              </c:numCache>
            </c:numRef>
          </c:val>
        </c:ser>
        <c:dLbls>
          <c:txPr>
            <a:bodyPr/>
            <a:lstStyle/>
            <a:p>
              <a:pPr>
                <a:defRPr sz="1600" b="1">
                  <a:solidFill>
                    <a:srgbClr val="12262B"/>
                  </a:solidFill>
                </a:defRPr>
              </a:pPr>
            </a:p>
          </c:txPr>
          <c:dLblPos val="outEnd"/>
          <c:showLegendKey val="0"/>
          <c:showVal val="1"/>
          <c:showCatName val="0"/>
          <c:showSerName val="0"/>
          <c:showPercent val="0"/>
          <c:showBubbleSize val="0"/>
          <c:showLeaderLines val="1"/>
        </c:dLbls>
        <c:gapWidth val="60"/>
        <c:overlap val="-10"/>
        <c:axId val="-2068027336"/>
        <c:axId val="-2113994440"/>
      </c:barChart>
      <c:catAx>
        <c:axId val="-2068027336"/>
        <c:scaling>
          <c:orientation val="minMax"/>
        </c:scaling>
        <c:delete val="0"/>
        <c:axPos val="b"/>
        <c:majorTickMark val="out"/>
        <c:minorTickMark val="none"/>
        <c:tickLblPos val="nextTo"/>
        <c:spPr>
          <a:ln>
            <a:solidFill>
              <a:srgbClr val="B9C4C5"/>
            </a:solidFill>
          </a:ln>
        </c:spPr>
        <c:txPr>
          <a:bodyPr/>
          <a:lstStyle/>
          <a:p>
            <a:pPr>
              <a:defRPr sz="1200">
                <a:solidFill>
                  <a:srgbClr val="5E6E70"/>
                </a:solidFill>
              </a:defRPr>
            </a:pPr>
          </a:p>
        </c:txPr>
        <c:crossAx val="-2113994440"/>
        <c:crosses val="autoZero"/>
        <c:auto val="1"/>
        <c:lblAlgn val="ctr"/>
        <c:lblOffset val="100"/>
        <c:noMultiLvlLbl val="0"/>
      </c:catAx>
      <c:valAx>
        <c:axId val="-2113994440"/>
        <c:scaling>
          <c:max val="8.0"/>
          <c:min val="0.0"/>
        </c:scaling>
        <c:delete/>
        <c:axPos val="l"/>
        <c:majorTickMark val="out"/>
        <c:minorTickMark val="none"/>
        <c:tickLblPos val="nextTo"/>
        <c:spPr>
          <a:ln>
            <a:solidFill>
              <a:srgbClr val="B9C4C5"/>
            </a:solidFill>
          </a:ln>
        </c:spPr>
        <c:txPr>
          <a:bodyPr/>
          <a:lstStyle/>
          <a:p>
            <a:pPr>
              <a:defRPr sz="1200">
                <a:solidFill>
                  <a:srgbClr val="5E6E70"/>
                </a:solidFill>
              </a:defRPr>
            </a:pPr>
          </a:p>
        </c:txPr>
        <c:crossAx val="-2068027336"/>
        <c:crosses val="autoZero"/>
        <c:majorUnit val="2.0"/>
      </c:valAx>
    </c:plotArea>
    <c:legend>
      <c:legendPos val="t"/>
      <c:overlay val="0"/>
      <c:txPr>
        <a:bodyPr/>
        <a:lstStyle/>
        <a:p>
          <a:pPr>
            <a:defRPr sz="1200"/>
          </a:pPr>
        </a:p>
      </c:txPr>
    </c:legend>
    <c:dispBlanksAs val="gap"/>
  </c:chart>
  <c:txPr>
    <a:bodyPr/>
    <a:lstStyle/>
    <a:p>
      <a:pPr>
        <a:defRPr sz="1200">
          <a:solidFill>
            <a:srgbClr val="5E6E70"/>
          </a:solidFil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Model estimate</c:v>
                </c:pt>
              </c:strCache>
            </c:strRef>
          </c:tx>
          <c:spPr>
            <a:solidFill>
              <a:srgbClr val="B9C4C5"/>
            </a:solidFill>
          </c:spPr>
          <c:cat>
            <c:strRef>
              <c:f>Sheet1!$A$2:$A$5</c:f>
              <c:strCache>
                <c:ptCount val="4"/>
                <c:pt idx="0">
                  <c:v>Set 1 B3
inner race</c:v>
                </c:pt>
                <c:pt idx="1">
                  <c:v>Set 1 B4
roller element</c:v>
                </c:pt>
                <c:pt idx="2">
                  <c:v>Set 2 B1
outer race</c:v>
                </c:pt>
                <c:pt idx="3">
                  <c:v>Set 3 B3
outer race</c:v>
                </c:pt>
              </c:strCache>
            </c:strRef>
          </c:cat>
          <c:val>
            <c:numRef>
              <c:f>Sheet1!$B$2:$B$5</c:f>
              <c:numCache>
                <c:formatCode>General</c:formatCode>
                <c:ptCount val="4"/>
                <c:pt idx="0">
                  <c:v>0</c:v>
                </c:pt>
                <c:pt idx="1">
                  <c:v>119</c:v>
                </c:pt>
                <c:pt idx="2">
                  <c:v>7</c:v>
                </c:pt>
                <c:pt idx="3">
                  <c:v>26</c:v>
                </c:pt>
              </c:numCache>
            </c:numRef>
          </c:val>
        </c:ser>
        <c:ser>
          <c:idx val="1"/>
          <c:order val="1"/>
          <c:tx>
            <c:strRef>
              <c:f>Sheet1!$C$1</c:f>
              <c:strCache>
                <c:ptCount val="1"/>
                <c:pt idx="0">
                  <c:v>Safe bound + Part I alarm (ours)</c:v>
                </c:pt>
              </c:strCache>
            </c:strRef>
          </c:tx>
          <c:spPr>
            <a:solidFill>
              <a:srgbClr val="F26B4F"/>
            </a:solidFill>
          </c:spPr>
          <c:cat>
            <c:strRef>
              <c:f>Sheet1!$A$2:$A$5</c:f>
              <c:strCache>
                <c:ptCount val="4"/>
                <c:pt idx="0">
                  <c:v>Set 1 B3
inner race</c:v>
                </c:pt>
                <c:pt idx="1">
                  <c:v>Set 1 B4
roller element</c:v>
                </c:pt>
                <c:pt idx="2">
                  <c:v>Set 2 B1
outer race</c:v>
                </c:pt>
                <c:pt idx="3">
                  <c:v>Set 3 B3
outer race</c:v>
                </c:pt>
              </c:strCache>
            </c:strRef>
          </c:cat>
          <c:val>
            <c:numRef>
              <c:f>Sheet1!$C$2:$C$5</c:f>
              <c:numCache>
                <c:formatCode>General</c:formatCode>
                <c:ptCount val="4"/>
                <c:pt idx="0">
                  <c:v>10</c:v>
                </c:pt>
                <c:pt idx="1">
                  <c:v>97</c:v>
                </c:pt>
                <c:pt idx="2">
                  <c:v>67</c:v>
                </c:pt>
                <c:pt idx="3">
                  <c:v>53</c:v>
                </c:pt>
              </c:numCache>
            </c:numRef>
          </c:val>
        </c:ser>
        <c:dLbls>
          <c:numFmt formatCode="0&quot; h&quot;" sourceLinked="0"/>
          <c:txPr>
            <a:bodyPr/>
            <a:lstStyle/>
            <a:p>
              <a:pPr>
                <a:defRPr sz="1400" b="1">
                  <a:solidFill>
                    <a:srgbClr val="12262B"/>
                  </a:solidFill>
                </a:defRPr>
              </a:pPr>
            </a:p>
          </c:txPr>
          <c:dLblPos val="outEnd"/>
          <c:showLegendKey val="0"/>
          <c:showVal val="1"/>
          <c:showCatName val="0"/>
          <c:showSerName val="0"/>
          <c:showPercent val="0"/>
          <c:showBubbleSize val="0"/>
          <c:showLeaderLines val="1"/>
        </c:dLbls>
        <c:gapWidth val="60"/>
        <c:overlap val="-10"/>
        <c:axId val="-2068027336"/>
        <c:axId val="-2113994440"/>
      </c:barChart>
      <c:catAx>
        <c:axId val="-2068027336"/>
        <c:scaling>
          <c:orientation val="minMax"/>
        </c:scaling>
        <c:delete val="0"/>
        <c:axPos val="b"/>
        <c:majorTickMark val="out"/>
        <c:minorTickMark val="none"/>
        <c:tickLblPos val="nextTo"/>
        <c:spPr>
          <a:ln>
            <a:solidFill>
              <a:srgbClr val="B9C4C5"/>
            </a:solidFill>
          </a:ln>
        </c:spPr>
        <c:txPr>
          <a:bodyPr/>
          <a:lstStyle/>
          <a:p>
            <a:pPr>
              <a:defRPr sz="1200">
                <a:solidFill>
                  <a:srgbClr val="5E6E70"/>
                </a:solidFill>
              </a:defRPr>
            </a:pPr>
          </a:p>
        </c:txPr>
        <c:crossAx val="-2113994440"/>
        <c:crosses val="autoZero"/>
        <c:auto val="1"/>
        <c:lblAlgn val="ctr"/>
        <c:lblOffset val="100"/>
        <c:noMultiLvlLbl val="0"/>
      </c:catAx>
      <c:valAx>
        <c:axId val="-2113994440"/>
        <c:scaling>
          <c:max val="144.0"/>
          <c:min val="0.0"/>
        </c:scaling>
        <c:delete val="0"/>
        <c:axPos val="l"/>
        <c:majorGridlines>
          <c:spPr>
            <a:ln w="9525">
              <a:solidFill>
                <a:srgbClr val="E1E8E7"/>
              </a:solidFill>
            </a:ln>
          </c:spPr>
        </c:majorGridlines>
        <c:title>
          <c:tx>
            <c:rich>
              <a:bodyPr/>
              <a:lstStyle/>
              <a:p>
                <a:r>
                  <a:rPr sz="1200" b="0">
                    <a:solidFill>
                      <a:srgbClr val="5E6E70"/>
                    </a:solidFill>
                  </a:rPr>
                  <a:t>Hours of warning before failure</a:t>
                </a:r>
              </a:p>
            </c:rich>
          </c:tx>
          <c:layout/>
          <c:overlay val="0"/>
        </c:title>
        <c:majorTickMark val="out"/>
        <c:minorTickMark val="none"/>
        <c:tickLblPos val="nextTo"/>
        <c:spPr>
          <a:ln>
            <a:solidFill>
              <a:srgbClr val="B9C4C5"/>
            </a:solidFill>
          </a:ln>
        </c:spPr>
        <c:txPr>
          <a:bodyPr/>
          <a:lstStyle/>
          <a:p>
            <a:pPr>
              <a:defRPr sz="1200">
                <a:solidFill>
                  <a:srgbClr val="5E6E70"/>
                </a:solidFill>
              </a:defRPr>
            </a:pPr>
          </a:p>
        </c:txPr>
        <c:crossAx val="-2068027336"/>
        <c:crosses val="autoZero"/>
        <c:majorUnit val="24.0"/>
      </c:valAx>
    </c:plotArea>
    <c:legend>
      <c:legendPos val="t"/>
      <c:overlay val="0"/>
      <c:txPr>
        <a:bodyPr/>
        <a:lstStyle/>
        <a:p>
          <a:pPr>
            <a:defRPr sz="1200"/>
          </a:pPr>
        </a:p>
      </c:txPr>
    </c:legend>
    <c:dispBlanksAs val="gap"/>
  </c:chart>
  <c:txPr>
    <a:bodyPr/>
    <a:lstStyle/>
    <a:p>
      <a:pPr>
        <a:defRPr sz="1200">
          <a:solidFill>
            <a:srgbClr val="5E6E70"/>
          </a:solidFil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0">
                <a:solidFill>
                  <a:srgbClr val="5E6E70"/>
                </a:solidFill>
              </a:rPr>
              <a:t>RUL error on set 2 B1, last 100 h (RMSE, hours, lower is better)</a:t>
            </a:r>
          </a:p>
        </c:rich>
      </c:tx>
      <c:layout/>
      <c:overlay val="0"/>
    </c:title>
    <c:autoTitleDeleted val="0"/>
    <c:plotArea>
      <c:barChart>
        <c:barDir val="bar"/>
        <c:grouping val="clustered"/>
        <c:varyColors val="0"/>
        <c:ser>
          <c:idx val="0"/>
          <c:order val="0"/>
          <c:tx>
            <c:strRef>
              <c:f>Sheet1!$B$1</c:f>
              <c:strCache>
                <c:ptCount val="1"/>
                <c:pt idx="0">
                  <c:v>RMSE (h)</c:v>
                </c:pt>
              </c:strCache>
            </c:strRef>
          </c:tx>
          <c:dPt>
            <c:idx val="0"/>
            <c:spPr>
              <a:solidFill>
                <a:srgbClr val="D64545"/>
              </a:solidFill>
            </c:spPr>
          </c:dPt>
          <c:dPt>
            <c:idx val="1"/>
            <c:spPr>
              <a:solidFill>
                <a:srgbClr val="B9C4C5"/>
              </a:solidFill>
            </c:spPr>
          </c:dPt>
          <c:dPt>
            <c:idx val="2"/>
            <c:spPr>
              <a:solidFill>
                <a:srgbClr val="1F8A8A"/>
              </a:solidFill>
            </c:spPr>
          </c:dPt>
          <c:cat>
            <c:strRef>
              <c:f>Sheet1!$A$2:$A$4</c:f>
              <c:strCache>
                <c:ptCount val="3"/>
                <c:pt idx="0">
                  <c:v>Chronos-2 (zero-shot)</c:v>
                </c:pt>
                <c:pt idx="1">
                  <c:v>Health-index extrapolation</c:v>
                </c:pt>
                <c:pt idx="2">
                  <c:v>Gradient boosting</c:v>
                </c:pt>
              </c:strCache>
            </c:strRef>
          </c:cat>
          <c:val>
            <c:numRef>
              <c:f>Sheet1!$B$2:$B$4</c:f>
              <c:numCache>
                <c:formatCode>General</c:formatCode>
                <c:ptCount val="3"/>
                <c:pt idx="0">
                  <c:v>55.6</c:v>
                </c:pt>
                <c:pt idx="1">
                  <c:v>42.5</c:v>
                </c:pt>
                <c:pt idx="2">
                  <c:v>25.2</c:v>
                </c:pt>
              </c:numCache>
            </c:numRef>
          </c:val>
        </c:ser>
        <c:dLbls>
          <c:numFmt formatCode="0.0&quot; h&quot;" sourceLinked="0"/>
          <c:txPr>
            <a:bodyPr/>
            <a:lstStyle/>
            <a:p>
              <a:pPr>
                <a:defRPr sz="1600" b="1">
                  <a:solidFill>
                    <a:srgbClr val="12262B"/>
                  </a:solidFill>
                </a:defRPr>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l"/>
        <c:majorTickMark val="out"/>
        <c:minorTickMark val="none"/>
        <c:tickLblPos val="nextTo"/>
        <c:spPr>
          <a:ln>
            <a:solidFill>
              <a:srgbClr val="B9C4C5"/>
            </a:solidFill>
          </a:ln>
        </c:spPr>
        <c:txPr>
          <a:bodyPr/>
          <a:lstStyle/>
          <a:p>
            <a:pPr>
              <a:defRPr sz="1200">
                <a:solidFill>
                  <a:srgbClr val="5E6E70"/>
                </a:solidFill>
              </a:defRPr>
            </a:pPr>
          </a:p>
        </c:txPr>
        <c:crossAx val="-2113994440"/>
        <c:crosses val="autoZero"/>
        <c:auto val="1"/>
        <c:lblAlgn val="ctr"/>
        <c:lblOffset val="100"/>
        <c:noMultiLvlLbl val="0"/>
      </c:catAx>
      <c:valAx>
        <c:axId val="-2113994440"/>
        <c:scaling>
          <c:max val="70.0"/>
          <c:min val="0.0"/>
        </c:scaling>
        <c:delete/>
        <c:axPos val="b"/>
        <c:majorTickMark val="out"/>
        <c:minorTickMark val="none"/>
        <c:tickLblPos val="nextTo"/>
        <c:spPr>
          <a:ln>
            <a:solidFill>
              <a:srgbClr val="B9C4C5"/>
            </a:solidFill>
          </a:ln>
        </c:spPr>
        <c:txPr>
          <a:bodyPr/>
          <a:lstStyle/>
          <a:p>
            <a:pPr>
              <a:defRPr sz="1200">
                <a:solidFill>
                  <a:srgbClr val="5E6E70"/>
                </a:solidFill>
              </a:defRPr>
            </a:pPr>
          </a:p>
        </c:txPr>
        <c:crossAx val="-2068027336"/>
        <c:crosses val="autoZero"/>
        <c:majorUnit val="20.0"/>
      </c:valAx>
    </c:plotArea>
    <c:dispBlanksAs val="gap"/>
  </c:chart>
  <c:txPr>
    <a:bodyPr/>
    <a:lstStyle/>
    <a:p>
      <a:pPr>
        <a:defRPr sz="1200">
          <a:solidFill>
            <a:srgbClr val="5E6E70"/>
          </a:solidFil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II builds on our Part I bearing diagnosis. Part I told us that a bearing is failing and what is broken. Part II answers the maintenance question: how long do we have, and when should we send the crew?</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steps. Step one comes from Part I: the peer-contrast alarm says a bearing is degrading. Step two, a gradient-boosting model trained on the other bearings estimates the remaining useful life. Step three is new: a calibrated safety margin turns that estimate into a decision, plan maintenance once we cannot be sure there are more than 24 hours left.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set 2 bearing 1, held out: the model never saw it. The dashed line is the true remaining life. The blue line is the model's estimate. Seventy hours before failure the model still says about seventy hours, and it only drops below 24 hours seven hours before the end. Over the four failed bearings, the plain estimate plans maintenance in time for only two, and misses set 1 bearing 3 completely.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Conformal prediction. We measure how much the model overestimated remaining life on bearings it did not train on, and take the 90th percentile of those errors as a margin. The safe lower bound is the estimate minus that margin. Calibration only uses the three training bearings, by holding each of them out in turn, so the test bearing never influences its own margin. On set 2 bearing 1 the purple bound drops below 24 hours 67 hours before failure instead of 7.</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margin is wide, so on its own the bound often dips below 24 hours on perfectly healthy bearings: seven of eight would get a crew. The fix is to combine the two parts. Maintenance can only be planned after the Part I peer-contrast alarm has fired. The chart compares the three decision rules: the gated rule keeps the three on-time plans and cuts healthy-bearing alarms to two, and both of those are Part I's own false alarms, so Part II adds none.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Hours of warning per failed bearing, each one held out. Plain estimate in grey, our gated decision in coral. Set 2 bearing 1 goes from 7 to 67 hours, set 3 bearing 3 from 26 to 53, set 1 bearing 4 stays at about 97. Set 1 bearing 3, the inner-race fault, goes from missed to 10 hours: still late, because Part I already showed its fault only becomes visible in the last 12 hours.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tested Chronos-2, a large pretrained time-series model from Amazon, zero-shot on set 2 bearing 1: forecast the health index and see when it crosses the failure threshold. It was worse than both simple baselines. Fifty hours before failure it forecast the index levelling off at about 0.3, while the real index climbed to 1.8. These models learn to continue patterns; a bearing near failure breaks the pattern. That is why we keep physics in Part I and a simple model in Part II.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Summary: Part I's physics-based alarm and Part II's calibrated remaining-life bound work as one system. The bound makes the decision safer, the alarm keeps it quiet on healthy bearings. With only four failures this is a case study, and the inner-race fault shows the limit: no method can warn before the fault is visible in the signal.</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F4C5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6766560" cy="18288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731520" y="3840480"/>
            <a:ext cx="6766560" cy="2377440"/>
          </a:xfrm>
          <a:prstGeom prst="rect">
            <a:avLst/>
          </a:prstGeom>
          <a:noFill/>
          <a:ln/>
        </p:spPr>
        <p:txBody>
          <a:bodyPr wrap="square" rtlCol="0"/>
          <a:lstStyle>
            <a:lvl1pPr algn="l" indent="0" marL="0">
              <a:buNone/>
              <a:defRPr lang="en-US" sz="2000" dirty="0">
                <a:solidFill>
                  <a:schemeClr val="accent6"/>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548640" y="6400800"/>
            <a:ext cx="6400800" cy="274320"/>
          </a:xfrm>
          <a:prstGeom prst="rect">
            <a:avLst/>
          </a:prstGeom>
          <a:noFill/>
          <a:ln/>
        </p:spPr>
        <p:txBody>
          <a:bodyPr wrap="square" lIns="0" tIns="0" rIns="0" bIns="0" rtlCol="0" anchor="ctr"/>
          <a:lstStyle/>
          <a:p>
            <a:pPr indent="0" marL="0">
              <a:buNone/>
            </a:pPr>
            <a:r>
              <a:rPr lang="en-US" sz="1000" dirty="0">
                <a:solidFill>
                  <a:schemeClr val="accent3"/>
                </a:solidFill>
              </a:rPr>
              <a:t>Part II · Predictive maintenance · NASA/IMS bearing dataset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B"/>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B"/>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chart" Target="../charts/char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chart" Target="../charts/char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chart" Target="../charts/char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chart" Target="../charts/char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6766560" cy="1828800"/>
          </a:xfrm>
          <a:prstGeom prst="rect">
            <a:avLst/>
          </a:prstGeom>
          <a:noFill/>
          <a:ln/>
        </p:spPr>
        <p:txBody>
          <a:bodyPr wrap="square" lIns="0" tIns="0" rIns="0" bIns="0" rtlCol="0" anchor="b"/>
          <a:lstStyle/>
          <a:p>
            <a:pPr algn="l" indent="0" marL="0">
              <a:buNone/>
            </a:pPr>
            <a:r>
              <a:rPr lang="en-US" sz="4000" b="1" dirty="0">
                <a:solidFill>
                  <a:schemeClr val="bg1"/>
                </a:solidFill>
              </a:rPr>
              <a:t>When to Repair: Predictive Maintenance for Bearings</a:t>
            </a:r>
            <a:endParaRPr lang="en-US" sz="4000" dirty="0"/>
          </a:p>
        </p:txBody>
      </p:sp>
      <p:sp>
        <p:nvSpPr>
          <p:cNvPr id="3" name="Text 0"/>
          <p:cNvSpPr/>
          <p:nvPr>
            <p:ph idx="101" type="body" hasCustomPrompt="1"/>
          </p:nvPr>
        </p:nvSpPr>
        <p:spPr>
          <a:xfrm>
            <a:off x="731520" y="3840480"/>
            <a:ext cx="6766560" cy="2377440"/>
          </a:xfrm>
          <a:prstGeom prst="rect">
            <a:avLst/>
          </a:prstGeom>
          <a:noFill/>
          <a:ln/>
        </p:spPr>
        <p:txBody>
          <a:bodyPr wrap="square" lIns="0" tIns="0" rIns="0" bIns="0" rtlCol="0" anchor="t"/>
          <a:lstStyle/>
          <a:p>
            <a:pPr algn="l" indent="0" marL="0">
              <a:buNone/>
            </a:pPr>
            <a:r>
              <a:rPr lang="en-US" sz="2000" dirty="0">
                <a:solidFill>
                  <a:schemeClr val="accent6"/>
                </a:solidFill>
              </a:rPr>
              <a:t>Part II · Predictive maintenance with AI</a:t>
            </a:r>
            <a:endParaRPr lang="en-US" sz="2000" dirty="0"/>
          </a:p>
          <a:p>
            <a:pPr algn="l" indent="0" marL="0">
              <a:buNone/>
            </a:pPr>
            <a:r>
              <a:rPr lang="en-US" sz="2000" dirty="0">
                <a:solidFill>
                  <a:schemeClr val="accent6"/>
                </a:solidFill>
              </a:rPr>
              <a:t>NASA/IMS run-to-failure bearing dataset</a:t>
            </a:r>
            <a:endParaRPr lang="en-US" sz="2000" dirty="0"/>
          </a:p>
        </p:txBody>
      </p:sp>
      <p:sp>
        <p:nvSpPr>
          <p:cNvPr id="4" name="outer race"/>
          <p:cNvSpPr/>
          <p:nvPr/>
        </p:nvSpPr>
        <p:spPr>
          <a:xfrm>
            <a:off x="7589520" y="1508760"/>
            <a:ext cx="3840480" cy="3840480"/>
          </a:xfrm>
          <a:prstGeom prst="ellipse">
            <a:avLst/>
          </a:prstGeom>
          <a:solidFill>
            <a:srgbClr val="9CC9C4"/>
          </a:solidFill>
          <a:ln w="12700">
            <a:solidFill>
              <a:srgbClr val="9CC9C4"/>
            </a:solidFill>
            <a:prstDash val="solid"/>
          </a:ln>
        </p:spPr>
      </p:sp>
      <p:sp>
        <p:nvSpPr>
          <p:cNvPr id="5" name="outer race bore"/>
          <p:cNvSpPr/>
          <p:nvPr/>
        </p:nvSpPr>
        <p:spPr>
          <a:xfrm>
            <a:off x="7935163" y="1854403"/>
            <a:ext cx="3149194" cy="3149194"/>
          </a:xfrm>
          <a:prstGeom prst="ellipse">
            <a:avLst/>
          </a:prstGeom>
          <a:solidFill>
            <a:srgbClr val="0F4C5C"/>
          </a:solidFill>
          <a:ln w="12700">
            <a:solidFill>
              <a:srgbClr val="0F4C5C"/>
            </a:solidFill>
            <a:prstDash val="solid"/>
          </a:ln>
        </p:spPr>
      </p:sp>
      <p:sp>
        <p:nvSpPr>
          <p:cNvPr id="6" name="inner race"/>
          <p:cNvSpPr/>
          <p:nvPr/>
        </p:nvSpPr>
        <p:spPr>
          <a:xfrm>
            <a:off x="8549640" y="2468880"/>
            <a:ext cx="1920240" cy="1920240"/>
          </a:xfrm>
          <a:prstGeom prst="ellipse">
            <a:avLst/>
          </a:prstGeom>
          <a:solidFill>
            <a:srgbClr val="9CC9C4"/>
          </a:solidFill>
          <a:ln w="12700">
            <a:solidFill>
              <a:srgbClr val="9CC9C4"/>
            </a:solidFill>
            <a:prstDash val="solid"/>
          </a:ln>
        </p:spPr>
      </p:sp>
      <p:sp>
        <p:nvSpPr>
          <p:cNvPr id="7" name="shaft bore"/>
          <p:cNvSpPr/>
          <p:nvPr/>
        </p:nvSpPr>
        <p:spPr>
          <a:xfrm>
            <a:off x="8895283" y="2814523"/>
            <a:ext cx="1228954" cy="1228954"/>
          </a:xfrm>
          <a:prstGeom prst="ellipse">
            <a:avLst/>
          </a:prstGeom>
          <a:solidFill>
            <a:srgbClr val="0F4C5C"/>
          </a:solidFill>
          <a:ln w="12700">
            <a:solidFill>
              <a:srgbClr val="0F4C5C"/>
            </a:solidFill>
            <a:prstDash val="solid"/>
          </a:ln>
        </p:spPr>
      </p:sp>
      <p:sp>
        <p:nvSpPr>
          <p:cNvPr id="8" name="rolling element 1"/>
          <p:cNvSpPr/>
          <p:nvPr/>
        </p:nvSpPr>
        <p:spPr>
          <a:xfrm>
            <a:off x="10508285" y="3160166"/>
            <a:ext cx="537667" cy="537667"/>
          </a:xfrm>
          <a:prstGeom prst="ellipse">
            <a:avLst/>
          </a:prstGeom>
          <a:solidFill>
            <a:srgbClr val="F26B4F"/>
          </a:solidFill>
          <a:ln w="12700">
            <a:solidFill>
              <a:srgbClr val="F26B4F"/>
            </a:solidFill>
            <a:prstDash val="solid"/>
          </a:ln>
        </p:spPr>
      </p:sp>
      <p:sp>
        <p:nvSpPr>
          <p:cNvPr id="9" name="rolling element 2"/>
          <p:cNvSpPr/>
          <p:nvPr/>
        </p:nvSpPr>
        <p:spPr>
          <a:xfrm>
            <a:off x="10338491" y="3793846"/>
            <a:ext cx="537667" cy="537667"/>
          </a:xfrm>
          <a:prstGeom prst="ellipse">
            <a:avLst/>
          </a:prstGeom>
          <a:solidFill>
            <a:srgbClr val="F26B4F"/>
          </a:solidFill>
          <a:ln w="12700">
            <a:solidFill>
              <a:srgbClr val="F26B4F"/>
            </a:solidFill>
            <a:prstDash val="solid"/>
          </a:ln>
        </p:spPr>
      </p:sp>
      <p:sp>
        <p:nvSpPr>
          <p:cNvPr id="10" name="rolling element 3"/>
          <p:cNvSpPr/>
          <p:nvPr/>
        </p:nvSpPr>
        <p:spPr>
          <a:xfrm>
            <a:off x="9874606" y="4257731"/>
            <a:ext cx="537667" cy="537667"/>
          </a:xfrm>
          <a:prstGeom prst="ellipse">
            <a:avLst/>
          </a:prstGeom>
          <a:solidFill>
            <a:srgbClr val="F26B4F"/>
          </a:solidFill>
          <a:ln w="12700">
            <a:solidFill>
              <a:srgbClr val="F26B4F"/>
            </a:solidFill>
            <a:prstDash val="solid"/>
          </a:ln>
        </p:spPr>
      </p:sp>
      <p:sp>
        <p:nvSpPr>
          <p:cNvPr id="11" name="rolling element 4"/>
          <p:cNvSpPr/>
          <p:nvPr/>
        </p:nvSpPr>
        <p:spPr>
          <a:xfrm>
            <a:off x="9240926" y="4427525"/>
            <a:ext cx="537667" cy="537667"/>
          </a:xfrm>
          <a:prstGeom prst="ellipse">
            <a:avLst/>
          </a:prstGeom>
          <a:solidFill>
            <a:srgbClr val="F26B4F"/>
          </a:solidFill>
          <a:ln w="12700">
            <a:solidFill>
              <a:srgbClr val="F26B4F"/>
            </a:solidFill>
            <a:prstDash val="solid"/>
          </a:ln>
        </p:spPr>
      </p:sp>
      <p:sp>
        <p:nvSpPr>
          <p:cNvPr id="12" name="rolling element 5"/>
          <p:cNvSpPr/>
          <p:nvPr/>
        </p:nvSpPr>
        <p:spPr>
          <a:xfrm>
            <a:off x="8607247" y="4257731"/>
            <a:ext cx="537667" cy="537667"/>
          </a:xfrm>
          <a:prstGeom prst="ellipse">
            <a:avLst/>
          </a:prstGeom>
          <a:solidFill>
            <a:srgbClr val="F26B4F"/>
          </a:solidFill>
          <a:ln w="12700">
            <a:solidFill>
              <a:srgbClr val="F26B4F"/>
            </a:solidFill>
            <a:prstDash val="solid"/>
          </a:ln>
        </p:spPr>
      </p:sp>
      <p:sp>
        <p:nvSpPr>
          <p:cNvPr id="13" name="rolling element 6"/>
          <p:cNvSpPr/>
          <p:nvPr/>
        </p:nvSpPr>
        <p:spPr>
          <a:xfrm>
            <a:off x="8143362" y="3793846"/>
            <a:ext cx="537667" cy="537667"/>
          </a:xfrm>
          <a:prstGeom prst="ellipse">
            <a:avLst/>
          </a:prstGeom>
          <a:solidFill>
            <a:srgbClr val="F26B4F"/>
          </a:solidFill>
          <a:ln w="12700">
            <a:solidFill>
              <a:srgbClr val="F26B4F"/>
            </a:solidFill>
            <a:prstDash val="solid"/>
          </a:ln>
        </p:spPr>
      </p:sp>
      <p:sp>
        <p:nvSpPr>
          <p:cNvPr id="14" name="rolling element 7"/>
          <p:cNvSpPr/>
          <p:nvPr/>
        </p:nvSpPr>
        <p:spPr>
          <a:xfrm>
            <a:off x="7973568" y="3160166"/>
            <a:ext cx="537667" cy="537667"/>
          </a:xfrm>
          <a:prstGeom prst="ellipse">
            <a:avLst/>
          </a:prstGeom>
          <a:solidFill>
            <a:srgbClr val="F26B4F"/>
          </a:solidFill>
          <a:ln w="12700">
            <a:solidFill>
              <a:srgbClr val="F26B4F"/>
            </a:solidFill>
            <a:prstDash val="solid"/>
          </a:ln>
        </p:spPr>
      </p:sp>
      <p:sp>
        <p:nvSpPr>
          <p:cNvPr id="15" name="rolling element 8"/>
          <p:cNvSpPr/>
          <p:nvPr/>
        </p:nvSpPr>
        <p:spPr>
          <a:xfrm>
            <a:off x="8143362" y="2526487"/>
            <a:ext cx="537667" cy="537667"/>
          </a:xfrm>
          <a:prstGeom prst="ellipse">
            <a:avLst/>
          </a:prstGeom>
          <a:solidFill>
            <a:srgbClr val="F26B4F"/>
          </a:solidFill>
          <a:ln w="12700">
            <a:solidFill>
              <a:srgbClr val="F26B4F"/>
            </a:solidFill>
            <a:prstDash val="solid"/>
          </a:ln>
        </p:spPr>
      </p:sp>
      <p:sp>
        <p:nvSpPr>
          <p:cNvPr id="16" name="rolling element 9"/>
          <p:cNvSpPr/>
          <p:nvPr/>
        </p:nvSpPr>
        <p:spPr>
          <a:xfrm>
            <a:off x="8607247" y="2062602"/>
            <a:ext cx="537667" cy="537667"/>
          </a:xfrm>
          <a:prstGeom prst="ellipse">
            <a:avLst/>
          </a:prstGeom>
          <a:solidFill>
            <a:srgbClr val="F26B4F"/>
          </a:solidFill>
          <a:ln w="12700">
            <a:solidFill>
              <a:srgbClr val="F26B4F"/>
            </a:solidFill>
            <a:prstDash val="solid"/>
          </a:ln>
        </p:spPr>
      </p:sp>
      <p:sp>
        <p:nvSpPr>
          <p:cNvPr id="17" name="rolling element 10"/>
          <p:cNvSpPr/>
          <p:nvPr/>
        </p:nvSpPr>
        <p:spPr>
          <a:xfrm>
            <a:off x="9240926" y="1892808"/>
            <a:ext cx="537667" cy="537667"/>
          </a:xfrm>
          <a:prstGeom prst="ellipse">
            <a:avLst/>
          </a:prstGeom>
          <a:solidFill>
            <a:srgbClr val="F26B4F"/>
          </a:solidFill>
          <a:ln w="12700">
            <a:solidFill>
              <a:srgbClr val="F26B4F"/>
            </a:solidFill>
            <a:prstDash val="solid"/>
          </a:ln>
        </p:spPr>
      </p:sp>
      <p:sp>
        <p:nvSpPr>
          <p:cNvPr id="18" name="rolling element 11"/>
          <p:cNvSpPr/>
          <p:nvPr/>
        </p:nvSpPr>
        <p:spPr>
          <a:xfrm>
            <a:off x="9874606" y="2062602"/>
            <a:ext cx="537667" cy="537667"/>
          </a:xfrm>
          <a:prstGeom prst="ellipse">
            <a:avLst/>
          </a:prstGeom>
          <a:solidFill>
            <a:srgbClr val="F26B4F"/>
          </a:solidFill>
          <a:ln w="12700">
            <a:solidFill>
              <a:srgbClr val="F26B4F"/>
            </a:solidFill>
            <a:prstDash val="solid"/>
          </a:ln>
        </p:spPr>
      </p:sp>
      <p:sp>
        <p:nvSpPr>
          <p:cNvPr id="19" name="rolling element 12"/>
          <p:cNvSpPr/>
          <p:nvPr/>
        </p:nvSpPr>
        <p:spPr>
          <a:xfrm>
            <a:off x="10338491" y="2526487"/>
            <a:ext cx="537667" cy="537667"/>
          </a:xfrm>
          <a:prstGeom prst="ellipse">
            <a:avLst/>
          </a:prstGeom>
          <a:solidFill>
            <a:srgbClr val="F26B4F"/>
          </a:solidFill>
          <a:ln w="12700">
            <a:solidFill>
              <a:srgbClr val="F26B4F"/>
            </a:solidFill>
            <a:prstDash val="solid"/>
          </a:ln>
        </p:spPr>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From “it is failing” to “act now”</a:t>
            </a:r>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B"/>
                </a:solidFill>
              </a:defRPr>
            </a:lvl1pPr>
          </a:lstStyle>
          <a:p>
            <a:pPr algn="r"/>
            <a:fld id="{F7021451-1387-4CA6-816F-3879F97B5CBC}" type="slidenum">
              <a:rPr b="0" lang="en-US"/>
              <a:t>2</a:t>
            </a:fld>
            <a:endParaRPr lang="en-US"/>
          </a:p>
        </p:txBody>
      </p:sp>
      <p:sp>
        <p:nvSpPr>
          <p:cNvPr id="26" name="TextBox 25"/>
          <p:cNvSpPr txBox="1"/>
          <p:nvPr/>
        </p:nvSpPr>
        <p:spPr>
          <a:xfrm>
            <a:off x="548640" y="1325880"/>
            <a:ext cx="11064240" cy="731520"/>
          </a:xfrm>
          <a:prstGeom prst="rect">
            <a:avLst/>
          </a:prstGeom>
          <a:noFill/>
        </p:spPr>
        <p:txBody>
          <a:bodyPr wrap="square" anchor="t" lIns="0" rIns="0" tIns="0" bIns="0">
            <a:spAutoFit/>
          </a:bodyPr>
          <a:lstStyle/>
          <a:p>
            <a:pPr algn="l">
              <a:spcAft>
                <a:spcPts val="600"/>
              </a:spcAft>
            </a:pPr>
            <a:r>
              <a:rPr sz="1800" b="0">
                <a:solidFill>
                  <a:srgbClr val="12262B"/>
                </a:solidFill>
              </a:rPr>
              <a:t>Part I finds the failing bearing. A factory still needs to know when to send the crew: too late breaks the line, too early wastes parts and labour.</a:t>
            </a:r>
          </a:p>
        </p:txBody>
      </p:sp>
      <p:sp>
        <p:nvSpPr>
          <p:cNvPr id="27" name="step card 1"/>
          <p:cNvSpPr/>
          <p:nvPr/>
        </p:nvSpPr>
        <p:spPr>
          <a:xfrm>
            <a:off x="548640" y="2377440"/>
            <a:ext cx="3520440" cy="329184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adge 1"/>
          <p:cNvSpPr/>
          <p:nvPr/>
        </p:nvSpPr>
        <p:spPr>
          <a:xfrm>
            <a:off x="1847088" y="2697480"/>
            <a:ext cx="914400" cy="91440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1</a:t>
            </a:r>
          </a:p>
        </p:txBody>
      </p:sp>
      <p:sp>
        <p:nvSpPr>
          <p:cNvPr id="29" name="TextBox 28"/>
          <p:cNvSpPr txBox="1"/>
          <p:nvPr/>
        </p:nvSpPr>
        <p:spPr>
          <a:xfrm>
            <a:off x="822959" y="3794760"/>
            <a:ext cx="2971800" cy="548640"/>
          </a:xfrm>
          <a:prstGeom prst="rect">
            <a:avLst/>
          </a:prstGeom>
          <a:noFill/>
        </p:spPr>
        <p:txBody>
          <a:bodyPr wrap="square" anchor="t" lIns="0" rIns="0" tIns="0" bIns="0">
            <a:spAutoFit/>
          </a:bodyPr>
          <a:lstStyle/>
          <a:p>
            <a:pPr algn="l">
              <a:spcAft>
                <a:spcPts val="600"/>
              </a:spcAft>
            </a:pPr>
            <a:r>
              <a:rPr sz="2400" b="1">
                <a:solidFill>
                  <a:srgbClr val="12262B"/>
                </a:solidFill>
              </a:rPr>
              <a:t>Is it failing?</a:t>
            </a:r>
          </a:p>
        </p:txBody>
      </p:sp>
      <p:sp>
        <p:nvSpPr>
          <p:cNvPr id="30" name="TextBox 29"/>
          <p:cNvSpPr txBox="1"/>
          <p:nvPr/>
        </p:nvSpPr>
        <p:spPr>
          <a:xfrm>
            <a:off x="822959" y="4389120"/>
            <a:ext cx="2971800" cy="822960"/>
          </a:xfrm>
          <a:prstGeom prst="rect">
            <a:avLst/>
          </a:prstGeom>
          <a:noFill/>
        </p:spPr>
        <p:txBody>
          <a:bodyPr wrap="square" anchor="t" lIns="0" rIns="0" tIns="0" bIns="0">
            <a:spAutoFit/>
          </a:bodyPr>
          <a:lstStyle/>
          <a:p>
            <a:pPr algn="l">
              <a:spcAft>
                <a:spcPts val="600"/>
              </a:spcAft>
            </a:pPr>
            <a:r>
              <a:rPr sz="1600" b="0">
                <a:solidFill>
                  <a:srgbClr val="12262B"/>
                </a:solidFill>
              </a:rPr>
              <a:t>Part I alarm: bearing is louder than its neighbours</a:t>
            </a:r>
          </a:p>
        </p:txBody>
      </p:sp>
      <p:sp>
        <p:nvSpPr>
          <p:cNvPr id="31" name="TextBox 30"/>
          <p:cNvSpPr txBox="1"/>
          <p:nvPr/>
        </p:nvSpPr>
        <p:spPr>
          <a:xfrm>
            <a:off x="822959" y="5212080"/>
            <a:ext cx="2971800" cy="365760"/>
          </a:xfrm>
          <a:prstGeom prst="rect">
            <a:avLst/>
          </a:prstGeom>
          <a:noFill/>
        </p:spPr>
        <p:txBody>
          <a:bodyPr wrap="square" anchor="t" lIns="0" rIns="0" tIns="0" bIns="0">
            <a:spAutoFit/>
          </a:bodyPr>
          <a:lstStyle/>
          <a:p>
            <a:pPr algn="l">
              <a:spcAft>
                <a:spcPts val="600"/>
              </a:spcAft>
            </a:pPr>
            <a:r>
              <a:rPr sz="1300" b="0">
                <a:solidFill>
                  <a:srgbClr val="5E6E70"/>
                </a:solidFill>
              </a:rPr>
              <a:t>from Part I</a:t>
            </a:r>
          </a:p>
        </p:txBody>
      </p:sp>
      <p:sp>
        <p:nvSpPr>
          <p:cNvPr id="32" name="step card 2"/>
          <p:cNvSpPr/>
          <p:nvPr/>
        </p:nvSpPr>
        <p:spPr>
          <a:xfrm>
            <a:off x="4343400" y="2377440"/>
            <a:ext cx="3520440" cy="329184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badge 2"/>
          <p:cNvSpPr/>
          <p:nvPr/>
        </p:nvSpPr>
        <p:spPr>
          <a:xfrm>
            <a:off x="5641848" y="2697480"/>
            <a:ext cx="914400" cy="91440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2</a:t>
            </a:r>
          </a:p>
        </p:txBody>
      </p:sp>
      <p:sp>
        <p:nvSpPr>
          <p:cNvPr id="34" name="TextBox 33"/>
          <p:cNvSpPr txBox="1"/>
          <p:nvPr/>
        </p:nvSpPr>
        <p:spPr>
          <a:xfrm>
            <a:off x="4617720" y="3794760"/>
            <a:ext cx="2971800" cy="548640"/>
          </a:xfrm>
          <a:prstGeom prst="rect">
            <a:avLst/>
          </a:prstGeom>
          <a:noFill/>
        </p:spPr>
        <p:txBody>
          <a:bodyPr wrap="square" anchor="t" lIns="0" rIns="0" tIns="0" bIns="0">
            <a:spAutoFit/>
          </a:bodyPr>
          <a:lstStyle/>
          <a:p>
            <a:pPr algn="l">
              <a:spcAft>
                <a:spcPts val="600"/>
              </a:spcAft>
            </a:pPr>
            <a:r>
              <a:rPr sz="2400" b="1">
                <a:solidFill>
                  <a:srgbClr val="12262B"/>
                </a:solidFill>
              </a:rPr>
              <a:t>How long is left?</a:t>
            </a:r>
          </a:p>
        </p:txBody>
      </p:sp>
      <p:sp>
        <p:nvSpPr>
          <p:cNvPr id="35" name="TextBox 34"/>
          <p:cNvSpPr txBox="1"/>
          <p:nvPr/>
        </p:nvSpPr>
        <p:spPr>
          <a:xfrm>
            <a:off x="4617720" y="4389120"/>
            <a:ext cx="2971800" cy="822960"/>
          </a:xfrm>
          <a:prstGeom prst="rect">
            <a:avLst/>
          </a:prstGeom>
          <a:noFill/>
        </p:spPr>
        <p:txBody>
          <a:bodyPr wrap="square" anchor="t" lIns="0" rIns="0" tIns="0" bIns="0">
            <a:spAutoFit/>
          </a:bodyPr>
          <a:lstStyle/>
          <a:p>
            <a:pPr algn="l">
              <a:spcAft>
                <a:spcPts val="600"/>
              </a:spcAft>
            </a:pPr>
            <a:r>
              <a:rPr sz="1600" b="0">
                <a:solidFill>
                  <a:srgbClr val="12262B"/>
                </a:solidFill>
              </a:rPr>
              <a:t>RUL (Remaining Useful Life) estimate from gradient boosting</a:t>
            </a:r>
          </a:p>
        </p:txBody>
      </p:sp>
      <p:sp>
        <p:nvSpPr>
          <p:cNvPr id="36" name="TextBox 35"/>
          <p:cNvSpPr txBox="1"/>
          <p:nvPr/>
        </p:nvSpPr>
        <p:spPr>
          <a:xfrm>
            <a:off x="4617720" y="5212080"/>
            <a:ext cx="2971800" cy="365760"/>
          </a:xfrm>
          <a:prstGeom prst="rect">
            <a:avLst/>
          </a:prstGeom>
          <a:noFill/>
        </p:spPr>
        <p:txBody>
          <a:bodyPr wrap="square" anchor="t" lIns="0" rIns="0" tIns="0" bIns="0">
            <a:spAutoFit/>
          </a:bodyPr>
          <a:lstStyle/>
          <a:p>
            <a:pPr algn="l">
              <a:spcAft>
                <a:spcPts val="600"/>
              </a:spcAft>
            </a:pPr>
            <a:r>
              <a:rPr sz="1300" b="0">
                <a:solidFill>
                  <a:srgbClr val="5E6E70"/>
                </a:solidFill>
              </a:rPr>
              <a:t>learned from 3 other bearings</a:t>
            </a:r>
          </a:p>
        </p:txBody>
      </p:sp>
      <p:sp>
        <p:nvSpPr>
          <p:cNvPr id="37" name="step card 3"/>
          <p:cNvSpPr/>
          <p:nvPr/>
        </p:nvSpPr>
        <p:spPr>
          <a:xfrm>
            <a:off x="8138160" y="2377440"/>
            <a:ext cx="3520440" cy="329184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badge 3"/>
          <p:cNvSpPr/>
          <p:nvPr/>
        </p:nvSpPr>
        <p:spPr>
          <a:xfrm>
            <a:off x="9436608" y="2697480"/>
            <a:ext cx="914400" cy="914400"/>
          </a:xfrm>
          <a:prstGeom prst="ellipse">
            <a:avLst/>
          </a:prstGeom>
          <a:solidFill>
            <a:srgbClr val="F26B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3</a:t>
            </a:r>
          </a:p>
        </p:txBody>
      </p:sp>
      <p:sp>
        <p:nvSpPr>
          <p:cNvPr id="39" name="TextBox 38"/>
          <p:cNvSpPr txBox="1"/>
          <p:nvPr/>
        </p:nvSpPr>
        <p:spPr>
          <a:xfrm>
            <a:off x="8412480" y="3794760"/>
            <a:ext cx="2971800" cy="548640"/>
          </a:xfrm>
          <a:prstGeom prst="rect">
            <a:avLst/>
          </a:prstGeom>
          <a:noFill/>
        </p:spPr>
        <p:txBody>
          <a:bodyPr wrap="square" anchor="t" lIns="0" rIns="0" tIns="0" bIns="0">
            <a:spAutoFit/>
          </a:bodyPr>
          <a:lstStyle/>
          <a:p>
            <a:pPr algn="l">
              <a:spcAft>
                <a:spcPts val="600"/>
              </a:spcAft>
            </a:pPr>
            <a:r>
              <a:rPr sz="2400" b="1">
                <a:solidFill>
                  <a:srgbClr val="12262B"/>
                </a:solidFill>
              </a:rPr>
              <a:t>When do we act?</a:t>
            </a:r>
          </a:p>
        </p:txBody>
      </p:sp>
      <p:sp>
        <p:nvSpPr>
          <p:cNvPr id="40" name="TextBox 39"/>
          <p:cNvSpPr txBox="1"/>
          <p:nvPr/>
        </p:nvSpPr>
        <p:spPr>
          <a:xfrm>
            <a:off x="8412480" y="4389120"/>
            <a:ext cx="2971800" cy="822960"/>
          </a:xfrm>
          <a:prstGeom prst="rect">
            <a:avLst/>
          </a:prstGeom>
          <a:noFill/>
        </p:spPr>
        <p:txBody>
          <a:bodyPr wrap="square" anchor="t" lIns="0" rIns="0" tIns="0" bIns="0">
            <a:spAutoFit/>
          </a:bodyPr>
          <a:lstStyle/>
          <a:p>
            <a:pPr algn="l">
              <a:spcAft>
                <a:spcPts val="600"/>
              </a:spcAft>
            </a:pPr>
            <a:r>
              <a:rPr sz="1600" b="0">
                <a:solidFill>
                  <a:srgbClr val="12262B"/>
                </a:solidFill>
              </a:rPr>
              <a:t>Plan maintenance when the safe lower bound of RUL &lt; 24 h</a:t>
            </a:r>
          </a:p>
        </p:txBody>
      </p:sp>
      <p:sp>
        <p:nvSpPr>
          <p:cNvPr id="41" name="TextBox 40"/>
          <p:cNvSpPr txBox="1"/>
          <p:nvPr/>
        </p:nvSpPr>
        <p:spPr>
          <a:xfrm>
            <a:off x="8412480" y="5212080"/>
            <a:ext cx="2971800" cy="365760"/>
          </a:xfrm>
          <a:prstGeom prst="rect">
            <a:avLst/>
          </a:prstGeom>
          <a:noFill/>
        </p:spPr>
        <p:txBody>
          <a:bodyPr wrap="square" anchor="t" lIns="0" rIns="0" tIns="0" bIns="0">
            <a:spAutoFit/>
          </a:bodyPr>
          <a:lstStyle/>
          <a:p>
            <a:pPr algn="l">
              <a:spcAft>
                <a:spcPts val="600"/>
              </a:spcAft>
            </a:pPr>
            <a:r>
              <a:rPr sz="1300" b="1">
                <a:solidFill>
                  <a:srgbClr val="F26B4F"/>
                </a:solidFill>
              </a:rPr>
              <a:t>new in Part II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Problem: one RUL number can be dangerously optimistic</a:t>
            </a:r>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B"/>
                </a:solidFill>
              </a:defRPr>
            </a:lvl1pPr>
          </a:lstStyle>
          <a:p>
            <a:pPr algn="r"/>
            <a:fld id="{F7021451-1387-4CA6-816F-3879F97B5CBC}" type="slidenum">
              <a:rPr b="0" lang="en-US"/>
              <a:t>2</a:t>
            </a:fld>
            <a:endParaRPr lang="en-US"/>
          </a:p>
        </p:txBody>
      </p:sp>
      <p:graphicFrame>
        <p:nvGraphicFramePr>
          <p:cNvPr id="26" name="Chart 25"/>
          <p:cNvGraphicFramePr>
            <a:graphicFrameLocks noGrp="1"/>
          </p:cNvGraphicFramePr>
          <p:nvPr/>
        </p:nvGraphicFramePr>
        <p:xfrm>
          <a:off x="548640" y="1234440"/>
          <a:ext cx="8138160" cy="4983480"/>
        </p:xfrm>
        <a:graphic>
          <a:graphicData uri="http://schemas.openxmlformats.org/drawingml/2006/chart">
            <c:chart xmlns:c="http://schemas.openxmlformats.org/drawingml/2006/chart" r:id="rId3"/>
          </a:graphicData>
        </a:graphic>
      </p:graphicFrame>
      <p:sp>
        <p:nvSpPr>
          <p:cNvPr id="27" name="stat 7 h"/>
          <p:cNvSpPr txBox="1"/>
          <p:nvPr/>
        </p:nvSpPr>
        <p:spPr>
          <a:xfrm>
            <a:off x="9052560" y="1280160"/>
            <a:ext cx="2560320" cy="822960"/>
          </a:xfrm>
          <a:prstGeom prst="rect">
            <a:avLst/>
          </a:prstGeom>
          <a:noFill/>
        </p:spPr>
        <p:txBody>
          <a:bodyPr wrap="square" anchor="t" lIns="0" rIns="0" tIns="0" bIns="0">
            <a:spAutoFit/>
          </a:bodyPr>
          <a:lstStyle/>
          <a:p>
            <a:pPr algn="l">
              <a:spcAft>
                <a:spcPts val="600"/>
              </a:spcAft>
            </a:pPr>
            <a:r>
              <a:rPr sz="4400" b="1">
                <a:solidFill>
                  <a:srgbClr val="D64545"/>
                </a:solidFill>
              </a:rPr>
              <a:t>7 h</a:t>
            </a:r>
          </a:p>
        </p:txBody>
      </p:sp>
      <p:sp>
        <p:nvSpPr>
          <p:cNvPr id="28" name="TextBox 27"/>
          <p:cNvSpPr txBox="1"/>
          <p:nvPr/>
        </p:nvSpPr>
        <p:spPr>
          <a:xfrm>
            <a:off x="9052560" y="2148839"/>
            <a:ext cx="2560320" cy="548640"/>
          </a:xfrm>
          <a:prstGeom prst="rect">
            <a:avLst/>
          </a:prstGeom>
          <a:noFill/>
        </p:spPr>
        <p:txBody>
          <a:bodyPr wrap="square" anchor="t" lIns="0" rIns="0" tIns="0" bIns="0">
            <a:spAutoFit/>
          </a:bodyPr>
          <a:lstStyle/>
          <a:p>
            <a:pPr algn="l">
              <a:spcAft>
                <a:spcPts val="600"/>
              </a:spcAft>
            </a:pPr>
            <a:r>
              <a:rPr sz="1500" b="0">
                <a:solidFill>
                  <a:srgbClr val="5E6E70"/>
                </a:solidFill>
              </a:rPr>
              <a:t>warning on set 2 B1: too late to get parts</a:t>
            </a:r>
          </a:p>
        </p:txBody>
      </p:sp>
      <p:sp>
        <p:nvSpPr>
          <p:cNvPr id="29" name="stat 2 / 4"/>
          <p:cNvSpPr txBox="1"/>
          <p:nvPr/>
        </p:nvSpPr>
        <p:spPr>
          <a:xfrm>
            <a:off x="9052560" y="2880360"/>
            <a:ext cx="2560320" cy="822960"/>
          </a:xfrm>
          <a:prstGeom prst="rect">
            <a:avLst/>
          </a:prstGeom>
          <a:noFill/>
        </p:spPr>
        <p:txBody>
          <a:bodyPr wrap="square" anchor="t" lIns="0" rIns="0" tIns="0" bIns="0">
            <a:spAutoFit/>
          </a:bodyPr>
          <a:lstStyle/>
          <a:p>
            <a:pPr algn="l">
              <a:spcAft>
                <a:spcPts val="600"/>
              </a:spcAft>
            </a:pPr>
            <a:r>
              <a:rPr sz="4400" b="1">
                <a:solidFill>
                  <a:srgbClr val="12262B"/>
                </a:solidFill>
              </a:rPr>
              <a:t>2 / 4</a:t>
            </a:r>
          </a:p>
        </p:txBody>
      </p:sp>
      <p:sp>
        <p:nvSpPr>
          <p:cNvPr id="30" name="TextBox 29"/>
          <p:cNvSpPr txBox="1"/>
          <p:nvPr/>
        </p:nvSpPr>
        <p:spPr>
          <a:xfrm>
            <a:off x="9052560" y="3749039"/>
            <a:ext cx="2560320" cy="548640"/>
          </a:xfrm>
          <a:prstGeom prst="rect">
            <a:avLst/>
          </a:prstGeom>
          <a:noFill/>
        </p:spPr>
        <p:txBody>
          <a:bodyPr wrap="square" anchor="t" lIns="0" rIns="0" tIns="0" bIns="0">
            <a:spAutoFit/>
          </a:bodyPr>
          <a:lstStyle/>
          <a:p>
            <a:pPr algn="l">
              <a:spcAft>
                <a:spcPts val="600"/>
              </a:spcAft>
            </a:pPr>
            <a:r>
              <a:rPr sz="1500" b="0">
                <a:solidFill>
                  <a:srgbClr val="5E6E70"/>
                </a:solidFill>
              </a:rPr>
              <a:t>failures planned ≥ 24 h ahead</a:t>
            </a:r>
          </a:p>
        </p:txBody>
      </p:sp>
      <p:sp>
        <p:nvSpPr>
          <p:cNvPr id="31" name="stat 1"/>
          <p:cNvSpPr txBox="1"/>
          <p:nvPr/>
        </p:nvSpPr>
        <p:spPr>
          <a:xfrm>
            <a:off x="9052560" y="4480560"/>
            <a:ext cx="2560320" cy="822960"/>
          </a:xfrm>
          <a:prstGeom prst="rect">
            <a:avLst/>
          </a:prstGeom>
          <a:noFill/>
        </p:spPr>
        <p:txBody>
          <a:bodyPr wrap="square" anchor="t" lIns="0" rIns="0" tIns="0" bIns="0">
            <a:spAutoFit/>
          </a:bodyPr>
          <a:lstStyle/>
          <a:p>
            <a:pPr algn="l">
              <a:spcAft>
                <a:spcPts val="600"/>
              </a:spcAft>
            </a:pPr>
            <a:r>
              <a:rPr sz="4400" b="1">
                <a:solidFill>
                  <a:srgbClr val="12262B"/>
                </a:solidFill>
              </a:rPr>
              <a:t>1</a:t>
            </a:r>
          </a:p>
        </p:txBody>
      </p:sp>
      <p:sp>
        <p:nvSpPr>
          <p:cNvPr id="32" name="TextBox 31"/>
          <p:cNvSpPr txBox="1"/>
          <p:nvPr/>
        </p:nvSpPr>
        <p:spPr>
          <a:xfrm>
            <a:off x="9052560" y="5349240"/>
            <a:ext cx="2560320" cy="548640"/>
          </a:xfrm>
          <a:prstGeom prst="rect">
            <a:avLst/>
          </a:prstGeom>
          <a:noFill/>
        </p:spPr>
        <p:txBody>
          <a:bodyPr wrap="square" anchor="t" lIns="0" rIns="0" tIns="0" bIns="0">
            <a:spAutoFit/>
          </a:bodyPr>
          <a:lstStyle/>
          <a:p>
            <a:pPr algn="l">
              <a:spcAft>
                <a:spcPts val="600"/>
              </a:spcAft>
            </a:pPr>
            <a:r>
              <a:rPr sz="1500" b="0">
                <a:solidFill>
                  <a:srgbClr val="5E6E70"/>
                </a:solidFill>
              </a:rPr>
              <a:t>failure missed completely (set 1 B3)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Fix 1: subtract a calibrated safety margin</a:t>
            </a:r>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B"/>
                </a:solidFill>
              </a:defRPr>
            </a:lvl1pPr>
          </a:lstStyle>
          <a:p>
            <a:pPr algn="r"/>
            <a:fld id="{F7021451-1387-4CA6-816F-3879F97B5CBC}" type="slidenum">
              <a:rPr b="0" lang="en-US"/>
              <a:t>2</a:t>
            </a:fld>
            <a:endParaRPr lang="en-US"/>
          </a:p>
        </p:txBody>
      </p:sp>
      <p:graphicFrame>
        <p:nvGraphicFramePr>
          <p:cNvPr id="26" name="Chart 25"/>
          <p:cNvGraphicFramePr>
            <a:graphicFrameLocks noGrp="1"/>
          </p:cNvGraphicFramePr>
          <p:nvPr/>
        </p:nvGraphicFramePr>
        <p:xfrm>
          <a:off x="548640" y="1234440"/>
          <a:ext cx="8138160" cy="4983480"/>
        </p:xfrm>
        <a:graphic>
          <a:graphicData uri="http://schemas.openxmlformats.org/drawingml/2006/chart">
            <c:chart xmlns:c="http://schemas.openxmlformats.org/drawingml/2006/chart" r:id="rId3"/>
          </a:graphicData>
        </a:graphic>
      </p:graphicFrame>
      <p:sp>
        <p:nvSpPr>
          <p:cNvPr id="27" name="margin formula"/>
          <p:cNvSpPr/>
          <p:nvPr/>
        </p:nvSpPr>
        <p:spPr>
          <a:xfrm>
            <a:off x="9052560" y="1371600"/>
            <a:ext cx="2560320" cy="182880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35440" y="1508760"/>
            <a:ext cx="2194560" cy="1828800"/>
          </a:xfrm>
          <a:prstGeom prst="rect">
            <a:avLst/>
          </a:prstGeom>
          <a:noFill/>
        </p:spPr>
        <p:txBody>
          <a:bodyPr wrap="square" anchor="t" lIns="0" rIns="0" tIns="0" bIns="0">
            <a:spAutoFit/>
          </a:bodyPr>
          <a:lstStyle/>
          <a:p>
            <a:pPr algn="l">
              <a:spcAft>
                <a:spcPts val="600"/>
              </a:spcAft>
            </a:pPr>
            <a:r>
              <a:rPr sz="1600" b="1">
                <a:solidFill>
                  <a:srgbClr val="12262B"/>
                </a:solidFill>
              </a:rPr>
              <a:t>Safe RUL</a:t>
            </a:r>
          </a:p>
          <a:p>
            <a:pPr algn="l">
              <a:spcAft>
                <a:spcPts val="600"/>
              </a:spcAft>
            </a:pPr>
            <a:r>
              <a:rPr sz="1600" b="0">
                <a:solidFill>
                  <a:srgbClr val="12262B"/>
                </a:solidFill>
              </a:rPr>
              <a:t>= estimate − margin</a:t>
            </a:r>
          </a:p>
          <a:p>
            <a:pPr algn="l">
              <a:spcAft>
                <a:spcPts val="600"/>
              </a:spcAft>
            </a:pPr>
            <a:r>
              <a:rPr sz="1300" b="0">
                <a:solidFill>
                  <a:srgbClr val="5E6E70"/>
                </a:solidFill>
              </a:rPr>
              <a:t>margin = 90th percentile of past overestimates, from other bearings only</a:t>
            </a:r>
          </a:p>
        </p:txBody>
      </p:sp>
      <p:sp>
        <p:nvSpPr>
          <p:cNvPr id="29" name="stat 67 h"/>
          <p:cNvSpPr txBox="1"/>
          <p:nvPr/>
        </p:nvSpPr>
        <p:spPr>
          <a:xfrm>
            <a:off x="9052560" y="3703320"/>
            <a:ext cx="2560320" cy="822960"/>
          </a:xfrm>
          <a:prstGeom prst="rect">
            <a:avLst/>
          </a:prstGeom>
          <a:noFill/>
        </p:spPr>
        <p:txBody>
          <a:bodyPr wrap="square" anchor="t" lIns="0" rIns="0" tIns="0" bIns="0">
            <a:spAutoFit/>
          </a:bodyPr>
          <a:lstStyle/>
          <a:p>
            <a:pPr algn="l">
              <a:spcAft>
                <a:spcPts val="600"/>
              </a:spcAft>
            </a:pPr>
            <a:r>
              <a:rPr sz="4400" b="1">
                <a:solidFill>
                  <a:srgbClr val="3E9B5F"/>
                </a:solidFill>
              </a:rPr>
              <a:t>67 h</a:t>
            </a:r>
          </a:p>
        </p:txBody>
      </p:sp>
      <p:sp>
        <p:nvSpPr>
          <p:cNvPr id="30" name="TextBox 29"/>
          <p:cNvSpPr txBox="1"/>
          <p:nvPr/>
        </p:nvSpPr>
        <p:spPr>
          <a:xfrm>
            <a:off x="9052560" y="4572000"/>
            <a:ext cx="2560320" cy="548640"/>
          </a:xfrm>
          <a:prstGeom prst="rect">
            <a:avLst/>
          </a:prstGeom>
          <a:noFill/>
        </p:spPr>
        <p:txBody>
          <a:bodyPr wrap="square" anchor="t" lIns="0" rIns="0" tIns="0" bIns="0">
            <a:spAutoFit/>
          </a:bodyPr>
          <a:lstStyle/>
          <a:p>
            <a:pPr algn="l">
              <a:spcAft>
                <a:spcPts val="600"/>
              </a:spcAft>
            </a:pPr>
            <a:r>
              <a:rPr sz="1500" b="0">
                <a:solidFill>
                  <a:srgbClr val="5E6E70"/>
                </a:solidFill>
              </a:rPr>
              <a:t>warning on set 2 B1 (was 7 h)</a:t>
            </a:r>
          </a:p>
        </p:txBody>
      </p:sp>
      <p:sp>
        <p:nvSpPr>
          <p:cNvPr id="31" name="TextBox 30"/>
          <p:cNvSpPr txBox="1"/>
          <p:nvPr/>
        </p:nvSpPr>
        <p:spPr>
          <a:xfrm>
            <a:off x="9052560" y="5257800"/>
            <a:ext cx="2560320" cy="914400"/>
          </a:xfrm>
          <a:prstGeom prst="rect">
            <a:avLst/>
          </a:prstGeom>
          <a:noFill/>
        </p:spPr>
        <p:txBody>
          <a:bodyPr wrap="square" anchor="t" lIns="0" rIns="0" tIns="0" bIns="0">
            <a:spAutoFit/>
          </a:bodyPr>
          <a:lstStyle/>
          <a:p>
            <a:pPr algn="l">
              <a:spcAft>
                <a:spcPts val="600"/>
              </a:spcAft>
            </a:pPr>
            <a:r>
              <a:rPr sz="1500" b="1">
                <a:solidFill>
                  <a:srgbClr val="D64545"/>
                </a:solidFill>
              </a:rPr>
              <a:t>But alone it flags 7 of 8 healthy bearings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Fix 2: Part I’s alarm decides when the bound may act</a:t>
            </a:r>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B"/>
                </a:solidFill>
              </a:defRPr>
            </a:lvl1pPr>
          </a:lstStyle>
          <a:p>
            <a:pPr algn="r"/>
            <a:fld id="{F7021451-1387-4CA6-816F-3879F97B5CBC}" type="slidenum">
              <a:rPr b="0" lang="en-US"/>
              <a:t>2</a:t>
            </a:fld>
            <a:endParaRPr lang="en-US"/>
          </a:p>
        </p:txBody>
      </p:sp>
      <p:sp>
        <p:nvSpPr>
          <p:cNvPr id="26" name="rule card"/>
          <p:cNvSpPr/>
          <p:nvPr/>
        </p:nvSpPr>
        <p:spPr>
          <a:xfrm>
            <a:off x="548640" y="1371600"/>
            <a:ext cx="3931920" cy="182880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 y="1554480"/>
            <a:ext cx="3474720" cy="1554480"/>
          </a:xfrm>
          <a:prstGeom prst="rect">
            <a:avLst/>
          </a:prstGeom>
          <a:noFill/>
        </p:spPr>
        <p:txBody>
          <a:bodyPr wrap="square" anchor="t" lIns="0" rIns="0" tIns="0" bIns="0">
            <a:spAutoFit/>
          </a:bodyPr>
          <a:lstStyle/>
          <a:p>
            <a:pPr algn="l">
              <a:spcAft>
                <a:spcPts val="600"/>
              </a:spcAft>
            </a:pPr>
            <a:r>
              <a:rPr sz="1400" b="0">
                <a:solidFill>
                  <a:srgbClr val="5E6E70"/>
                </a:solidFill>
              </a:rPr>
              <a:t>Decision rule</a:t>
            </a:r>
          </a:p>
          <a:p>
            <a:pPr algn="l">
              <a:spcAft>
                <a:spcPts val="600"/>
              </a:spcAft>
            </a:pPr>
            <a:r>
              <a:rPr sz="2200" b="1">
                <a:solidFill>
                  <a:srgbClr val="F26B4F"/>
                </a:solidFill>
              </a:rPr>
              <a:t>PLAN maintenance</a:t>
            </a:r>
          </a:p>
          <a:p>
            <a:pPr algn="l">
              <a:spcAft>
                <a:spcPts val="600"/>
              </a:spcAft>
            </a:pPr>
            <a:r>
              <a:rPr sz="1700" b="0">
                <a:solidFill>
                  <a:srgbClr val="12262B"/>
                </a:solidFill>
              </a:rPr>
              <a:t>when Part I alarm is on</a:t>
            </a:r>
          </a:p>
          <a:p>
            <a:pPr algn="l">
              <a:spcAft>
                <a:spcPts val="600"/>
              </a:spcAft>
            </a:pPr>
            <a:r>
              <a:rPr sz="1700" b="0">
                <a:solidFill>
                  <a:srgbClr val="12262B"/>
                </a:solidFill>
              </a:rPr>
              <a:t>AND safe RUL &lt; 24 h</a:t>
            </a:r>
          </a:p>
        </p:txBody>
      </p:sp>
      <p:sp>
        <p:nvSpPr>
          <p:cNvPr id="28" name="TextBox 27"/>
          <p:cNvSpPr txBox="1"/>
          <p:nvPr/>
        </p:nvSpPr>
        <p:spPr>
          <a:xfrm>
            <a:off x="548640" y="3474720"/>
            <a:ext cx="3931920" cy="2560320"/>
          </a:xfrm>
          <a:prstGeom prst="rect">
            <a:avLst/>
          </a:prstGeom>
          <a:noFill/>
        </p:spPr>
        <p:txBody>
          <a:bodyPr wrap="square" anchor="t" lIns="0" rIns="0" tIns="0" bIns="0">
            <a:spAutoFit/>
          </a:bodyPr>
          <a:lstStyle/>
          <a:p>
            <a:pPr algn="l">
              <a:spcAft>
                <a:spcPts val="600"/>
              </a:spcAft>
            </a:pPr>
            <a:r>
              <a:rPr sz="1600" b="1">
                <a:solidFill>
                  <a:srgbClr val="12262B"/>
                </a:solidFill>
              </a:rPr>
              <a:t>Part I</a:t>
            </a:r>
            <a:r>
              <a:rPr sz="1600" b="0">
                <a:solidFill>
                  <a:srgbClr val="12262B"/>
                </a:solidFill>
              </a:rPr>
              <a:t> answers “is it failing?” (no training, physics + peers)</a:t>
            </a:r>
          </a:p>
          <a:p>
            <a:pPr algn="l">
              <a:spcAft>
                <a:spcPts val="600"/>
              </a:spcAft>
            </a:pPr>
            <a:r>
              <a:rPr sz="1600" b="1">
                <a:solidFill>
                  <a:srgbClr val="12262B"/>
                </a:solidFill>
              </a:rPr>
              <a:t>Part II</a:t>
            </a:r>
            <a:r>
              <a:rPr sz="1600" b="0">
                <a:solidFill>
                  <a:srgbClr val="12262B"/>
                </a:solidFill>
              </a:rPr>
              <a:t> answers “how long?” with a margin</a:t>
            </a:r>
          </a:p>
          <a:p>
            <a:pPr algn="l">
              <a:spcAft>
                <a:spcPts val="600"/>
              </a:spcAft>
            </a:pPr>
            <a:r>
              <a:rPr sz="1600" b="1">
                <a:solidFill>
                  <a:srgbClr val="12262B"/>
                </a:solidFill>
              </a:rPr>
              <a:t>Together:</a:t>
            </a:r>
            <a:r>
              <a:rPr sz="1600" b="0">
                <a:solidFill>
                  <a:srgbClr val="12262B"/>
                </a:solidFill>
              </a:rPr>
              <a:t> act early on real failures, stay quiet on healthy bearings</a:t>
            </a:r>
          </a:p>
        </p:txBody>
      </p:sp>
      <p:graphicFrame>
        <p:nvGraphicFramePr>
          <p:cNvPr id="29" name="Chart 28"/>
          <p:cNvGraphicFramePr>
            <a:graphicFrameLocks noGrp="1"/>
          </p:cNvGraphicFramePr>
          <p:nvPr/>
        </p:nvGraphicFramePr>
        <p:xfrm>
          <a:off x="4846320" y="1234440"/>
          <a:ext cx="6766560" cy="4983480"/>
        </p:xfrm>
        <a:graphic>
          <a:graphicData uri="http://schemas.openxmlformats.org/drawingml/2006/chart">
            <c:chart xmlns:c="http://schemas.openxmlformats.org/drawingml/2006/chart" r:id="rId3"/>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Result: 3 of 4 failures planned in time, no extra false alarms</a:t>
            </a:r>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B"/>
                </a:solidFill>
              </a:defRPr>
            </a:lvl1pPr>
          </a:lstStyle>
          <a:p>
            <a:pPr algn="r"/>
            <a:fld id="{F7021451-1387-4CA6-816F-3879F97B5CBC}" type="slidenum">
              <a:rPr b="0" lang="en-US"/>
              <a:t>2</a:t>
            </a:fld>
            <a:endParaRPr lang="en-US"/>
          </a:p>
        </p:txBody>
      </p:sp>
      <p:graphicFrame>
        <p:nvGraphicFramePr>
          <p:cNvPr id="26" name="Chart 25"/>
          <p:cNvGraphicFramePr>
            <a:graphicFrameLocks noGrp="1"/>
          </p:cNvGraphicFramePr>
          <p:nvPr/>
        </p:nvGraphicFramePr>
        <p:xfrm>
          <a:off x="548640" y="1234440"/>
          <a:ext cx="8138160" cy="4983480"/>
        </p:xfrm>
        <a:graphic>
          <a:graphicData uri="http://schemas.openxmlformats.org/drawingml/2006/chart">
            <c:chart xmlns:c="http://schemas.openxmlformats.org/drawingml/2006/chart" r:id="rId3"/>
          </a:graphicData>
        </a:graphic>
      </p:graphicFrame>
      <p:sp>
        <p:nvSpPr>
          <p:cNvPr id="27" name="stat 3 / 4"/>
          <p:cNvSpPr txBox="1"/>
          <p:nvPr/>
        </p:nvSpPr>
        <p:spPr>
          <a:xfrm>
            <a:off x="9052560" y="1280160"/>
            <a:ext cx="2560320" cy="822960"/>
          </a:xfrm>
          <a:prstGeom prst="rect">
            <a:avLst/>
          </a:prstGeom>
          <a:noFill/>
        </p:spPr>
        <p:txBody>
          <a:bodyPr wrap="square" anchor="t" lIns="0" rIns="0" tIns="0" bIns="0">
            <a:spAutoFit/>
          </a:bodyPr>
          <a:lstStyle/>
          <a:p>
            <a:pPr algn="l">
              <a:spcAft>
                <a:spcPts val="600"/>
              </a:spcAft>
            </a:pPr>
            <a:r>
              <a:rPr sz="4400" b="1">
                <a:solidFill>
                  <a:srgbClr val="3E9B5F"/>
                </a:solidFill>
              </a:rPr>
              <a:t>3 / 4</a:t>
            </a:r>
          </a:p>
        </p:txBody>
      </p:sp>
      <p:sp>
        <p:nvSpPr>
          <p:cNvPr id="28" name="TextBox 27"/>
          <p:cNvSpPr txBox="1"/>
          <p:nvPr/>
        </p:nvSpPr>
        <p:spPr>
          <a:xfrm>
            <a:off x="9052560" y="2148839"/>
            <a:ext cx="2560320" cy="548640"/>
          </a:xfrm>
          <a:prstGeom prst="rect">
            <a:avLst/>
          </a:prstGeom>
          <a:noFill/>
        </p:spPr>
        <p:txBody>
          <a:bodyPr wrap="square" anchor="t" lIns="0" rIns="0" tIns="0" bIns="0">
            <a:spAutoFit/>
          </a:bodyPr>
          <a:lstStyle/>
          <a:p>
            <a:pPr algn="l">
              <a:spcAft>
                <a:spcPts val="600"/>
              </a:spcAft>
            </a:pPr>
            <a:r>
              <a:rPr sz="1500" b="0">
                <a:solidFill>
                  <a:srgbClr val="5E6E70"/>
                </a:solidFill>
              </a:rPr>
              <a:t>failures planned ≥ 24 h ahead (was 2 / 4)</a:t>
            </a:r>
          </a:p>
        </p:txBody>
      </p:sp>
      <p:sp>
        <p:nvSpPr>
          <p:cNvPr id="29" name="stat 2 / 8"/>
          <p:cNvSpPr txBox="1"/>
          <p:nvPr/>
        </p:nvSpPr>
        <p:spPr>
          <a:xfrm>
            <a:off x="9052560" y="2880360"/>
            <a:ext cx="2560320" cy="822960"/>
          </a:xfrm>
          <a:prstGeom prst="rect">
            <a:avLst/>
          </a:prstGeom>
          <a:noFill/>
        </p:spPr>
        <p:txBody>
          <a:bodyPr wrap="square" anchor="t" lIns="0" rIns="0" tIns="0" bIns="0">
            <a:spAutoFit/>
          </a:bodyPr>
          <a:lstStyle/>
          <a:p>
            <a:pPr algn="l">
              <a:spcAft>
                <a:spcPts val="600"/>
              </a:spcAft>
            </a:pPr>
            <a:r>
              <a:rPr sz="4400" b="1">
                <a:solidFill>
                  <a:srgbClr val="12262B"/>
                </a:solidFill>
              </a:rPr>
              <a:t>2 / 8</a:t>
            </a:r>
          </a:p>
        </p:txBody>
      </p:sp>
      <p:sp>
        <p:nvSpPr>
          <p:cNvPr id="30" name="TextBox 29"/>
          <p:cNvSpPr txBox="1"/>
          <p:nvPr/>
        </p:nvSpPr>
        <p:spPr>
          <a:xfrm>
            <a:off x="9052560" y="3749039"/>
            <a:ext cx="2560320" cy="548640"/>
          </a:xfrm>
          <a:prstGeom prst="rect">
            <a:avLst/>
          </a:prstGeom>
          <a:noFill/>
        </p:spPr>
        <p:txBody>
          <a:bodyPr wrap="square" anchor="t" lIns="0" rIns="0" tIns="0" bIns="0">
            <a:spAutoFit/>
          </a:bodyPr>
          <a:lstStyle/>
          <a:p>
            <a:pPr algn="l">
              <a:spcAft>
                <a:spcPts val="600"/>
              </a:spcAft>
            </a:pPr>
            <a:r>
              <a:rPr sz="1500" b="0">
                <a:solidFill>
                  <a:srgbClr val="5E6E70"/>
                </a:solidFill>
              </a:rPr>
              <a:t>healthy bearings flagged, both Part I’s own alarms</a:t>
            </a:r>
          </a:p>
        </p:txBody>
      </p:sp>
      <p:sp>
        <p:nvSpPr>
          <p:cNvPr id="31" name="late note"/>
          <p:cNvSpPr/>
          <p:nvPr/>
        </p:nvSpPr>
        <p:spPr>
          <a:xfrm>
            <a:off x="9052560" y="4526280"/>
            <a:ext cx="2560320" cy="169164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235440" y="4663440"/>
            <a:ext cx="2194560" cy="1463040"/>
          </a:xfrm>
          <a:prstGeom prst="rect">
            <a:avLst/>
          </a:prstGeom>
          <a:noFill/>
        </p:spPr>
        <p:txBody>
          <a:bodyPr wrap="square" anchor="t" lIns="0" rIns="0" tIns="0" bIns="0">
            <a:spAutoFit/>
          </a:bodyPr>
          <a:lstStyle/>
          <a:p>
            <a:pPr algn="l">
              <a:spcAft>
                <a:spcPts val="600"/>
              </a:spcAft>
            </a:pPr>
            <a:r>
              <a:rPr sz="1600" b="1">
                <a:solidFill>
                  <a:srgbClr val="12262B"/>
                </a:solidFill>
              </a:rPr>
              <a:t>Set 1 B3: 10 h</a:t>
            </a:r>
          </a:p>
          <a:p>
            <a:pPr algn="l">
              <a:spcAft>
                <a:spcPts val="600"/>
              </a:spcAft>
            </a:pPr>
            <a:r>
              <a:rPr sz="1300" b="0">
                <a:solidFill>
                  <a:srgbClr val="5E6E70"/>
                </a:solidFill>
              </a:rPr>
              <a:t>Inner-race fault is visible only in the last 12 h, so no method here can warn earlier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Foundation model tried: it doesn’t know failure physics</a:t>
            </a:r>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B"/>
                </a:solidFill>
              </a:defRPr>
            </a:lvl1pPr>
          </a:lstStyle>
          <a:p>
            <a:pPr algn="r"/>
            <a:fld id="{F7021451-1387-4CA6-816F-3879F97B5CBC}" type="slidenum">
              <a:rPr b="0" lang="en-US"/>
              <a:t>2</a:t>
            </a:fld>
            <a:endParaRPr lang="en-US"/>
          </a:p>
        </p:txBody>
      </p:sp>
      <p:graphicFrame>
        <p:nvGraphicFramePr>
          <p:cNvPr id="26" name="Chart 25"/>
          <p:cNvGraphicFramePr>
            <a:graphicFrameLocks noGrp="1"/>
          </p:cNvGraphicFramePr>
          <p:nvPr/>
        </p:nvGraphicFramePr>
        <p:xfrm>
          <a:off x="548640" y="1234440"/>
          <a:ext cx="6949440" cy="4983480"/>
        </p:xfrm>
        <a:graphic>
          <a:graphicData uri="http://schemas.openxmlformats.org/drawingml/2006/chart">
            <c:chart xmlns:c="http://schemas.openxmlformats.org/drawingml/2006/chart" r:id="rId3"/>
          </a:graphicData>
        </a:graphic>
      </p:graphicFrame>
      <p:sp>
        <p:nvSpPr>
          <p:cNvPr id="27" name="chronos explainer"/>
          <p:cNvSpPr/>
          <p:nvPr/>
        </p:nvSpPr>
        <p:spPr>
          <a:xfrm>
            <a:off x="7863840" y="1371600"/>
            <a:ext cx="3749039" cy="365760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92440" y="1554480"/>
            <a:ext cx="3291840" cy="3383280"/>
          </a:xfrm>
          <a:prstGeom prst="rect">
            <a:avLst/>
          </a:prstGeom>
          <a:noFill/>
        </p:spPr>
        <p:txBody>
          <a:bodyPr wrap="square" anchor="t" lIns="0" rIns="0" tIns="0" bIns="0">
            <a:spAutoFit/>
          </a:bodyPr>
          <a:lstStyle/>
          <a:p>
            <a:pPr algn="l">
              <a:spcAft>
                <a:spcPts val="600"/>
              </a:spcAft>
            </a:pPr>
            <a:r>
              <a:rPr sz="1800" b="1">
                <a:solidFill>
                  <a:srgbClr val="12262B"/>
                </a:solidFill>
              </a:rPr>
              <a:t>What happened</a:t>
            </a:r>
          </a:p>
          <a:p>
            <a:pPr algn="l">
              <a:spcAft>
                <a:spcPts val="600"/>
              </a:spcAft>
            </a:pPr>
            <a:r>
              <a:rPr sz="1500" b="0">
                <a:solidFill>
                  <a:srgbClr val="12262B"/>
                </a:solidFill>
              </a:rPr>
              <a:t>50 h before failure it forecast the health index levelling off at 0.3; the real index reached 1.8</a:t>
            </a:r>
          </a:p>
          <a:p>
            <a:pPr algn="l">
              <a:spcAft>
                <a:spcPts val="600"/>
              </a:spcAft>
            </a:pPr>
            <a:r>
              <a:rPr sz="1500" b="0">
                <a:solidFill>
                  <a:srgbClr val="12262B"/>
                </a:solidFill>
              </a:rPr>
              <a:t>Its pessimistic estimate was still too late 94% of the time</a:t>
            </a:r>
          </a:p>
          <a:p>
            <a:pPr algn="l">
              <a:spcAft>
                <a:spcPts val="600"/>
              </a:spcAft>
            </a:pPr>
            <a:r>
              <a:rPr sz="1800" b="1">
                <a:solidFill>
                  <a:srgbClr val="12262B"/>
                </a:solidFill>
              </a:rPr>
              <a:t>Why</a:t>
            </a:r>
          </a:p>
          <a:p>
            <a:pPr algn="l">
              <a:spcAft>
                <a:spcPts val="600"/>
              </a:spcAft>
            </a:pPr>
            <a:r>
              <a:rPr sz="1500" b="0">
                <a:solidFill>
                  <a:srgbClr val="12262B"/>
                </a:solidFill>
              </a:rPr>
              <a:t>Pretrained forecasters continue patterns. A bearing near failure breaks the pattern.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6766560" cy="1828800"/>
          </a:xfrm>
          <a:prstGeom prst="rect">
            <a:avLst/>
          </a:prstGeom>
          <a:noFill/>
          <a:ln/>
        </p:spPr>
        <p:txBody>
          <a:bodyPr wrap="square" lIns="0" tIns="0" rIns="0" bIns="0" rtlCol="0" anchor="b"/>
          <a:lstStyle/>
          <a:p>
            <a:pPr algn="l" indent="0" marL="0">
              <a:buNone/>
            </a:pPr>
            <a:r>
              <a:rPr lang="en-US" sz="4000" b="1" dirty="0">
                <a:solidFill>
                  <a:schemeClr val="bg1"/>
                </a:solidFill>
              </a:rPr>
              <a:t>Part I finds it; Part II says when to act</a:t>
            </a:r>
            <a:endParaRPr lang="en-US" sz="4000" dirty="0"/>
          </a:p>
        </p:txBody>
      </p:sp>
      <p:sp>
        <p:nvSpPr>
          <p:cNvPr id="3" name="Text 0"/>
          <p:cNvSpPr/>
          <p:nvPr>
            <p:ph idx="101" type="body" hasCustomPrompt="1"/>
          </p:nvPr>
        </p:nvSpPr>
        <p:spPr>
          <a:xfrm>
            <a:off x="731520" y="3840480"/>
            <a:ext cx="6766560" cy="2377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chemeClr val="accent6"/>
                </a:solidFill>
              </a:rPr>
              <a:t>3 of 4 failures planned ≥ 24 h ahead (plain model: 2 of 4)</a:t>
            </a:r>
            <a:endParaRPr lang="en-US" sz="2000" dirty="0"/>
          </a:p>
          <a:p>
            <a:pPr algn="l" marL="342900" indent="-342900">
              <a:spcAft>
                <a:spcPts val="800"/>
              </a:spcAft>
              <a:buSzPct val="100000"/>
              <a:buChar char="•"/>
            </a:pPr>
            <a:r>
              <a:rPr lang="en-US" sz="2000" dirty="0">
                <a:solidFill>
                  <a:schemeClr val="accent6"/>
                </a:solidFill>
              </a:rPr>
              <a:t>No extra false alarms: 2 of 8, both from Part I</a:t>
            </a:r>
            <a:endParaRPr lang="en-US" sz="2000" dirty="0"/>
          </a:p>
          <a:p>
            <a:pPr algn="l" marL="342900" indent="-342900">
              <a:spcAft>
                <a:spcPts val="800"/>
              </a:spcAft>
              <a:buSzPct val="100000"/>
              <a:buChar char="•"/>
            </a:pPr>
            <a:r>
              <a:rPr lang="en-US" sz="2000" dirty="0">
                <a:solidFill>
                  <a:schemeClr val="accent6"/>
                </a:solidFill>
              </a:rPr>
              <a:t>Safety margin calibrated on other bearings only</a:t>
            </a:r>
            <a:endParaRPr lang="en-US" sz="2000" dirty="0"/>
          </a:p>
          <a:p>
            <a:pPr algn="l" marL="342900" indent="-342900">
              <a:spcAft>
                <a:spcPts val="800"/>
              </a:spcAft>
              <a:buSzPct val="100000"/>
              <a:buChar char="•"/>
            </a:pPr>
            <a:r>
              <a:rPr lang="en-US" sz="2000" dirty="0">
                <a:solidFill>
                  <a:schemeClr val="accent6"/>
                </a:solidFill>
              </a:rPr>
              <a:t>Limit: 4 failures; inner-race fault visible only in the last 12 h</a:t>
            </a:r>
            <a:endParaRPr lang="en-US" sz="2000" dirty="0"/>
          </a:p>
        </p:txBody>
      </p:sp>
      <p:sp>
        <p:nvSpPr>
          <p:cNvPr id="4" name="outer race"/>
          <p:cNvSpPr/>
          <p:nvPr/>
        </p:nvSpPr>
        <p:spPr>
          <a:xfrm>
            <a:off x="7589520" y="1508760"/>
            <a:ext cx="3840480" cy="3840480"/>
          </a:xfrm>
          <a:prstGeom prst="ellipse">
            <a:avLst/>
          </a:prstGeom>
          <a:solidFill>
            <a:srgbClr val="9CC9C4"/>
          </a:solidFill>
          <a:ln w="12700">
            <a:solidFill>
              <a:srgbClr val="9CC9C4"/>
            </a:solidFill>
            <a:prstDash val="solid"/>
          </a:ln>
        </p:spPr>
      </p:sp>
      <p:sp>
        <p:nvSpPr>
          <p:cNvPr id="5" name="outer race bore"/>
          <p:cNvSpPr/>
          <p:nvPr/>
        </p:nvSpPr>
        <p:spPr>
          <a:xfrm>
            <a:off x="7935163" y="1854403"/>
            <a:ext cx="3149194" cy="3149194"/>
          </a:xfrm>
          <a:prstGeom prst="ellipse">
            <a:avLst/>
          </a:prstGeom>
          <a:solidFill>
            <a:srgbClr val="0F4C5C"/>
          </a:solidFill>
          <a:ln w="12700">
            <a:solidFill>
              <a:srgbClr val="0F4C5C"/>
            </a:solidFill>
            <a:prstDash val="solid"/>
          </a:ln>
        </p:spPr>
      </p:sp>
      <p:sp>
        <p:nvSpPr>
          <p:cNvPr id="6" name="inner race"/>
          <p:cNvSpPr/>
          <p:nvPr/>
        </p:nvSpPr>
        <p:spPr>
          <a:xfrm>
            <a:off x="8549640" y="2468880"/>
            <a:ext cx="1920240" cy="1920240"/>
          </a:xfrm>
          <a:prstGeom prst="ellipse">
            <a:avLst/>
          </a:prstGeom>
          <a:solidFill>
            <a:srgbClr val="9CC9C4"/>
          </a:solidFill>
          <a:ln w="12700">
            <a:solidFill>
              <a:srgbClr val="9CC9C4"/>
            </a:solidFill>
            <a:prstDash val="solid"/>
          </a:ln>
        </p:spPr>
      </p:sp>
      <p:sp>
        <p:nvSpPr>
          <p:cNvPr id="7" name="shaft bore"/>
          <p:cNvSpPr/>
          <p:nvPr/>
        </p:nvSpPr>
        <p:spPr>
          <a:xfrm>
            <a:off x="8895283" y="2814523"/>
            <a:ext cx="1228954" cy="1228954"/>
          </a:xfrm>
          <a:prstGeom prst="ellipse">
            <a:avLst/>
          </a:prstGeom>
          <a:solidFill>
            <a:srgbClr val="0F4C5C"/>
          </a:solidFill>
          <a:ln w="12700">
            <a:solidFill>
              <a:srgbClr val="0F4C5C"/>
            </a:solidFill>
            <a:prstDash val="solid"/>
          </a:ln>
        </p:spPr>
      </p:sp>
      <p:sp>
        <p:nvSpPr>
          <p:cNvPr id="8" name="rolling element 1"/>
          <p:cNvSpPr/>
          <p:nvPr/>
        </p:nvSpPr>
        <p:spPr>
          <a:xfrm>
            <a:off x="10508285" y="3160166"/>
            <a:ext cx="537667" cy="537667"/>
          </a:xfrm>
          <a:prstGeom prst="ellipse">
            <a:avLst/>
          </a:prstGeom>
          <a:solidFill>
            <a:srgbClr val="F26B4F"/>
          </a:solidFill>
          <a:ln w="12700">
            <a:solidFill>
              <a:srgbClr val="F26B4F"/>
            </a:solidFill>
            <a:prstDash val="solid"/>
          </a:ln>
        </p:spPr>
      </p:sp>
      <p:sp>
        <p:nvSpPr>
          <p:cNvPr id="9" name="rolling element 2"/>
          <p:cNvSpPr/>
          <p:nvPr/>
        </p:nvSpPr>
        <p:spPr>
          <a:xfrm>
            <a:off x="10338491" y="3793846"/>
            <a:ext cx="537667" cy="537667"/>
          </a:xfrm>
          <a:prstGeom prst="ellipse">
            <a:avLst/>
          </a:prstGeom>
          <a:solidFill>
            <a:srgbClr val="F26B4F"/>
          </a:solidFill>
          <a:ln w="12700">
            <a:solidFill>
              <a:srgbClr val="F26B4F"/>
            </a:solidFill>
            <a:prstDash val="solid"/>
          </a:ln>
        </p:spPr>
      </p:sp>
      <p:sp>
        <p:nvSpPr>
          <p:cNvPr id="10" name="rolling element 3"/>
          <p:cNvSpPr/>
          <p:nvPr/>
        </p:nvSpPr>
        <p:spPr>
          <a:xfrm>
            <a:off x="9874606" y="4257731"/>
            <a:ext cx="537667" cy="537667"/>
          </a:xfrm>
          <a:prstGeom prst="ellipse">
            <a:avLst/>
          </a:prstGeom>
          <a:solidFill>
            <a:srgbClr val="F26B4F"/>
          </a:solidFill>
          <a:ln w="12700">
            <a:solidFill>
              <a:srgbClr val="F26B4F"/>
            </a:solidFill>
            <a:prstDash val="solid"/>
          </a:ln>
        </p:spPr>
      </p:sp>
      <p:sp>
        <p:nvSpPr>
          <p:cNvPr id="11" name="rolling element 4"/>
          <p:cNvSpPr/>
          <p:nvPr/>
        </p:nvSpPr>
        <p:spPr>
          <a:xfrm>
            <a:off x="9240926" y="4427525"/>
            <a:ext cx="537667" cy="537667"/>
          </a:xfrm>
          <a:prstGeom prst="ellipse">
            <a:avLst/>
          </a:prstGeom>
          <a:solidFill>
            <a:srgbClr val="F26B4F"/>
          </a:solidFill>
          <a:ln w="12700">
            <a:solidFill>
              <a:srgbClr val="F26B4F"/>
            </a:solidFill>
            <a:prstDash val="solid"/>
          </a:ln>
        </p:spPr>
      </p:sp>
      <p:sp>
        <p:nvSpPr>
          <p:cNvPr id="12" name="rolling element 5"/>
          <p:cNvSpPr/>
          <p:nvPr/>
        </p:nvSpPr>
        <p:spPr>
          <a:xfrm>
            <a:off x="8607247" y="4257731"/>
            <a:ext cx="537667" cy="537667"/>
          </a:xfrm>
          <a:prstGeom prst="ellipse">
            <a:avLst/>
          </a:prstGeom>
          <a:solidFill>
            <a:srgbClr val="F26B4F"/>
          </a:solidFill>
          <a:ln w="12700">
            <a:solidFill>
              <a:srgbClr val="F26B4F"/>
            </a:solidFill>
            <a:prstDash val="solid"/>
          </a:ln>
        </p:spPr>
      </p:sp>
      <p:sp>
        <p:nvSpPr>
          <p:cNvPr id="13" name="rolling element 6"/>
          <p:cNvSpPr/>
          <p:nvPr/>
        </p:nvSpPr>
        <p:spPr>
          <a:xfrm>
            <a:off x="8143362" y="3793846"/>
            <a:ext cx="537667" cy="537667"/>
          </a:xfrm>
          <a:prstGeom prst="ellipse">
            <a:avLst/>
          </a:prstGeom>
          <a:solidFill>
            <a:srgbClr val="F26B4F"/>
          </a:solidFill>
          <a:ln w="12700">
            <a:solidFill>
              <a:srgbClr val="F26B4F"/>
            </a:solidFill>
            <a:prstDash val="solid"/>
          </a:ln>
        </p:spPr>
      </p:sp>
      <p:sp>
        <p:nvSpPr>
          <p:cNvPr id="14" name="rolling element 7"/>
          <p:cNvSpPr/>
          <p:nvPr/>
        </p:nvSpPr>
        <p:spPr>
          <a:xfrm>
            <a:off x="7973568" y="3160166"/>
            <a:ext cx="537667" cy="537667"/>
          </a:xfrm>
          <a:prstGeom prst="ellipse">
            <a:avLst/>
          </a:prstGeom>
          <a:solidFill>
            <a:srgbClr val="F26B4F"/>
          </a:solidFill>
          <a:ln w="12700">
            <a:solidFill>
              <a:srgbClr val="F26B4F"/>
            </a:solidFill>
            <a:prstDash val="solid"/>
          </a:ln>
        </p:spPr>
      </p:sp>
      <p:sp>
        <p:nvSpPr>
          <p:cNvPr id="15" name="rolling element 8"/>
          <p:cNvSpPr/>
          <p:nvPr/>
        </p:nvSpPr>
        <p:spPr>
          <a:xfrm>
            <a:off x="8143362" y="2526487"/>
            <a:ext cx="537667" cy="537667"/>
          </a:xfrm>
          <a:prstGeom prst="ellipse">
            <a:avLst/>
          </a:prstGeom>
          <a:solidFill>
            <a:srgbClr val="F26B4F"/>
          </a:solidFill>
          <a:ln w="12700">
            <a:solidFill>
              <a:srgbClr val="F26B4F"/>
            </a:solidFill>
            <a:prstDash val="solid"/>
          </a:ln>
        </p:spPr>
      </p:sp>
      <p:sp>
        <p:nvSpPr>
          <p:cNvPr id="16" name="rolling element 9"/>
          <p:cNvSpPr/>
          <p:nvPr/>
        </p:nvSpPr>
        <p:spPr>
          <a:xfrm>
            <a:off x="8607247" y="2062602"/>
            <a:ext cx="537667" cy="537667"/>
          </a:xfrm>
          <a:prstGeom prst="ellipse">
            <a:avLst/>
          </a:prstGeom>
          <a:solidFill>
            <a:srgbClr val="F26B4F"/>
          </a:solidFill>
          <a:ln w="12700">
            <a:solidFill>
              <a:srgbClr val="F26B4F"/>
            </a:solidFill>
            <a:prstDash val="solid"/>
          </a:ln>
        </p:spPr>
      </p:sp>
      <p:sp>
        <p:nvSpPr>
          <p:cNvPr id="17" name="rolling element 10"/>
          <p:cNvSpPr/>
          <p:nvPr/>
        </p:nvSpPr>
        <p:spPr>
          <a:xfrm>
            <a:off x="9240926" y="1892808"/>
            <a:ext cx="537667" cy="537667"/>
          </a:xfrm>
          <a:prstGeom prst="ellipse">
            <a:avLst/>
          </a:prstGeom>
          <a:solidFill>
            <a:srgbClr val="F26B4F"/>
          </a:solidFill>
          <a:ln w="12700">
            <a:solidFill>
              <a:srgbClr val="F26B4F"/>
            </a:solidFill>
            <a:prstDash val="solid"/>
          </a:ln>
        </p:spPr>
      </p:sp>
      <p:sp>
        <p:nvSpPr>
          <p:cNvPr id="18" name="rolling element 11"/>
          <p:cNvSpPr/>
          <p:nvPr/>
        </p:nvSpPr>
        <p:spPr>
          <a:xfrm>
            <a:off x="9874606" y="2062602"/>
            <a:ext cx="537667" cy="537667"/>
          </a:xfrm>
          <a:prstGeom prst="ellipse">
            <a:avLst/>
          </a:prstGeom>
          <a:solidFill>
            <a:srgbClr val="F26B4F"/>
          </a:solidFill>
          <a:ln w="12700">
            <a:solidFill>
              <a:srgbClr val="F26B4F"/>
            </a:solidFill>
            <a:prstDash val="solid"/>
          </a:ln>
        </p:spPr>
      </p:sp>
      <p:sp>
        <p:nvSpPr>
          <p:cNvPr id="19" name="rolling element 12"/>
          <p:cNvSpPr/>
          <p:nvPr/>
        </p:nvSpPr>
        <p:spPr>
          <a:xfrm>
            <a:off x="10338491" y="2526487"/>
            <a:ext cx="537667" cy="537667"/>
          </a:xfrm>
          <a:prstGeom prst="ellipse">
            <a:avLst/>
          </a:prstGeom>
          <a:solidFill>
            <a:srgbClr val="F26B4F"/>
          </a:solidFill>
          <a:ln w="12700">
            <a:solidFill>
              <a:srgbClr val="F26B4F"/>
            </a:solidFill>
            <a:prstDash val="solid"/>
          </a:ln>
        </p:spPr>
      </p:sp>
    </p:spTree>
  </p:cSld>
  <p:clrMapOvr>
    <a:masterClrMapping/>
  </p:clrMapOvr>
</p:sld>
</file>

<file path=ppt/theme/theme1.xml><?xml version="1.0" encoding="utf-8"?>
<a:theme xmlns:a="http://schemas.openxmlformats.org/drawingml/2006/main" name="Teal Workshop">
  <a:themeElements>
    <a:clrScheme name="Teal Workshop">
      <a:dk1>
        <a:srgbClr val="12262B"/>
      </a:dk1>
      <a:lt1>
        <a:srgbClr val="FFFFFF"/>
      </a:lt1>
      <a:dk2>
        <a:srgbClr val="0F4C5C"/>
      </a:dk2>
      <a:lt2>
        <a:srgbClr val="EDF5F4"/>
      </a:lt2>
      <a:accent1>
        <a:srgbClr val="F26B4F"/>
      </a:accent1>
      <a:accent2>
        <a:srgbClr val="1F8A8A"/>
      </a:accent2>
      <a:accent3>
        <a:srgbClr val="8A9A9B"/>
      </a:accent3>
      <a:accent4>
        <a:srgbClr val="3E9B5F"/>
      </a:accent4>
      <a:accent5>
        <a:srgbClr val="D64545"/>
      </a:accent5>
      <a:accent6>
        <a:srgbClr val="9CC9C4"/>
      </a:accent6>
      <a:hlink>
        <a:srgbClr val="1F8A8A"/>
      </a:hlink>
      <a:folHlink>
        <a:srgbClr val="6B5B95"/>
      </a:folHlink>
    </a:clrScheme>
    <a:fontScheme name="Teal Workshop">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Bearing Fault Diagnosis with Vibration Data</dc:title>
  <dc:subject>Part I: fault diagnosis, NASA/IMS bearing dataset</dc:subject>
  <dc:creator>PptxGenJS</dc:creator>
  <cp:lastModifiedBy>PptxGenJS</cp:lastModifiedBy>
  <cp:revision>1</cp:revision>
  <dcterms:created xsi:type="dcterms:W3CDTF">2026-10-12T08:03:30Z</dcterms:created>
  <dcterms:modified xsi:type="dcterms:W3CDTF">2026-10-12T08:03:30Z</dcterms:modified>
</cp:coreProperties>
</file>