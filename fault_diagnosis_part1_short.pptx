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8a29843-4488-561d-8142-3093bf7f32eb}">
          <p14:sldIdLst>
            <p14:sldId id="256"/>
            <p14:sldId id="257"/>
          </p14:sldIdLst>
        </p14:section>
        <p14:section name="Data" id="{8241a055-1125-1c11-0465-a52101250d19}">
          <p14:sldIdLst>
            <p14:sldId id="258"/>
            <p14:sldId id="259"/>
            <p14:sldId id="260"/>
            <p14:sldId id="261"/>
            <p14:sldId id="262"/>
          </p14:sldIdLst>
        </p14:section>
        <p14:section name="Proposed system" id="{c6211fd2-ea10-9651-82f1-153048bb2d95}">
          <p14:sldIdLst>
            <p14:sldId id="263"/>
            <p14:sldId id="264"/>
            <p14:sldId id="265"/>
          </p14:sldIdLst>
        </p14:section>
        <p14:section name="Results" id="{faf76579-c466-8de0-c9e1-4fd3f3854745}">
          <p14:sldIdLst>
            <p14:sldId id="266"/>
            <p14:sldId id="267"/>
            <p14:sldId id="268"/>
          </p14:sldIdLst>
        </p14:section>
        <p14:section name="Conclusion" id="{9d915e5c-90f6-96ae-b6e0-7bea3592578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Healthy, RMS 0.079 g</c:v>
                </c:pt>
              </c:strCache>
            </c:strRef>
          </c:tx>
          <c:spPr>
            <a:solidFill>
              <a:srgbClr val="8A9A9B"/>
            </a:solidFill>
            <a:ln w="15875" cap="flat">
              <a:solidFill>
                <a:srgbClr val="8A9A9B"/>
              </a:solidFill>
              <a:prstDash val="solid"/>
              <a:round/>
            </a:ln>
            <a:effectLst/>
          </c:spPr>
          <c:marker>
            <c:symbol val="none"/>
            <c:size val="6"/>
            <c:spPr>
              <a:solidFill>
                <a:srgbClr val="8A9A9B"/>
              </a:solidFill>
              <a:ln w="9525" cap="flat">
                <a:solidFill>
                  <a:srgbClr val="8A9A9B"/>
                </a:solidFill>
                <a:prstDash val="solid"/>
                <a:round/>
              </a:ln>
              <a:effectLst/>
            </c:spPr>
          </c:marker>
          <c:xVal>
            <c:numRef>
              <c:f>Sheet1!$A$2:$A$401</c:f>
              <c:numCache>
                <c:formatCode>General</c:formatCode>
                <c:ptCount val="400"/>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numCache>
            </c:numRef>
          </c:xVal>
          <c:yVal>
            <c:numRef>
              <c:f>Sheet1!$B$2:$B$401</c:f>
              <c:numCache>
                <c:formatCode>General</c:formatCode>
                <c:ptCount val="400"/>
                <c:pt idx="0">
                  <c:v>0.0173</c:v>
                </c:pt>
                <c:pt idx="1">
                  <c:v>0.0363</c:v>
                </c:pt>
                <c:pt idx="2">
                  <c:v>0.0073</c:v>
                </c:pt>
                <c:pt idx="3">
                  <c:v>0.0833</c:v>
                </c:pt>
                <c:pt idx="4">
                  <c:v>-0.0397</c:v>
                </c:pt>
                <c:pt idx="5">
                  <c:v>-0.0537</c:v>
                </c:pt>
                <c:pt idx="6">
                  <c:v>-0.0127</c:v>
                </c:pt>
                <c:pt idx="7">
                  <c:v>0.0923</c:v>
                </c:pt>
                <c:pt idx="8">
                  <c:v>-0.0367</c:v>
                </c:pt>
                <c:pt idx="9">
                  <c:v>-0.0517</c:v>
                </c:pt>
                <c:pt idx="10">
                  <c:v>-0.0147</c:v>
                </c:pt>
                <c:pt idx="11">
                  <c:v>-0.0977</c:v>
                </c:pt>
                <c:pt idx="12">
                  <c:v>0.0073</c:v>
                </c:pt>
                <c:pt idx="13">
                  <c:v>0.0583</c:v>
                </c:pt>
                <c:pt idx="14">
                  <c:v>0.0093</c:v>
                </c:pt>
                <c:pt idx="15">
                  <c:v>-0.0707</c:v>
                </c:pt>
                <c:pt idx="16">
                  <c:v>-0.0147</c:v>
                </c:pt>
                <c:pt idx="17">
                  <c:v>0.1563</c:v>
                </c:pt>
                <c:pt idx="18">
                  <c:v>0.1173</c:v>
                </c:pt>
                <c:pt idx="19">
                  <c:v>0.0363</c:v>
                </c:pt>
                <c:pt idx="20">
                  <c:v>0.0003</c:v>
                </c:pt>
                <c:pt idx="21">
                  <c:v>0.0263</c:v>
                </c:pt>
                <c:pt idx="22">
                  <c:v>0.0463</c:v>
                </c:pt>
                <c:pt idx="23">
                  <c:v>-0.0197</c:v>
                </c:pt>
                <c:pt idx="24">
                  <c:v>-0.0217</c:v>
                </c:pt>
                <c:pt idx="25">
                  <c:v>0.0483</c:v>
                </c:pt>
                <c:pt idx="26">
                  <c:v>-0.0437</c:v>
                </c:pt>
                <c:pt idx="27">
                  <c:v>-0.1417</c:v>
                </c:pt>
                <c:pt idx="28">
                  <c:v>-0.1027</c:v>
                </c:pt>
                <c:pt idx="29">
                  <c:v>0.0293</c:v>
                </c:pt>
                <c:pt idx="30">
                  <c:v>0.0563</c:v>
                </c:pt>
                <c:pt idx="31">
                  <c:v>-0.0097</c:v>
                </c:pt>
                <c:pt idx="32">
                  <c:v>-0.0657</c:v>
                </c:pt>
                <c:pt idx="33">
                  <c:v>-0.0147</c:v>
                </c:pt>
                <c:pt idx="34">
                  <c:v>0.0243</c:v>
                </c:pt>
                <c:pt idx="35">
                  <c:v>0.0563</c:v>
                </c:pt>
                <c:pt idx="36">
                  <c:v>0.0683</c:v>
                </c:pt>
                <c:pt idx="37">
                  <c:v>0.1053</c:v>
                </c:pt>
                <c:pt idx="38">
                  <c:v>0.1853</c:v>
                </c:pt>
                <c:pt idx="39">
                  <c:v>0.0953</c:v>
                </c:pt>
                <c:pt idx="40">
                  <c:v>0.0003</c:v>
                </c:pt>
                <c:pt idx="41">
                  <c:v>-0.0097</c:v>
                </c:pt>
                <c:pt idx="42">
                  <c:v>0.0263</c:v>
                </c:pt>
                <c:pt idx="43">
                  <c:v>0.1073</c:v>
                </c:pt>
                <c:pt idx="44">
                  <c:v>0.0973</c:v>
                </c:pt>
                <c:pt idx="45">
                  <c:v>0.0143</c:v>
                </c:pt>
                <c:pt idx="46">
                  <c:v>-0.0247</c:v>
                </c:pt>
                <c:pt idx="47">
                  <c:v>-0.0877</c:v>
                </c:pt>
                <c:pt idx="48">
                  <c:v>-0.0607</c:v>
                </c:pt>
                <c:pt idx="49">
                  <c:v>0.0043</c:v>
                </c:pt>
                <c:pt idx="50">
                  <c:v>-0.0487</c:v>
                </c:pt>
                <c:pt idx="51">
                  <c:v>-0.0907</c:v>
                </c:pt>
                <c:pt idx="52">
                  <c:v>0.1173</c:v>
                </c:pt>
                <c:pt idx="53">
                  <c:v>0.1093</c:v>
                </c:pt>
                <c:pt idx="54">
                  <c:v>0.1143</c:v>
                </c:pt>
                <c:pt idx="55">
                  <c:v>0.0293</c:v>
                </c:pt>
                <c:pt idx="56">
                  <c:v>0.0873</c:v>
                </c:pt>
                <c:pt idx="57">
                  <c:v>0.1393</c:v>
                </c:pt>
                <c:pt idx="58">
                  <c:v>0.0443</c:v>
                </c:pt>
                <c:pt idx="59">
                  <c:v>0.0733</c:v>
                </c:pt>
                <c:pt idx="60">
                  <c:v>-0.0027</c:v>
                </c:pt>
                <c:pt idx="61">
                  <c:v>0.0243</c:v>
                </c:pt>
                <c:pt idx="62">
                  <c:v>0.0513</c:v>
                </c:pt>
                <c:pt idx="63">
                  <c:v>0.0123</c:v>
                </c:pt>
                <c:pt idx="64">
                  <c:v>-0.0217</c:v>
                </c:pt>
                <c:pt idx="65">
                  <c:v>-0.0297</c:v>
                </c:pt>
                <c:pt idx="66">
                  <c:v>0.0143</c:v>
                </c:pt>
                <c:pt idx="67">
                  <c:v>-0.0127</c:v>
                </c:pt>
                <c:pt idx="68">
                  <c:v>-0.0417</c:v>
                </c:pt>
                <c:pt idx="69">
                  <c:v>-0.0437</c:v>
                </c:pt>
                <c:pt idx="70">
                  <c:v>-0.0737</c:v>
                </c:pt>
                <c:pt idx="71">
                  <c:v>-0.0567</c:v>
                </c:pt>
                <c:pt idx="72">
                  <c:v>-0.0097</c:v>
                </c:pt>
                <c:pt idx="73">
                  <c:v>-0.0517</c:v>
                </c:pt>
                <c:pt idx="74">
                  <c:v>-0.0537</c:v>
                </c:pt>
                <c:pt idx="75">
                  <c:v>-0.0127</c:v>
                </c:pt>
                <c:pt idx="76">
                  <c:v>0.0833</c:v>
                </c:pt>
                <c:pt idx="77">
                  <c:v>0.0413</c:v>
                </c:pt>
                <c:pt idx="78">
                  <c:v>-0.0347</c:v>
                </c:pt>
                <c:pt idx="79">
                  <c:v>-0.0417</c:v>
                </c:pt>
                <c:pt idx="80">
                  <c:v>0.0093</c:v>
                </c:pt>
                <c:pt idx="81">
                  <c:v>0.1483</c:v>
                </c:pt>
                <c:pt idx="82">
                  <c:v>0.1343</c:v>
                </c:pt>
                <c:pt idx="83">
                  <c:v>0.0043</c:v>
                </c:pt>
                <c:pt idx="84">
                  <c:v>-0.0077</c:v>
                </c:pt>
                <c:pt idx="85">
                  <c:v>0.0413</c:v>
                </c:pt>
                <c:pt idx="86">
                  <c:v>0.0903</c:v>
                </c:pt>
                <c:pt idx="87">
                  <c:v>0.0363</c:v>
                </c:pt>
                <c:pt idx="88">
                  <c:v>-0.0297</c:v>
                </c:pt>
                <c:pt idx="89">
                  <c:v>-0.1297</c:v>
                </c:pt>
                <c:pt idx="90">
                  <c:v>-0.0147</c:v>
                </c:pt>
                <c:pt idx="91">
                  <c:v>0.1023</c:v>
                </c:pt>
                <c:pt idx="92">
                  <c:v>-0.0467</c:v>
                </c:pt>
                <c:pt idx="93">
                  <c:v>-0.0907</c:v>
                </c:pt>
                <c:pt idx="94">
                  <c:v>0.0223</c:v>
                </c:pt>
                <c:pt idx="95">
                  <c:v>0.0123</c:v>
                </c:pt>
                <c:pt idx="96">
                  <c:v>-0.0397</c:v>
                </c:pt>
                <c:pt idx="97">
                  <c:v>-0.0347</c:v>
                </c:pt>
                <c:pt idx="98">
                  <c:v>0.0293</c:v>
                </c:pt>
                <c:pt idx="99">
                  <c:v>0.0653</c:v>
                </c:pt>
                <c:pt idx="100">
                  <c:v>0.0613</c:v>
                </c:pt>
                <c:pt idx="101">
                  <c:v>-0.0267</c:v>
                </c:pt>
                <c:pt idx="102">
                  <c:v>0.0313</c:v>
                </c:pt>
                <c:pt idx="103">
                  <c:v>0.0683</c:v>
                </c:pt>
                <c:pt idx="104">
                  <c:v>0.1143</c:v>
                </c:pt>
                <c:pt idx="105">
                  <c:v>0.0483</c:v>
                </c:pt>
                <c:pt idx="106">
                  <c:v>-0.0517</c:v>
                </c:pt>
                <c:pt idx="107">
                  <c:v>-0.2247</c:v>
                </c:pt>
                <c:pt idx="108">
                  <c:v>-0.1517</c:v>
                </c:pt>
                <c:pt idx="109">
                  <c:v>0.1193</c:v>
                </c:pt>
                <c:pt idx="110">
                  <c:v>-0.0587</c:v>
                </c:pt>
                <c:pt idx="111">
                  <c:v>-0.1517</c:v>
                </c:pt>
                <c:pt idx="112">
                  <c:v>-0.1687</c:v>
                </c:pt>
                <c:pt idx="113">
                  <c:v>0.0873</c:v>
                </c:pt>
                <c:pt idx="114">
                  <c:v>0.0483</c:v>
                </c:pt>
                <c:pt idx="115">
                  <c:v>-0.1707</c:v>
                </c:pt>
                <c:pt idx="116">
                  <c:v>-0.1487</c:v>
                </c:pt>
                <c:pt idx="117">
                  <c:v>-0.0147</c:v>
                </c:pt>
                <c:pt idx="118">
                  <c:v>0.0633</c:v>
                </c:pt>
                <c:pt idx="119">
                  <c:v>0.0073</c:v>
                </c:pt>
                <c:pt idx="120">
                  <c:v>-0.1007</c:v>
                </c:pt>
                <c:pt idx="121">
                  <c:v>0.0513</c:v>
                </c:pt>
                <c:pt idx="122">
                  <c:v>0.1663</c:v>
                </c:pt>
                <c:pt idx="123">
                  <c:v>0.1223</c:v>
                </c:pt>
                <c:pt idx="124">
                  <c:v>0.0123</c:v>
                </c:pt>
                <c:pt idx="125">
                  <c:v>-0.0907</c:v>
                </c:pt>
                <c:pt idx="126">
                  <c:v>0.0263</c:v>
                </c:pt>
                <c:pt idx="127">
                  <c:v>0.1123</c:v>
                </c:pt>
                <c:pt idx="128">
                  <c:v>0.1023</c:v>
                </c:pt>
                <c:pt idx="129">
                  <c:v>-0.0027</c:v>
                </c:pt>
                <c:pt idx="130">
                  <c:v>-0.0027</c:v>
                </c:pt>
                <c:pt idx="131">
                  <c:v>0.0443</c:v>
                </c:pt>
                <c:pt idx="132">
                  <c:v>0.0073</c:v>
                </c:pt>
                <c:pt idx="133">
                  <c:v>0.0023</c:v>
                </c:pt>
                <c:pt idx="134">
                  <c:v>-0.0317</c:v>
                </c:pt>
                <c:pt idx="135">
                  <c:v>-0.1077</c:v>
                </c:pt>
                <c:pt idx="136">
                  <c:v>-0.0807</c:v>
                </c:pt>
                <c:pt idx="137">
                  <c:v>0.0143</c:v>
                </c:pt>
                <c:pt idx="138">
                  <c:v>0.0703</c:v>
                </c:pt>
                <c:pt idx="139">
                  <c:v>0.0853</c:v>
                </c:pt>
                <c:pt idx="140">
                  <c:v>0.0073</c:v>
                </c:pt>
                <c:pt idx="141">
                  <c:v>0.0093</c:v>
                </c:pt>
                <c:pt idx="142">
                  <c:v>0.0313</c:v>
                </c:pt>
                <c:pt idx="143">
                  <c:v>0.1003</c:v>
                </c:pt>
                <c:pt idx="144">
                  <c:v>0.0393</c:v>
                </c:pt>
                <c:pt idx="145">
                  <c:v>-0.0517</c:v>
                </c:pt>
                <c:pt idx="146">
                  <c:v>-0.0217</c:v>
                </c:pt>
                <c:pt idx="147">
                  <c:v>0.0023</c:v>
                </c:pt>
                <c:pt idx="148">
                  <c:v>-0.0467</c:v>
                </c:pt>
                <c:pt idx="149">
                  <c:v>-0.0247</c:v>
                </c:pt>
                <c:pt idx="150">
                  <c:v>0.0803</c:v>
                </c:pt>
                <c:pt idx="151">
                  <c:v>0.0683</c:v>
                </c:pt>
                <c:pt idx="152">
                  <c:v>0.0243</c:v>
                </c:pt>
                <c:pt idx="153">
                  <c:v>-0.0487</c:v>
                </c:pt>
                <c:pt idx="154">
                  <c:v>0.0753</c:v>
                </c:pt>
                <c:pt idx="155">
                  <c:v>0.1343</c:v>
                </c:pt>
                <c:pt idx="156">
                  <c:v>0.0833</c:v>
                </c:pt>
                <c:pt idx="157">
                  <c:v>-0.0267</c:v>
                </c:pt>
                <c:pt idx="158">
                  <c:v>0.0173</c:v>
                </c:pt>
                <c:pt idx="159">
                  <c:v>0.0533</c:v>
                </c:pt>
                <c:pt idx="160">
                  <c:v>0.0613</c:v>
                </c:pt>
                <c:pt idx="161">
                  <c:v>0.0263</c:v>
                </c:pt>
                <c:pt idx="162">
                  <c:v>0.0513</c:v>
                </c:pt>
                <c:pt idx="163">
                  <c:v>0.1243</c:v>
                </c:pt>
                <c:pt idx="164">
                  <c:v>0.0023</c:v>
                </c:pt>
                <c:pt idx="165">
                  <c:v>-0.0417</c:v>
                </c:pt>
                <c:pt idx="166">
                  <c:v>-0.1517</c:v>
                </c:pt>
                <c:pt idx="167">
                  <c:v>-0.0757</c:v>
                </c:pt>
                <c:pt idx="168">
                  <c:v>-0.0827</c:v>
                </c:pt>
                <c:pt idx="169">
                  <c:v>-0.0687</c:v>
                </c:pt>
                <c:pt idx="170">
                  <c:v>-0.0317</c:v>
                </c:pt>
                <c:pt idx="171">
                  <c:v>-0.0347</c:v>
                </c:pt>
                <c:pt idx="172">
                  <c:v>-0.0757</c:v>
                </c:pt>
                <c:pt idx="173">
                  <c:v>-0.0657</c:v>
                </c:pt>
                <c:pt idx="174">
                  <c:v>0.0173</c:v>
                </c:pt>
                <c:pt idx="175">
                  <c:v>0.0023</c:v>
                </c:pt>
                <c:pt idx="176">
                  <c:v>-0.0267</c:v>
                </c:pt>
                <c:pt idx="177">
                  <c:v>0.0443</c:v>
                </c:pt>
                <c:pt idx="178">
                  <c:v>0.0703</c:v>
                </c:pt>
                <c:pt idx="179">
                  <c:v>-0.0047</c:v>
                </c:pt>
                <c:pt idx="180">
                  <c:v>-0.0127</c:v>
                </c:pt>
                <c:pt idx="181">
                  <c:v>0.0193</c:v>
                </c:pt>
                <c:pt idx="182">
                  <c:v>0.0393</c:v>
                </c:pt>
                <c:pt idx="183">
                  <c:v>0.0093</c:v>
                </c:pt>
                <c:pt idx="184">
                  <c:v>-0.0657</c:v>
                </c:pt>
                <c:pt idx="185">
                  <c:v>-0.1127</c:v>
                </c:pt>
                <c:pt idx="186">
                  <c:v>-0.0397</c:v>
                </c:pt>
                <c:pt idx="187">
                  <c:v>0.0563</c:v>
                </c:pt>
                <c:pt idx="188">
                  <c:v>-0.0217</c:v>
                </c:pt>
                <c:pt idx="189">
                  <c:v>-0.1617</c:v>
                </c:pt>
                <c:pt idx="190">
                  <c:v>-0.1757</c:v>
                </c:pt>
                <c:pt idx="191">
                  <c:v>0.0173</c:v>
                </c:pt>
                <c:pt idx="192">
                  <c:v>0.0463</c:v>
                </c:pt>
                <c:pt idx="193">
                  <c:v>0.0393</c:v>
                </c:pt>
                <c:pt idx="194">
                  <c:v>0.0143</c:v>
                </c:pt>
                <c:pt idx="195">
                  <c:v>0.0073</c:v>
                </c:pt>
                <c:pt idx="196">
                  <c:v>-0.0877</c:v>
                </c:pt>
                <c:pt idx="197">
                  <c:v>0.0613</c:v>
                </c:pt>
                <c:pt idx="198">
                  <c:v>0.1463</c:v>
                </c:pt>
                <c:pt idx="199">
                  <c:v>0.0393</c:v>
                </c:pt>
                <c:pt idx="200">
                  <c:v>-0.0247</c:v>
                </c:pt>
                <c:pt idx="201">
                  <c:v>-0.0027</c:v>
                </c:pt>
                <c:pt idx="202">
                  <c:v>0.1803</c:v>
                </c:pt>
                <c:pt idx="203">
                  <c:v>0.0293</c:v>
                </c:pt>
                <c:pt idx="204">
                  <c:v>0.1903</c:v>
                </c:pt>
                <c:pt idx="205">
                  <c:v>0.1973</c:v>
                </c:pt>
                <c:pt idx="206">
                  <c:v>0.0613</c:v>
                </c:pt>
                <c:pt idx="207">
                  <c:v>-0.0077</c:v>
                </c:pt>
                <c:pt idx="208">
                  <c:v>-0.2367</c:v>
                </c:pt>
                <c:pt idx="209">
                  <c:v>-0.1487</c:v>
                </c:pt>
                <c:pt idx="210">
                  <c:v>-0.0537</c:v>
                </c:pt>
                <c:pt idx="211">
                  <c:v>0.0343</c:v>
                </c:pt>
                <c:pt idx="212">
                  <c:v>-0.0437</c:v>
                </c:pt>
                <c:pt idx="213">
                  <c:v>-0.1687</c:v>
                </c:pt>
                <c:pt idx="214">
                  <c:v>0.0043</c:v>
                </c:pt>
                <c:pt idx="215">
                  <c:v>0.1193</c:v>
                </c:pt>
                <c:pt idx="216">
                  <c:v>0.1143</c:v>
                </c:pt>
                <c:pt idx="217">
                  <c:v>-0.0147</c:v>
                </c:pt>
                <c:pt idx="218">
                  <c:v>-0.0367</c:v>
                </c:pt>
                <c:pt idx="219">
                  <c:v>0.1173</c:v>
                </c:pt>
                <c:pt idx="220">
                  <c:v>0.0923</c:v>
                </c:pt>
                <c:pt idx="221">
                  <c:v>0.0633</c:v>
                </c:pt>
                <c:pt idx="222">
                  <c:v>0.0463</c:v>
                </c:pt>
                <c:pt idx="223">
                  <c:v>0.0873</c:v>
                </c:pt>
                <c:pt idx="224">
                  <c:v>0.0483</c:v>
                </c:pt>
                <c:pt idx="225">
                  <c:v>0.0123</c:v>
                </c:pt>
                <c:pt idx="226">
                  <c:v>0.0223</c:v>
                </c:pt>
                <c:pt idx="227">
                  <c:v>0.0173</c:v>
                </c:pt>
                <c:pt idx="228">
                  <c:v>0.0683</c:v>
                </c:pt>
                <c:pt idx="229">
                  <c:v>-0.0177</c:v>
                </c:pt>
                <c:pt idx="230">
                  <c:v>-0.0657</c:v>
                </c:pt>
                <c:pt idx="231">
                  <c:v>-0.1127</c:v>
                </c:pt>
                <c:pt idx="232">
                  <c:v>0.0093</c:v>
                </c:pt>
                <c:pt idx="233">
                  <c:v>0.0953</c:v>
                </c:pt>
                <c:pt idx="234">
                  <c:v>-0.0177</c:v>
                </c:pt>
                <c:pt idx="235">
                  <c:v>-0.0217</c:v>
                </c:pt>
                <c:pt idx="236">
                  <c:v>0.0633</c:v>
                </c:pt>
                <c:pt idx="237">
                  <c:v>0.1483</c:v>
                </c:pt>
                <c:pt idx="238">
                  <c:v>0.1023</c:v>
                </c:pt>
                <c:pt idx="239">
                  <c:v>0.0223</c:v>
                </c:pt>
                <c:pt idx="240">
                  <c:v>-0.0077</c:v>
                </c:pt>
                <c:pt idx="241">
                  <c:v>-0.0317</c:v>
                </c:pt>
                <c:pt idx="242">
                  <c:v>0.0703</c:v>
                </c:pt>
                <c:pt idx="243">
                  <c:v>-0.0097</c:v>
                </c:pt>
                <c:pt idx="244">
                  <c:v>-0.0977</c:v>
                </c:pt>
                <c:pt idx="245">
                  <c:v>-0.0787</c:v>
                </c:pt>
                <c:pt idx="246">
                  <c:v>-0.1197</c:v>
                </c:pt>
                <c:pt idx="247">
                  <c:v>0.0123</c:v>
                </c:pt>
                <c:pt idx="248">
                  <c:v>0.0443</c:v>
                </c:pt>
                <c:pt idx="249">
                  <c:v>0.0413</c:v>
                </c:pt>
                <c:pt idx="250">
                  <c:v>-0.0397</c:v>
                </c:pt>
                <c:pt idx="251">
                  <c:v>-0.0467</c:v>
                </c:pt>
                <c:pt idx="252">
                  <c:v>-0.0047</c:v>
                </c:pt>
                <c:pt idx="253">
                  <c:v>0.0343</c:v>
                </c:pt>
                <c:pt idx="254">
                  <c:v>0.0143</c:v>
                </c:pt>
                <c:pt idx="255">
                  <c:v>-0.0347</c:v>
                </c:pt>
                <c:pt idx="256">
                  <c:v>-0.0517</c:v>
                </c:pt>
                <c:pt idx="257">
                  <c:v>0.0073</c:v>
                </c:pt>
                <c:pt idx="258">
                  <c:v>0.0903</c:v>
                </c:pt>
                <c:pt idx="259">
                  <c:v>0.0563</c:v>
                </c:pt>
                <c:pt idx="260">
                  <c:v>0.0583</c:v>
                </c:pt>
                <c:pt idx="261">
                  <c:v>0.0193</c:v>
                </c:pt>
                <c:pt idx="262">
                  <c:v>-0.0177</c:v>
                </c:pt>
                <c:pt idx="263">
                  <c:v>0.0093</c:v>
                </c:pt>
                <c:pt idx="264">
                  <c:v>0.0563</c:v>
                </c:pt>
                <c:pt idx="265">
                  <c:v>0.0563</c:v>
                </c:pt>
                <c:pt idx="266">
                  <c:v>0.0583</c:v>
                </c:pt>
                <c:pt idx="267">
                  <c:v>0.0123</c:v>
                </c:pt>
                <c:pt idx="268">
                  <c:v>-0.0707</c:v>
                </c:pt>
                <c:pt idx="269">
                  <c:v>-0.0787</c:v>
                </c:pt>
                <c:pt idx="270">
                  <c:v>0.0313</c:v>
                </c:pt>
                <c:pt idx="271">
                  <c:v>0.1093</c:v>
                </c:pt>
                <c:pt idx="272">
                  <c:v>0.0753</c:v>
                </c:pt>
                <c:pt idx="273">
                  <c:v>-0.0217</c:v>
                </c:pt>
                <c:pt idx="274">
                  <c:v>0.0533</c:v>
                </c:pt>
                <c:pt idx="275">
                  <c:v>0.1123</c:v>
                </c:pt>
                <c:pt idx="276">
                  <c:v>0.0923</c:v>
                </c:pt>
                <c:pt idx="277">
                  <c:v>0.0443</c:v>
                </c:pt>
                <c:pt idx="278">
                  <c:v>0.0753</c:v>
                </c:pt>
                <c:pt idx="279">
                  <c:v>0.1073</c:v>
                </c:pt>
                <c:pt idx="280">
                  <c:v>0.1093</c:v>
                </c:pt>
                <c:pt idx="281">
                  <c:v>0.0613</c:v>
                </c:pt>
                <c:pt idx="282">
                  <c:v>0.0193</c:v>
                </c:pt>
                <c:pt idx="283">
                  <c:v>0.0363</c:v>
                </c:pt>
                <c:pt idx="284">
                  <c:v>0.2633</c:v>
                </c:pt>
                <c:pt idx="285">
                  <c:v>0.1343</c:v>
                </c:pt>
                <c:pt idx="286">
                  <c:v>-0.0267</c:v>
                </c:pt>
                <c:pt idx="287">
                  <c:v>0.0393</c:v>
                </c:pt>
                <c:pt idx="288">
                  <c:v>0.0563</c:v>
                </c:pt>
                <c:pt idx="289">
                  <c:v>-0.0537</c:v>
                </c:pt>
                <c:pt idx="290">
                  <c:v>-0.2057</c:v>
                </c:pt>
                <c:pt idx="291">
                  <c:v>-0.2177</c:v>
                </c:pt>
                <c:pt idx="292">
                  <c:v>0.0923</c:v>
                </c:pt>
                <c:pt idx="293">
                  <c:v>0.1073</c:v>
                </c:pt>
                <c:pt idx="294">
                  <c:v>-0.0047</c:v>
                </c:pt>
                <c:pt idx="295">
                  <c:v>-0.1857</c:v>
                </c:pt>
                <c:pt idx="296">
                  <c:v>-0.1077</c:v>
                </c:pt>
                <c:pt idx="297">
                  <c:v>0.1733</c:v>
                </c:pt>
                <c:pt idx="298">
                  <c:v>0.1783</c:v>
                </c:pt>
                <c:pt idx="299">
                  <c:v>-0.0027</c:v>
                </c:pt>
                <c:pt idx="300">
                  <c:v>0.0223</c:v>
                </c:pt>
                <c:pt idx="301">
                  <c:v>0.0443</c:v>
                </c:pt>
                <c:pt idx="302">
                  <c:v>0.1343</c:v>
                </c:pt>
                <c:pt idx="303">
                  <c:v>0.0483</c:v>
                </c:pt>
                <c:pt idx="304">
                  <c:v>-0.0807</c:v>
                </c:pt>
                <c:pt idx="305">
                  <c:v>-0.0537</c:v>
                </c:pt>
                <c:pt idx="306">
                  <c:v>0.0073</c:v>
                </c:pt>
                <c:pt idx="307">
                  <c:v>0.0853</c:v>
                </c:pt>
                <c:pt idx="308">
                  <c:v>-0.1617</c:v>
                </c:pt>
                <c:pt idx="309">
                  <c:v>-0.1977</c:v>
                </c:pt>
                <c:pt idx="310">
                  <c:v>-0.0567</c:v>
                </c:pt>
                <c:pt idx="311">
                  <c:v>0.1223</c:v>
                </c:pt>
                <c:pt idx="312">
                  <c:v>-0.0197</c:v>
                </c:pt>
                <c:pt idx="313">
                  <c:v>-0.0927</c:v>
                </c:pt>
                <c:pt idx="314">
                  <c:v>-0.0707</c:v>
                </c:pt>
                <c:pt idx="315">
                  <c:v>-0.0587</c:v>
                </c:pt>
                <c:pt idx="316">
                  <c:v>0.0483</c:v>
                </c:pt>
                <c:pt idx="317">
                  <c:v>0.0343</c:v>
                </c:pt>
                <c:pt idx="318">
                  <c:v>-0.0807</c:v>
                </c:pt>
                <c:pt idx="319">
                  <c:v>-0.0707</c:v>
                </c:pt>
                <c:pt idx="320">
                  <c:v>0.1143</c:v>
                </c:pt>
                <c:pt idx="321">
                  <c:v>0.1703</c:v>
                </c:pt>
                <c:pt idx="322">
                  <c:v>-0.0177</c:v>
                </c:pt>
                <c:pt idx="323">
                  <c:v>-0.0537</c:v>
                </c:pt>
                <c:pt idx="324">
                  <c:v>0.0703</c:v>
                </c:pt>
                <c:pt idx="325">
                  <c:v>0.1633</c:v>
                </c:pt>
                <c:pt idx="326">
                  <c:v>0.0873</c:v>
                </c:pt>
                <c:pt idx="327">
                  <c:v>-0.0567</c:v>
                </c:pt>
                <c:pt idx="328">
                  <c:v>-0.1047</c:v>
                </c:pt>
                <c:pt idx="329">
                  <c:v>-0.0417</c:v>
                </c:pt>
                <c:pt idx="330">
                  <c:v>0.0953</c:v>
                </c:pt>
                <c:pt idx="331">
                  <c:v>0.0073</c:v>
                </c:pt>
                <c:pt idx="332">
                  <c:v>-0.1007</c:v>
                </c:pt>
                <c:pt idx="333">
                  <c:v>0.0043</c:v>
                </c:pt>
                <c:pt idx="334">
                  <c:v>0.0853</c:v>
                </c:pt>
                <c:pt idx="335">
                  <c:v>-0.0047</c:v>
                </c:pt>
                <c:pt idx="336">
                  <c:v>-0.0707</c:v>
                </c:pt>
                <c:pt idx="337">
                  <c:v>-0.0317</c:v>
                </c:pt>
                <c:pt idx="338">
                  <c:v>0.0223</c:v>
                </c:pt>
                <c:pt idx="339">
                  <c:v>0.1073</c:v>
                </c:pt>
                <c:pt idx="340">
                  <c:v>-0.0317</c:v>
                </c:pt>
                <c:pt idx="341">
                  <c:v>-0.0977</c:v>
                </c:pt>
                <c:pt idx="342">
                  <c:v>-0.0317</c:v>
                </c:pt>
                <c:pt idx="343">
                  <c:v>0.1533</c:v>
                </c:pt>
                <c:pt idx="344">
                  <c:v>0.2463</c:v>
                </c:pt>
                <c:pt idx="345">
                  <c:v>0.1313</c:v>
                </c:pt>
                <c:pt idx="346">
                  <c:v>-0.0047</c:v>
                </c:pt>
                <c:pt idx="347">
                  <c:v>0.0143</c:v>
                </c:pt>
                <c:pt idx="348">
                  <c:v>0.1293</c:v>
                </c:pt>
                <c:pt idx="349">
                  <c:v>0.1093</c:v>
                </c:pt>
                <c:pt idx="350">
                  <c:v>0.0293</c:v>
                </c:pt>
                <c:pt idx="351">
                  <c:v>-0.0217</c:v>
                </c:pt>
                <c:pt idx="352">
                  <c:v>-0.1317</c:v>
                </c:pt>
                <c:pt idx="353">
                  <c:v>-0.1417</c:v>
                </c:pt>
                <c:pt idx="354">
                  <c:v>-0.0197</c:v>
                </c:pt>
                <c:pt idx="355">
                  <c:v>0.0193</c:v>
                </c:pt>
                <c:pt idx="356">
                  <c:v>-0.0367</c:v>
                </c:pt>
                <c:pt idx="357">
                  <c:v>-0.0197</c:v>
                </c:pt>
                <c:pt idx="358">
                  <c:v>0.0583</c:v>
                </c:pt>
                <c:pt idx="359">
                  <c:v>-0.0487</c:v>
                </c:pt>
                <c:pt idx="360">
                  <c:v>-0.1707</c:v>
                </c:pt>
                <c:pt idx="361">
                  <c:v>-0.0927</c:v>
                </c:pt>
                <c:pt idx="362">
                  <c:v>0.1053</c:v>
                </c:pt>
                <c:pt idx="363">
                  <c:v>0.1313</c:v>
                </c:pt>
                <c:pt idx="364">
                  <c:v>-0.0367</c:v>
                </c:pt>
                <c:pt idx="365">
                  <c:v>-0.0827</c:v>
                </c:pt>
                <c:pt idx="366">
                  <c:v>-0.0267</c:v>
                </c:pt>
                <c:pt idx="367">
                  <c:v>0.0583</c:v>
                </c:pt>
                <c:pt idx="368">
                  <c:v>-0.0127</c:v>
                </c:pt>
                <c:pt idx="369">
                  <c:v>-0.0487</c:v>
                </c:pt>
                <c:pt idx="370">
                  <c:v>0.1193</c:v>
                </c:pt>
                <c:pt idx="371">
                  <c:v>0.1023</c:v>
                </c:pt>
                <c:pt idx="372">
                  <c:v>-0.0417</c:v>
                </c:pt>
                <c:pt idx="373">
                  <c:v>-0.1587</c:v>
                </c:pt>
                <c:pt idx="374">
                  <c:v>-0.1247</c:v>
                </c:pt>
                <c:pt idx="375">
                  <c:v>0.0513</c:v>
                </c:pt>
                <c:pt idx="376">
                  <c:v>-0.0077</c:v>
                </c:pt>
                <c:pt idx="377">
                  <c:v>-0.1027</c:v>
                </c:pt>
                <c:pt idx="378">
                  <c:v>-0.1077</c:v>
                </c:pt>
                <c:pt idx="379">
                  <c:v>-0.0217</c:v>
                </c:pt>
                <c:pt idx="380">
                  <c:v>0.0533</c:v>
                </c:pt>
                <c:pt idx="381">
                  <c:v>0.0733</c:v>
                </c:pt>
                <c:pt idx="382">
                  <c:v>0.0193</c:v>
                </c:pt>
                <c:pt idx="383">
                  <c:v>-0.0247</c:v>
                </c:pt>
                <c:pt idx="384">
                  <c:v>-0.0047</c:v>
                </c:pt>
                <c:pt idx="385">
                  <c:v>0.1313</c:v>
                </c:pt>
                <c:pt idx="386">
                  <c:v>0.1123</c:v>
                </c:pt>
                <c:pt idx="387">
                  <c:v>0.0193</c:v>
                </c:pt>
                <c:pt idx="388">
                  <c:v>-0.0097</c:v>
                </c:pt>
                <c:pt idx="389">
                  <c:v>0.0173</c:v>
                </c:pt>
                <c:pt idx="390">
                  <c:v>0.0413</c:v>
                </c:pt>
                <c:pt idx="391">
                  <c:v>-0.0147</c:v>
                </c:pt>
                <c:pt idx="392">
                  <c:v>-0.1147</c:v>
                </c:pt>
                <c:pt idx="393">
                  <c:v>-0.0537</c:v>
                </c:pt>
                <c:pt idx="394">
                  <c:v>-0.0857</c:v>
                </c:pt>
                <c:pt idx="395">
                  <c:v>0.0463</c:v>
                </c:pt>
                <c:pt idx="396">
                  <c:v>-0.0927</c:v>
                </c:pt>
                <c:pt idx="397">
                  <c:v>-0.2227</c:v>
                </c:pt>
                <c:pt idx="398">
                  <c:v>0.0393</c:v>
                </c:pt>
                <c:pt idx="399">
                  <c:v>0.1393</c:v>
                </c:pt>
              </c:numCache>
            </c:numRef>
          </c:yVal>
          <c:smooth val="0"/>
        </c:ser>
        <c:ser>
          <c:idx val="1"/>
          <c:order val="1"/>
          <c:tx>
            <c:strRef>
              <c:f>Sheet1!$C$1</c:f>
              <c:strCache>
                <c:ptCount val="1"/>
                <c:pt idx="0">
                  <c:v>Failing, RMS 0.16 g</c:v>
                </c:pt>
              </c:strCache>
            </c:strRef>
          </c:tx>
          <c:spPr>
            <a:solidFill>
              <a:srgbClr val="F26B4F"/>
            </a:solidFill>
            <a:ln w="15875" cap="flat">
              <a:solidFill>
                <a:srgbClr val="F26B4F"/>
              </a:solidFill>
              <a:prstDash val="solid"/>
              <a:round/>
            </a:ln>
            <a:effectLst/>
          </c:spPr>
          <c:marker>
            <c:symbol val="none"/>
            <c:size val="6"/>
            <c:spPr>
              <a:solidFill>
                <a:srgbClr val="F26B4F"/>
              </a:solidFill>
              <a:ln w="9525" cap="flat">
                <a:solidFill>
                  <a:srgbClr val="F26B4F"/>
                </a:solidFill>
                <a:prstDash val="solid"/>
                <a:round/>
              </a:ln>
              <a:effectLst/>
            </c:spPr>
          </c:marker>
          <c:xVal>
            <c:numRef>
              <c:f>Sheet1!$A$2:$A$401</c:f>
              <c:numCache>
                <c:formatCode>General</c:formatCode>
                <c:ptCount val="400"/>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numCache>
            </c:numRef>
          </c:xVal>
          <c:yVal>
            <c:numRef>
              <c:f>Sheet1!$C$2:$C$401</c:f>
              <c:numCache>
                <c:formatCode>General</c:formatCode>
                <c:ptCount val="400"/>
                <c:pt idx="0">
                  <c:v>-0.0028</c:v>
                </c:pt>
                <c:pt idx="1">
                  <c:v>-0.0398</c:v>
                </c:pt>
                <c:pt idx="2">
                  <c:v>-0.0398</c:v>
                </c:pt>
                <c:pt idx="3">
                  <c:v>0.0922</c:v>
                </c:pt>
                <c:pt idx="4">
                  <c:v>0.0682</c:v>
                </c:pt>
                <c:pt idx="5">
                  <c:v>-0.0438</c:v>
                </c:pt>
                <c:pt idx="6">
                  <c:v>-0.0348</c:v>
                </c:pt>
                <c:pt idx="7">
                  <c:v>-0.0148</c:v>
                </c:pt>
                <c:pt idx="8">
                  <c:v>-0.1048</c:v>
                </c:pt>
                <c:pt idx="9">
                  <c:v>-0.1588</c:v>
                </c:pt>
                <c:pt idx="10">
                  <c:v>-0.1248</c:v>
                </c:pt>
                <c:pt idx="11">
                  <c:v>-0.0468</c:v>
                </c:pt>
                <c:pt idx="12">
                  <c:v>-0.0908</c:v>
                </c:pt>
                <c:pt idx="13">
                  <c:v>-0.0518</c:v>
                </c:pt>
                <c:pt idx="14">
                  <c:v>0.0442</c:v>
                </c:pt>
                <c:pt idx="15">
                  <c:v>0.0192</c:v>
                </c:pt>
                <c:pt idx="16">
                  <c:v>-0.1318</c:v>
                </c:pt>
                <c:pt idx="17">
                  <c:v>-0.0348</c:v>
                </c:pt>
                <c:pt idx="18">
                  <c:v>0.0412</c:v>
                </c:pt>
                <c:pt idx="19">
                  <c:v>0.1022</c:v>
                </c:pt>
                <c:pt idx="20">
                  <c:v>-0.0568</c:v>
                </c:pt>
                <c:pt idx="21">
                  <c:v>-0.1128</c:v>
                </c:pt>
                <c:pt idx="22">
                  <c:v>0.0512</c:v>
                </c:pt>
                <c:pt idx="23">
                  <c:v>0.2832</c:v>
                </c:pt>
                <c:pt idx="24">
                  <c:v>0.1662</c:v>
                </c:pt>
                <c:pt idx="25">
                  <c:v>-0.4668</c:v>
                </c:pt>
                <c:pt idx="26">
                  <c:v>-0.5058</c:v>
                </c:pt>
                <c:pt idx="27">
                  <c:v>0.3682</c:v>
                </c:pt>
                <c:pt idx="28">
                  <c:v>0.4902</c:v>
                </c:pt>
                <c:pt idx="29">
                  <c:v>-0.0318</c:v>
                </c:pt>
                <c:pt idx="30">
                  <c:v>-0.4198</c:v>
                </c:pt>
                <c:pt idx="31">
                  <c:v>-0.2518</c:v>
                </c:pt>
                <c:pt idx="32">
                  <c:v>0.1242</c:v>
                </c:pt>
                <c:pt idx="33">
                  <c:v>0.0782</c:v>
                </c:pt>
                <c:pt idx="34">
                  <c:v>-0.2758</c:v>
                </c:pt>
                <c:pt idx="35">
                  <c:v>-0.2858</c:v>
                </c:pt>
                <c:pt idx="36">
                  <c:v>0.0532</c:v>
                </c:pt>
                <c:pt idx="37">
                  <c:v>0.2142</c:v>
                </c:pt>
                <c:pt idx="38">
                  <c:v>0.0262</c:v>
                </c:pt>
                <c:pt idx="39">
                  <c:v>-0.1028</c:v>
                </c:pt>
                <c:pt idx="40">
                  <c:v>0.1412</c:v>
                </c:pt>
                <c:pt idx="41">
                  <c:v>0.3172</c:v>
                </c:pt>
                <c:pt idx="42">
                  <c:v>0.0802</c:v>
                </c:pt>
                <c:pt idx="43">
                  <c:v>-0.1758</c:v>
                </c:pt>
                <c:pt idx="44">
                  <c:v>-0.1348</c:v>
                </c:pt>
                <c:pt idx="45">
                  <c:v>0.1172</c:v>
                </c:pt>
                <c:pt idx="46">
                  <c:v>0.1172</c:v>
                </c:pt>
                <c:pt idx="47">
                  <c:v>-0.1128</c:v>
                </c:pt>
                <c:pt idx="48">
                  <c:v>-0.1688</c:v>
                </c:pt>
                <c:pt idx="49">
                  <c:v>0.0002</c:v>
                </c:pt>
                <c:pt idx="50">
                  <c:v>0.1192</c:v>
                </c:pt>
                <c:pt idx="51">
                  <c:v>0.0652</c:v>
                </c:pt>
                <c:pt idx="52">
                  <c:v>-0.0588</c:v>
                </c:pt>
                <c:pt idx="53">
                  <c:v>-0.0708</c:v>
                </c:pt>
                <c:pt idx="54">
                  <c:v>-0.0588</c:v>
                </c:pt>
                <c:pt idx="55">
                  <c:v>0.0752</c:v>
                </c:pt>
                <c:pt idx="56">
                  <c:v>-0.0368</c:v>
                </c:pt>
                <c:pt idx="57">
                  <c:v>-0.1298</c:v>
                </c:pt>
                <c:pt idx="58">
                  <c:v>-0.1228</c:v>
                </c:pt>
                <c:pt idx="59">
                  <c:v>0.0042</c:v>
                </c:pt>
                <c:pt idx="60">
                  <c:v>0.0562</c:v>
                </c:pt>
                <c:pt idx="61">
                  <c:v>0.0782</c:v>
                </c:pt>
                <c:pt idx="62">
                  <c:v>0.0362</c:v>
                </c:pt>
                <c:pt idx="63">
                  <c:v>-0.0348</c:v>
                </c:pt>
                <c:pt idx="64">
                  <c:v>0.0292</c:v>
                </c:pt>
                <c:pt idx="65">
                  <c:v>0.0312</c:v>
                </c:pt>
                <c:pt idx="66">
                  <c:v>-0.0028</c:v>
                </c:pt>
                <c:pt idx="67">
                  <c:v>-0.0098</c:v>
                </c:pt>
                <c:pt idx="68">
                  <c:v>-0.0218</c:v>
                </c:pt>
                <c:pt idx="69">
                  <c:v>0.0002</c:v>
                </c:pt>
                <c:pt idx="70">
                  <c:v>-0.0398</c:v>
                </c:pt>
                <c:pt idx="71">
                  <c:v>0.0512</c:v>
                </c:pt>
                <c:pt idx="72">
                  <c:v>0.0652</c:v>
                </c:pt>
                <c:pt idx="73">
                  <c:v>0.0262</c:v>
                </c:pt>
                <c:pt idx="74">
                  <c:v>0.0192</c:v>
                </c:pt>
                <c:pt idx="75">
                  <c:v>-0.0268</c:v>
                </c:pt>
                <c:pt idx="76">
                  <c:v>-0.0318</c:v>
                </c:pt>
                <c:pt idx="77">
                  <c:v>0.0392</c:v>
                </c:pt>
                <c:pt idx="78">
                  <c:v>0.0752</c:v>
                </c:pt>
                <c:pt idx="79">
                  <c:v>0.0442</c:v>
                </c:pt>
                <c:pt idx="80">
                  <c:v>0.0732</c:v>
                </c:pt>
                <c:pt idx="81">
                  <c:v>0.0512</c:v>
                </c:pt>
                <c:pt idx="82">
                  <c:v>0.0092</c:v>
                </c:pt>
                <c:pt idx="83">
                  <c:v>0.0752</c:v>
                </c:pt>
                <c:pt idx="84">
                  <c:v>0.1292</c:v>
                </c:pt>
                <c:pt idx="85">
                  <c:v>0.0172</c:v>
                </c:pt>
                <c:pt idx="86">
                  <c:v>0.0142</c:v>
                </c:pt>
                <c:pt idx="87">
                  <c:v>-0.0658</c:v>
                </c:pt>
                <c:pt idx="88">
                  <c:v>-0.0658</c:v>
                </c:pt>
                <c:pt idx="89">
                  <c:v>-0.0398</c:v>
                </c:pt>
                <c:pt idx="90">
                  <c:v>-0.0198</c:v>
                </c:pt>
                <c:pt idx="91">
                  <c:v>0.0242</c:v>
                </c:pt>
                <c:pt idx="92">
                  <c:v>-0.0418</c:v>
                </c:pt>
                <c:pt idx="93">
                  <c:v>-0.0098</c:v>
                </c:pt>
                <c:pt idx="94">
                  <c:v>-0.0098</c:v>
                </c:pt>
                <c:pt idx="95">
                  <c:v>-0.0198</c:v>
                </c:pt>
                <c:pt idx="96">
                  <c:v>0.0262</c:v>
                </c:pt>
                <c:pt idx="97">
                  <c:v>0.0002</c:v>
                </c:pt>
                <c:pt idx="98">
                  <c:v>-0.0688</c:v>
                </c:pt>
                <c:pt idx="99">
                  <c:v>0.0192</c:v>
                </c:pt>
                <c:pt idx="100">
                  <c:v>0.0462</c:v>
                </c:pt>
                <c:pt idx="101">
                  <c:v>0.1312</c:v>
                </c:pt>
                <c:pt idx="102">
                  <c:v>0.1312</c:v>
                </c:pt>
                <c:pt idx="103">
                  <c:v>0.1092</c:v>
                </c:pt>
                <c:pt idx="104">
                  <c:v>0.1412</c:v>
                </c:pt>
                <c:pt idx="105">
                  <c:v>0.0172</c:v>
                </c:pt>
                <c:pt idx="106">
                  <c:v>0.0342</c:v>
                </c:pt>
                <c:pt idx="107">
                  <c:v>0.1192</c:v>
                </c:pt>
                <c:pt idx="108">
                  <c:v>-0.0758</c:v>
                </c:pt>
                <c:pt idx="109">
                  <c:v>-0.2618</c:v>
                </c:pt>
                <c:pt idx="110">
                  <c:v>0.1052</c:v>
                </c:pt>
                <c:pt idx="111">
                  <c:v>0.4512</c:v>
                </c:pt>
                <c:pt idx="112">
                  <c:v>-0.2078</c:v>
                </c:pt>
                <c:pt idx="113">
                  <c:v>-0.8178</c:v>
                </c:pt>
                <c:pt idx="114">
                  <c:v>-0.1878</c:v>
                </c:pt>
                <c:pt idx="115">
                  <c:v>0.5152</c:v>
                </c:pt>
                <c:pt idx="116">
                  <c:v>0.3322</c:v>
                </c:pt>
                <c:pt idx="117">
                  <c:v>-0.4198</c:v>
                </c:pt>
                <c:pt idx="118">
                  <c:v>-0.4298</c:v>
                </c:pt>
                <c:pt idx="119">
                  <c:v>0.0512</c:v>
                </c:pt>
                <c:pt idx="120">
                  <c:v>0.3142</c:v>
                </c:pt>
                <c:pt idx="121">
                  <c:v>0.0192</c:v>
                </c:pt>
                <c:pt idx="122">
                  <c:v>-0.3538</c:v>
                </c:pt>
                <c:pt idx="123">
                  <c:v>-0.1658</c:v>
                </c:pt>
                <c:pt idx="124">
                  <c:v>0.2612</c:v>
                </c:pt>
                <c:pt idx="125">
                  <c:v>0.3002</c:v>
                </c:pt>
                <c:pt idx="126">
                  <c:v>-0.0178</c:v>
                </c:pt>
                <c:pt idx="127">
                  <c:v>0.1482</c:v>
                </c:pt>
                <c:pt idx="128">
                  <c:v>0.1582</c:v>
                </c:pt>
                <c:pt idx="129">
                  <c:v>0.0242</c:v>
                </c:pt>
                <c:pt idx="130">
                  <c:v>-0.2568</c:v>
                </c:pt>
                <c:pt idx="131">
                  <c:v>-0.2518</c:v>
                </c:pt>
                <c:pt idx="132">
                  <c:v>-0.0248</c:v>
                </c:pt>
                <c:pt idx="133">
                  <c:v>-0.0128</c:v>
                </c:pt>
                <c:pt idx="134">
                  <c:v>-0.1878</c:v>
                </c:pt>
                <c:pt idx="135">
                  <c:v>-0.1588</c:v>
                </c:pt>
                <c:pt idx="136">
                  <c:v>0.0482</c:v>
                </c:pt>
                <c:pt idx="137">
                  <c:v>0.2562</c:v>
                </c:pt>
                <c:pt idx="138">
                  <c:v>0.1342</c:v>
                </c:pt>
                <c:pt idx="139">
                  <c:v>-0.1008</c:v>
                </c:pt>
                <c:pt idx="140">
                  <c:v>-0.0958</c:v>
                </c:pt>
                <c:pt idx="141">
                  <c:v>0.0752</c:v>
                </c:pt>
                <c:pt idx="142">
                  <c:v>0.1442</c:v>
                </c:pt>
                <c:pt idx="143">
                  <c:v>-0.0438</c:v>
                </c:pt>
                <c:pt idx="144">
                  <c:v>-0.1348</c:v>
                </c:pt>
                <c:pt idx="145">
                  <c:v>-0.0368</c:v>
                </c:pt>
                <c:pt idx="146">
                  <c:v>0.1172</c:v>
                </c:pt>
                <c:pt idx="147">
                  <c:v>0.0782</c:v>
                </c:pt>
                <c:pt idx="148">
                  <c:v>-0.1318</c:v>
                </c:pt>
                <c:pt idx="149">
                  <c:v>-0.1148</c:v>
                </c:pt>
                <c:pt idx="150">
                  <c:v>0.0482</c:v>
                </c:pt>
                <c:pt idx="151">
                  <c:v>0.1582</c:v>
                </c:pt>
                <c:pt idx="152">
                  <c:v>-0.1048</c:v>
                </c:pt>
                <c:pt idx="153">
                  <c:v>-0.3248</c:v>
                </c:pt>
                <c:pt idx="154">
                  <c:v>-0.1688</c:v>
                </c:pt>
                <c:pt idx="155">
                  <c:v>-0.0078</c:v>
                </c:pt>
                <c:pt idx="156">
                  <c:v>0.0922</c:v>
                </c:pt>
                <c:pt idx="157">
                  <c:v>-0.0148</c:v>
                </c:pt>
                <c:pt idx="158">
                  <c:v>-0.0758</c:v>
                </c:pt>
                <c:pt idx="159">
                  <c:v>-0.0048</c:v>
                </c:pt>
                <c:pt idx="160">
                  <c:v>0.2052</c:v>
                </c:pt>
                <c:pt idx="161">
                  <c:v>0.2582</c:v>
                </c:pt>
                <c:pt idx="162">
                  <c:v>0.0022</c:v>
                </c:pt>
                <c:pt idx="163">
                  <c:v>-0.0418</c:v>
                </c:pt>
                <c:pt idx="164">
                  <c:v>0.1172</c:v>
                </c:pt>
                <c:pt idx="165">
                  <c:v>0.1362</c:v>
                </c:pt>
                <c:pt idx="166">
                  <c:v>-0.0568</c:v>
                </c:pt>
                <c:pt idx="167">
                  <c:v>-0.0788</c:v>
                </c:pt>
                <c:pt idx="168">
                  <c:v>0.0312</c:v>
                </c:pt>
                <c:pt idx="169">
                  <c:v>0.3172</c:v>
                </c:pt>
                <c:pt idx="170">
                  <c:v>0.2002</c:v>
                </c:pt>
                <c:pt idx="171">
                  <c:v>0.0072</c:v>
                </c:pt>
                <c:pt idx="172">
                  <c:v>0.0952</c:v>
                </c:pt>
                <c:pt idx="173">
                  <c:v>-0.0348</c:v>
                </c:pt>
                <c:pt idx="174">
                  <c:v>-0.0928</c:v>
                </c:pt>
                <c:pt idx="175">
                  <c:v>-0.0268</c:v>
                </c:pt>
                <c:pt idx="176">
                  <c:v>-0.0198</c:v>
                </c:pt>
                <c:pt idx="177">
                  <c:v>0.0042</c:v>
                </c:pt>
                <c:pt idx="178">
                  <c:v>-0.1518</c:v>
                </c:pt>
                <c:pt idx="179">
                  <c:v>-0.1788</c:v>
                </c:pt>
                <c:pt idx="180">
                  <c:v>0.0462</c:v>
                </c:pt>
                <c:pt idx="181">
                  <c:v>0.0782</c:v>
                </c:pt>
                <c:pt idx="182">
                  <c:v>-0.0268</c:v>
                </c:pt>
                <c:pt idx="183">
                  <c:v>-0.1048</c:v>
                </c:pt>
                <c:pt idx="184">
                  <c:v>-0.0958</c:v>
                </c:pt>
                <c:pt idx="185">
                  <c:v>-0.0028</c:v>
                </c:pt>
                <c:pt idx="186">
                  <c:v>0.0342</c:v>
                </c:pt>
                <c:pt idx="187">
                  <c:v>-0.0368</c:v>
                </c:pt>
                <c:pt idx="188">
                  <c:v>0.0262</c:v>
                </c:pt>
                <c:pt idx="189">
                  <c:v>-0.0148</c:v>
                </c:pt>
                <c:pt idx="190">
                  <c:v>0.0042</c:v>
                </c:pt>
                <c:pt idx="191">
                  <c:v>0.0952</c:v>
                </c:pt>
                <c:pt idx="192">
                  <c:v>0.1362</c:v>
                </c:pt>
                <c:pt idx="193">
                  <c:v>0.2312</c:v>
                </c:pt>
                <c:pt idx="194">
                  <c:v>-0.0438</c:v>
                </c:pt>
                <c:pt idx="195">
                  <c:v>-0.1348</c:v>
                </c:pt>
                <c:pt idx="196">
                  <c:v>0.2122</c:v>
                </c:pt>
                <c:pt idx="197">
                  <c:v>0.1512</c:v>
                </c:pt>
                <c:pt idx="198">
                  <c:v>-0.0398</c:v>
                </c:pt>
                <c:pt idx="199">
                  <c:v>-0.5738</c:v>
                </c:pt>
                <c:pt idx="200">
                  <c:v>-0.1978</c:v>
                </c:pt>
                <c:pt idx="201">
                  <c:v>0.6392</c:v>
                </c:pt>
                <c:pt idx="202">
                  <c:v>0.5272</c:v>
                </c:pt>
                <c:pt idx="203">
                  <c:v>-0.3538</c:v>
                </c:pt>
                <c:pt idx="204">
                  <c:v>-0.5198</c:v>
                </c:pt>
                <c:pt idx="205">
                  <c:v>-0.0298</c:v>
                </c:pt>
                <c:pt idx="206">
                  <c:v>0.5342</c:v>
                </c:pt>
                <c:pt idx="207">
                  <c:v>0.2392</c:v>
                </c:pt>
                <c:pt idx="208">
                  <c:v>-0.2758</c:v>
                </c:pt>
                <c:pt idx="209">
                  <c:v>-0.2448</c:v>
                </c:pt>
                <c:pt idx="210">
                  <c:v>0.1902</c:v>
                </c:pt>
                <c:pt idx="211">
                  <c:v>0.2292</c:v>
                </c:pt>
                <c:pt idx="212">
                  <c:v>-0.0078</c:v>
                </c:pt>
                <c:pt idx="213">
                  <c:v>-0.1368</c:v>
                </c:pt>
                <c:pt idx="214">
                  <c:v>0.0512</c:v>
                </c:pt>
                <c:pt idx="215">
                  <c:v>0.2142</c:v>
                </c:pt>
                <c:pt idx="216">
                  <c:v>-0.0098</c:v>
                </c:pt>
                <c:pt idx="217">
                  <c:v>-0.2008</c:v>
                </c:pt>
                <c:pt idx="218">
                  <c:v>-0.1028</c:v>
                </c:pt>
                <c:pt idx="219">
                  <c:v>0.0902</c:v>
                </c:pt>
                <c:pt idx="220">
                  <c:v>-0.0128</c:v>
                </c:pt>
                <c:pt idx="221">
                  <c:v>-0.1758</c:v>
                </c:pt>
                <c:pt idx="222">
                  <c:v>-0.1178</c:v>
                </c:pt>
                <c:pt idx="223">
                  <c:v>0.1192</c:v>
                </c:pt>
                <c:pt idx="224">
                  <c:v>0.1832</c:v>
                </c:pt>
                <c:pt idx="225">
                  <c:v>0.1052</c:v>
                </c:pt>
                <c:pt idx="226">
                  <c:v>0.0002</c:v>
                </c:pt>
                <c:pt idx="227">
                  <c:v>0.0682</c:v>
                </c:pt>
                <c:pt idx="228">
                  <c:v>0.0462</c:v>
                </c:pt>
                <c:pt idx="229">
                  <c:v>-0.0318</c:v>
                </c:pt>
                <c:pt idx="230">
                  <c:v>-0.0298</c:v>
                </c:pt>
                <c:pt idx="231">
                  <c:v>-0.0758</c:v>
                </c:pt>
                <c:pt idx="232">
                  <c:v>0.0022</c:v>
                </c:pt>
                <c:pt idx="233">
                  <c:v>-0.0048</c:v>
                </c:pt>
                <c:pt idx="234">
                  <c:v>-0.0758</c:v>
                </c:pt>
                <c:pt idx="235">
                  <c:v>-0.0588</c:v>
                </c:pt>
                <c:pt idx="236">
                  <c:v>-0.0608</c:v>
                </c:pt>
                <c:pt idx="237">
                  <c:v>-0.0248</c:v>
                </c:pt>
                <c:pt idx="238">
                  <c:v>-0.0688</c:v>
                </c:pt>
                <c:pt idx="239">
                  <c:v>-0.0928</c:v>
                </c:pt>
                <c:pt idx="240">
                  <c:v>-0.0878</c:v>
                </c:pt>
                <c:pt idx="241">
                  <c:v>-0.0418</c:v>
                </c:pt>
                <c:pt idx="242">
                  <c:v>0.0122</c:v>
                </c:pt>
                <c:pt idx="243">
                  <c:v>0.0172</c:v>
                </c:pt>
                <c:pt idx="244">
                  <c:v>0.0922</c:v>
                </c:pt>
                <c:pt idx="245">
                  <c:v>0.1952</c:v>
                </c:pt>
                <c:pt idx="246">
                  <c:v>0.0852</c:v>
                </c:pt>
                <c:pt idx="247">
                  <c:v>0.0262</c:v>
                </c:pt>
                <c:pt idx="248">
                  <c:v>0.0442</c:v>
                </c:pt>
                <c:pt idx="249">
                  <c:v>0.1342</c:v>
                </c:pt>
                <c:pt idx="250">
                  <c:v>0.1782</c:v>
                </c:pt>
                <c:pt idx="251">
                  <c:v>0.0752</c:v>
                </c:pt>
                <c:pt idx="252">
                  <c:v>0.0122</c:v>
                </c:pt>
                <c:pt idx="253">
                  <c:v>0.0262</c:v>
                </c:pt>
                <c:pt idx="254">
                  <c:v>0.0262</c:v>
                </c:pt>
                <c:pt idx="255">
                  <c:v>0.0142</c:v>
                </c:pt>
                <c:pt idx="256">
                  <c:v>0.0312</c:v>
                </c:pt>
                <c:pt idx="257">
                  <c:v>0.0142</c:v>
                </c:pt>
                <c:pt idx="258">
                  <c:v>0.0652</c:v>
                </c:pt>
                <c:pt idx="259">
                  <c:v>0.0532</c:v>
                </c:pt>
                <c:pt idx="260">
                  <c:v>0.0262</c:v>
                </c:pt>
                <c:pt idx="261">
                  <c:v>-0.0688</c:v>
                </c:pt>
                <c:pt idx="262">
                  <c:v>-0.0878</c:v>
                </c:pt>
                <c:pt idx="263">
                  <c:v>0.0222</c:v>
                </c:pt>
                <c:pt idx="264">
                  <c:v>0.0582</c:v>
                </c:pt>
                <c:pt idx="265">
                  <c:v>0.0312</c:v>
                </c:pt>
                <c:pt idx="266">
                  <c:v>-0.0248</c:v>
                </c:pt>
                <c:pt idx="267">
                  <c:v>0.0362</c:v>
                </c:pt>
                <c:pt idx="268">
                  <c:v>0.0732</c:v>
                </c:pt>
                <c:pt idx="269">
                  <c:v>0.0462</c:v>
                </c:pt>
                <c:pt idx="270">
                  <c:v>0.0312</c:v>
                </c:pt>
                <c:pt idx="271">
                  <c:v>0.0582</c:v>
                </c:pt>
                <c:pt idx="272">
                  <c:v>-0.0028</c:v>
                </c:pt>
                <c:pt idx="273">
                  <c:v>-0.1518</c:v>
                </c:pt>
                <c:pt idx="274">
                  <c:v>-0.1788</c:v>
                </c:pt>
                <c:pt idx="275">
                  <c:v>-0.0368</c:v>
                </c:pt>
                <c:pt idx="276">
                  <c:v>0.0852</c:v>
                </c:pt>
                <c:pt idx="277">
                  <c:v>0.0002</c:v>
                </c:pt>
                <c:pt idx="278">
                  <c:v>0.0222</c:v>
                </c:pt>
                <c:pt idx="279">
                  <c:v>0.1052</c:v>
                </c:pt>
                <c:pt idx="280">
                  <c:v>0.0612</c:v>
                </c:pt>
                <c:pt idx="281">
                  <c:v>-0.2518</c:v>
                </c:pt>
                <c:pt idx="282">
                  <c:v>-0.2758</c:v>
                </c:pt>
                <c:pt idx="283">
                  <c:v>0.0122</c:v>
                </c:pt>
                <c:pt idx="284">
                  <c:v>0.3982</c:v>
                </c:pt>
                <c:pt idx="285">
                  <c:v>-0.1788</c:v>
                </c:pt>
                <c:pt idx="286">
                  <c:v>-0.3178</c:v>
                </c:pt>
                <c:pt idx="287">
                  <c:v>0.0922</c:v>
                </c:pt>
                <c:pt idx="288">
                  <c:v>0.3832</c:v>
                </c:pt>
                <c:pt idx="289">
                  <c:v>0.1122</c:v>
                </c:pt>
                <c:pt idx="290">
                  <c:v>-0.3538</c:v>
                </c:pt>
                <c:pt idx="291">
                  <c:v>-0.2928</c:v>
                </c:pt>
                <c:pt idx="292">
                  <c:v>0.2292</c:v>
                </c:pt>
                <c:pt idx="293">
                  <c:v>0.2462</c:v>
                </c:pt>
                <c:pt idx="294">
                  <c:v>-0.2198</c:v>
                </c:pt>
                <c:pt idx="295">
                  <c:v>-0.4888</c:v>
                </c:pt>
                <c:pt idx="296">
                  <c:v>0.0412</c:v>
                </c:pt>
                <c:pt idx="297">
                  <c:v>0.3512</c:v>
                </c:pt>
                <c:pt idx="298">
                  <c:v>0.0582</c:v>
                </c:pt>
                <c:pt idx="299">
                  <c:v>-0.2148</c:v>
                </c:pt>
                <c:pt idx="300">
                  <c:v>0.0002</c:v>
                </c:pt>
                <c:pt idx="301">
                  <c:v>0.2192</c:v>
                </c:pt>
                <c:pt idx="302">
                  <c:v>0.0512</c:v>
                </c:pt>
                <c:pt idx="303">
                  <c:v>-0.2468</c:v>
                </c:pt>
                <c:pt idx="304">
                  <c:v>-0.2928</c:v>
                </c:pt>
                <c:pt idx="305">
                  <c:v>-0.0438</c:v>
                </c:pt>
                <c:pt idx="306">
                  <c:v>0.1122</c:v>
                </c:pt>
                <c:pt idx="307">
                  <c:v>-0.0128</c:v>
                </c:pt>
                <c:pt idx="308">
                  <c:v>-0.0828</c:v>
                </c:pt>
                <c:pt idx="309">
                  <c:v>-0.0368</c:v>
                </c:pt>
                <c:pt idx="310">
                  <c:v>0.1242</c:v>
                </c:pt>
                <c:pt idx="311">
                  <c:v>0.1802</c:v>
                </c:pt>
                <c:pt idx="312">
                  <c:v>-0.0178</c:v>
                </c:pt>
                <c:pt idx="313">
                  <c:v>-0.0928</c:v>
                </c:pt>
                <c:pt idx="314">
                  <c:v>-0.0418</c:v>
                </c:pt>
                <c:pt idx="315">
                  <c:v>0.0292</c:v>
                </c:pt>
                <c:pt idx="316">
                  <c:v>-0.0518</c:v>
                </c:pt>
                <c:pt idx="317">
                  <c:v>-0.1438</c:v>
                </c:pt>
                <c:pt idx="318">
                  <c:v>-0.0978</c:v>
                </c:pt>
                <c:pt idx="319">
                  <c:v>0.0442</c:v>
                </c:pt>
                <c:pt idx="320">
                  <c:v>0.0972</c:v>
                </c:pt>
                <c:pt idx="321">
                  <c:v>-0.0688</c:v>
                </c:pt>
                <c:pt idx="322">
                  <c:v>-0.0788</c:v>
                </c:pt>
                <c:pt idx="323">
                  <c:v>-0.0248</c:v>
                </c:pt>
                <c:pt idx="324">
                  <c:v>0.1532</c:v>
                </c:pt>
                <c:pt idx="325">
                  <c:v>0.1662</c:v>
                </c:pt>
                <c:pt idx="326">
                  <c:v>-0.1248</c:v>
                </c:pt>
                <c:pt idx="327">
                  <c:v>-0.2518</c:v>
                </c:pt>
                <c:pt idx="328">
                  <c:v>0.0412</c:v>
                </c:pt>
                <c:pt idx="329">
                  <c:v>0.0902</c:v>
                </c:pt>
                <c:pt idx="330">
                  <c:v>0.0122</c:v>
                </c:pt>
                <c:pt idx="331">
                  <c:v>-0.0098</c:v>
                </c:pt>
                <c:pt idx="332">
                  <c:v>0.1272</c:v>
                </c:pt>
                <c:pt idx="333">
                  <c:v>0.1832</c:v>
                </c:pt>
                <c:pt idx="334">
                  <c:v>0.1242</c:v>
                </c:pt>
                <c:pt idx="335">
                  <c:v>-0.0128</c:v>
                </c:pt>
                <c:pt idx="336">
                  <c:v>-0.1568</c:v>
                </c:pt>
                <c:pt idx="337">
                  <c:v>-0.0788</c:v>
                </c:pt>
                <c:pt idx="338">
                  <c:v>-0.0488</c:v>
                </c:pt>
                <c:pt idx="339">
                  <c:v>-0.0298</c:v>
                </c:pt>
                <c:pt idx="340">
                  <c:v>0.0022</c:v>
                </c:pt>
                <c:pt idx="341">
                  <c:v>-0.0248</c:v>
                </c:pt>
                <c:pt idx="342">
                  <c:v>0.0172</c:v>
                </c:pt>
                <c:pt idx="343">
                  <c:v>0.0682</c:v>
                </c:pt>
                <c:pt idx="344">
                  <c:v>0.1532</c:v>
                </c:pt>
                <c:pt idx="345">
                  <c:v>0.0902</c:v>
                </c:pt>
                <c:pt idx="346">
                  <c:v>-0.0028</c:v>
                </c:pt>
                <c:pt idx="347">
                  <c:v>-0.0788</c:v>
                </c:pt>
                <c:pt idx="348">
                  <c:v>0.0122</c:v>
                </c:pt>
                <c:pt idx="349">
                  <c:v>-0.0048</c:v>
                </c:pt>
                <c:pt idx="350">
                  <c:v>-0.0368</c:v>
                </c:pt>
                <c:pt idx="351">
                  <c:v>0.0072</c:v>
                </c:pt>
                <c:pt idx="352">
                  <c:v>-0.0608</c:v>
                </c:pt>
                <c:pt idx="353">
                  <c:v>-0.0468</c:v>
                </c:pt>
                <c:pt idx="354">
                  <c:v>0.0042</c:v>
                </c:pt>
                <c:pt idx="355">
                  <c:v>-0.0758</c:v>
                </c:pt>
                <c:pt idx="356">
                  <c:v>-0.0808</c:v>
                </c:pt>
                <c:pt idx="357">
                  <c:v>-0.0318</c:v>
                </c:pt>
                <c:pt idx="358">
                  <c:v>-0.1368</c:v>
                </c:pt>
                <c:pt idx="359">
                  <c:v>-0.0928</c:v>
                </c:pt>
                <c:pt idx="360">
                  <c:v>-0.1078</c:v>
                </c:pt>
                <c:pt idx="361">
                  <c:v>-0.1708</c:v>
                </c:pt>
                <c:pt idx="362">
                  <c:v>-0.0788</c:v>
                </c:pt>
                <c:pt idx="363">
                  <c:v>-0.0488</c:v>
                </c:pt>
                <c:pt idx="364">
                  <c:v>0.1022</c:v>
                </c:pt>
                <c:pt idx="365">
                  <c:v>0.2832</c:v>
                </c:pt>
                <c:pt idx="366">
                  <c:v>0.2972</c:v>
                </c:pt>
                <c:pt idx="367">
                  <c:v>0.1222</c:v>
                </c:pt>
                <c:pt idx="368">
                  <c:v>-0.1878</c:v>
                </c:pt>
                <c:pt idx="369">
                  <c:v>-0.0298</c:v>
                </c:pt>
                <c:pt idx="370">
                  <c:v>0.1512</c:v>
                </c:pt>
                <c:pt idx="371">
                  <c:v>0.1392</c:v>
                </c:pt>
                <c:pt idx="372">
                  <c:v>-0.3518</c:v>
                </c:pt>
                <c:pt idx="373">
                  <c:v>-0.3078</c:v>
                </c:pt>
                <c:pt idx="374">
                  <c:v>0.0972</c:v>
                </c:pt>
                <c:pt idx="375">
                  <c:v>0.2532</c:v>
                </c:pt>
                <c:pt idx="376">
                  <c:v>0.0562</c:v>
                </c:pt>
                <c:pt idx="377">
                  <c:v>-0.3448</c:v>
                </c:pt>
                <c:pt idx="378">
                  <c:v>-0.2538</c:v>
                </c:pt>
                <c:pt idx="379">
                  <c:v>0.1092</c:v>
                </c:pt>
                <c:pt idx="380">
                  <c:v>0.0682</c:v>
                </c:pt>
                <c:pt idx="381">
                  <c:v>-0.2708</c:v>
                </c:pt>
                <c:pt idx="382">
                  <c:v>-0.2858</c:v>
                </c:pt>
                <c:pt idx="383">
                  <c:v>0.0632</c:v>
                </c:pt>
                <c:pt idx="384">
                  <c:v>0.3392</c:v>
                </c:pt>
                <c:pt idx="385">
                  <c:v>0.0752</c:v>
                </c:pt>
                <c:pt idx="386">
                  <c:v>-0.1008</c:v>
                </c:pt>
                <c:pt idx="387">
                  <c:v>0.2292</c:v>
                </c:pt>
                <c:pt idx="388">
                  <c:v>0.3882</c:v>
                </c:pt>
                <c:pt idx="389">
                  <c:v>0.1222</c:v>
                </c:pt>
                <c:pt idx="390">
                  <c:v>-0.2398</c:v>
                </c:pt>
                <c:pt idx="391">
                  <c:v>-0.1638</c:v>
                </c:pt>
                <c:pt idx="392">
                  <c:v>0.1172</c:v>
                </c:pt>
                <c:pt idx="393">
                  <c:v>0.0482</c:v>
                </c:pt>
                <c:pt idx="394">
                  <c:v>-0.1298</c:v>
                </c:pt>
                <c:pt idx="395">
                  <c:v>-0.2398</c:v>
                </c:pt>
                <c:pt idx="396">
                  <c:v>-0.1048</c:v>
                </c:pt>
                <c:pt idx="397">
                  <c:v>0.1482</c:v>
                </c:pt>
                <c:pt idx="398">
                  <c:v>0.1632</c:v>
                </c:pt>
                <c:pt idx="399">
                  <c:v>-0.0958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
          <c:min val="0"/>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Time (ms), first 20 ms of set 2 bearing 1</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At val="-1"/>
        <c:auto val="1"/>
        <c:lblAlgn val="ctr"/>
        <c:noMultiLvlLbl val="1"/>
        <c:majorUnit val="5"/>
      </c:valAx>
      <c:valAx>
        <c:axId val="2094734552"/>
        <c:scaling>
          <c:orientation val="minMax"/>
          <c:max val="1"/>
          <c:min val="-1"/>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Acceleration a[n] (g)</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At val="0"/>
        <c:crossBetween val="midCat"/>
        <c:majorUnit val="0.5"/>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Healthy (hour 5)</c:v>
                </c:pt>
              </c:strCache>
            </c:strRef>
          </c:tx>
          <c:spPr>
            <a:solidFill>
              <a:srgbClr val="8A9A9B"/>
            </a:solidFill>
            <a:ln w="19050" cap="flat">
              <a:solidFill>
                <a:srgbClr val="8A9A9B"/>
              </a:solidFill>
              <a:prstDash val="solid"/>
              <a:round/>
            </a:ln>
            <a:effectLst/>
          </c:spPr>
          <c:marker>
            <c:symbol val="none"/>
            <c:size val="6"/>
            <c:spPr>
              <a:solidFill>
                <a:srgbClr val="8A9A9B"/>
              </a:solidFill>
              <a:ln w="9525" cap="flat">
                <a:solidFill>
                  <a:srgbClr val="8A9A9B"/>
                </a:solidFill>
                <a:prstDash val="solid"/>
                <a:round/>
              </a:ln>
              <a:effectLst/>
            </c:spPr>
          </c:marker>
          <c:xVal>
            <c:numRef>
              <c:f>Sheet1!$A$2:$A$410</c:f>
              <c:numCache>
                <c:formatCode>General</c:formatCode>
                <c:ptCount val="409"/>
                <c:pt idx="0">
                  <c:v>1</c:v>
                </c:pt>
                <c:pt idx="1">
                  <c:v>3</c:v>
                </c:pt>
                <c:pt idx="2">
                  <c:v>5</c:v>
                </c:pt>
                <c:pt idx="3">
                  <c:v>7</c:v>
                </c:pt>
                <c:pt idx="4">
                  <c:v>9</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53</c:v>
                </c:pt>
                <c:pt idx="28">
                  <c:v>55</c:v>
                </c:pt>
                <c:pt idx="29">
                  <c:v>57</c:v>
                </c:pt>
                <c:pt idx="30">
                  <c:v>59</c:v>
                </c:pt>
                <c:pt idx="31">
                  <c:v>61</c:v>
                </c:pt>
                <c:pt idx="32">
                  <c:v>63</c:v>
                </c:pt>
                <c:pt idx="33">
                  <c:v>65</c:v>
                </c:pt>
                <c:pt idx="34">
                  <c:v>67</c:v>
                </c:pt>
                <c:pt idx="35">
                  <c:v>69</c:v>
                </c:pt>
                <c:pt idx="36">
                  <c:v>71</c:v>
                </c:pt>
                <c:pt idx="37">
                  <c:v>73</c:v>
                </c:pt>
                <c:pt idx="38">
                  <c:v>75</c:v>
                </c:pt>
                <c:pt idx="39">
                  <c:v>77</c:v>
                </c:pt>
                <c:pt idx="40">
                  <c:v>79</c:v>
                </c:pt>
                <c:pt idx="41">
                  <c:v>81</c:v>
                </c:pt>
                <c:pt idx="42">
                  <c:v>83</c:v>
                </c:pt>
                <c:pt idx="43">
                  <c:v>85</c:v>
                </c:pt>
                <c:pt idx="44">
                  <c:v>87</c:v>
                </c:pt>
                <c:pt idx="45">
                  <c:v>89</c:v>
                </c:pt>
                <c:pt idx="46">
                  <c:v>91</c:v>
                </c:pt>
                <c:pt idx="47">
                  <c:v>93</c:v>
                </c:pt>
                <c:pt idx="48">
                  <c:v>94</c:v>
                </c:pt>
                <c:pt idx="49">
                  <c:v>96</c:v>
                </c:pt>
                <c:pt idx="50">
                  <c:v>98</c:v>
                </c:pt>
                <c:pt idx="51">
                  <c:v>100</c:v>
                </c:pt>
                <c:pt idx="52">
                  <c:v>102</c:v>
                </c:pt>
                <c:pt idx="53">
                  <c:v>104</c:v>
                </c:pt>
                <c:pt idx="54">
                  <c:v>106</c:v>
                </c:pt>
                <c:pt idx="55">
                  <c:v>108</c:v>
                </c:pt>
                <c:pt idx="56">
                  <c:v>110</c:v>
                </c:pt>
                <c:pt idx="57">
                  <c:v>112</c:v>
                </c:pt>
                <c:pt idx="58">
                  <c:v>114</c:v>
                </c:pt>
                <c:pt idx="59">
                  <c:v>116</c:v>
                </c:pt>
                <c:pt idx="60">
                  <c:v>118</c:v>
                </c:pt>
                <c:pt idx="61">
                  <c:v>120</c:v>
                </c:pt>
                <c:pt idx="62">
                  <c:v>122</c:v>
                </c:pt>
                <c:pt idx="63">
                  <c:v>124</c:v>
                </c:pt>
                <c:pt idx="64">
                  <c:v>126</c:v>
                </c:pt>
                <c:pt idx="65">
                  <c:v>128</c:v>
                </c:pt>
                <c:pt idx="66">
                  <c:v>130</c:v>
                </c:pt>
                <c:pt idx="67">
                  <c:v>132</c:v>
                </c:pt>
                <c:pt idx="68">
                  <c:v>134</c:v>
                </c:pt>
                <c:pt idx="69">
                  <c:v>135</c:v>
                </c:pt>
                <c:pt idx="70">
                  <c:v>137</c:v>
                </c:pt>
                <c:pt idx="71">
                  <c:v>139</c:v>
                </c:pt>
                <c:pt idx="72">
                  <c:v>141</c:v>
                </c:pt>
                <c:pt idx="73">
                  <c:v>143</c:v>
                </c:pt>
                <c:pt idx="74">
                  <c:v>145</c:v>
                </c:pt>
                <c:pt idx="75">
                  <c:v>147</c:v>
                </c:pt>
                <c:pt idx="76">
                  <c:v>149</c:v>
                </c:pt>
                <c:pt idx="77">
                  <c:v>151</c:v>
                </c:pt>
                <c:pt idx="78">
                  <c:v>153</c:v>
                </c:pt>
                <c:pt idx="79">
                  <c:v>155</c:v>
                </c:pt>
                <c:pt idx="80">
                  <c:v>157</c:v>
                </c:pt>
                <c:pt idx="81">
                  <c:v>159</c:v>
                </c:pt>
                <c:pt idx="82">
                  <c:v>161</c:v>
                </c:pt>
                <c:pt idx="83">
                  <c:v>163</c:v>
                </c:pt>
                <c:pt idx="84">
                  <c:v>165</c:v>
                </c:pt>
                <c:pt idx="85">
                  <c:v>167</c:v>
                </c:pt>
                <c:pt idx="86">
                  <c:v>169</c:v>
                </c:pt>
                <c:pt idx="87">
                  <c:v>171</c:v>
                </c:pt>
                <c:pt idx="88">
                  <c:v>173</c:v>
                </c:pt>
                <c:pt idx="89">
                  <c:v>175</c:v>
                </c:pt>
                <c:pt idx="90">
                  <c:v>177</c:v>
                </c:pt>
                <c:pt idx="91">
                  <c:v>178</c:v>
                </c:pt>
                <c:pt idx="92">
                  <c:v>180</c:v>
                </c:pt>
                <c:pt idx="93">
                  <c:v>182</c:v>
                </c:pt>
                <c:pt idx="94">
                  <c:v>184</c:v>
                </c:pt>
                <c:pt idx="95">
                  <c:v>186</c:v>
                </c:pt>
                <c:pt idx="96">
                  <c:v>188</c:v>
                </c:pt>
                <c:pt idx="97">
                  <c:v>190</c:v>
                </c:pt>
                <c:pt idx="98">
                  <c:v>192</c:v>
                </c:pt>
                <c:pt idx="99">
                  <c:v>194</c:v>
                </c:pt>
                <c:pt idx="100">
                  <c:v>196</c:v>
                </c:pt>
                <c:pt idx="101">
                  <c:v>198</c:v>
                </c:pt>
                <c:pt idx="102">
                  <c:v>200</c:v>
                </c:pt>
                <c:pt idx="103">
                  <c:v>202</c:v>
                </c:pt>
                <c:pt idx="104">
                  <c:v>204</c:v>
                </c:pt>
                <c:pt idx="105">
                  <c:v>206</c:v>
                </c:pt>
                <c:pt idx="106">
                  <c:v>208</c:v>
                </c:pt>
                <c:pt idx="107">
                  <c:v>210</c:v>
                </c:pt>
                <c:pt idx="108">
                  <c:v>212</c:v>
                </c:pt>
                <c:pt idx="109">
                  <c:v>214</c:v>
                </c:pt>
                <c:pt idx="110">
                  <c:v>216</c:v>
                </c:pt>
                <c:pt idx="111">
                  <c:v>218</c:v>
                </c:pt>
                <c:pt idx="112">
                  <c:v>219</c:v>
                </c:pt>
                <c:pt idx="113">
                  <c:v>221</c:v>
                </c:pt>
                <c:pt idx="114">
                  <c:v>223</c:v>
                </c:pt>
                <c:pt idx="115">
                  <c:v>225</c:v>
                </c:pt>
                <c:pt idx="116">
                  <c:v>227</c:v>
                </c:pt>
                <c:pt idx="117">
                  <c:v>229</c:v>
                </c:pt>
                <c:pt idx="118">
                  <c:v>231</c:v>
                </c:pt>
                <c:pt idx="119">
                  <c:v>233</c:v>
                </c:pt>
                <c:pt idx="120">
                  <c:v>235</c:v>
                </c:pt>
                <c:pt idx="121">
                  <c:v>237</c:v>
                </c:pt>
                <c:pt idx="122">
                  <c:v>239</c:v>
                </c:pt>
                <c:pt idx="123">
                  <c:v>241</c:v>
                </c:pt>
                <c:pt idx="124">
                  <c:v>243</c:v>
                </c:pt>
                <c:pt idx="125">
                  <c:v>245</c:v>
                </c:pt>
                <c:pt idx="126">
                  <c:v>247</c:v>
                </c:pt>
                <c:pt idx="127">
                  <c:v>249</c:v>
                </c:pt>
                <c:pt idx="128">
                  <c:v>251</c:v>
                </c:pt>
                <c:pt idx="129">
                  <c:v>253</c:v>
                </c:pt>
                <c:pt idx="130">
                  <c:v>255</c:v>
                </c:pt>
                <c:pt idx="131">
                  <c:v>257</c:v>
                </c:pt>
                <c:pt idx="132">
                  <c:v>259</c:v>
                </c:pt>
                <c:pt idx="133">
                  <c:v>260</c:v>
                </c:pt>
                <c:pt idx="134">
                  <c:v>262</c:v>
                </c:pt>
                <c:pt idx="135">
                  <c:v>264</c:v>
                </c:pt>
                <c:pt idx="136">
                  <c:v>266</c:v>
                </c:pt>
                <c:pt idx="137">
                  <c:v>268</c:v>
                </c:pt>
                <c:pt idx="138">
                  <c:v>270</c:v>
                </c:pt>
                <c:pt idx="139">
                  <c:v>272</c:v>
                </c:pt>
                <c:pt idx="140">
                  <c:v>274</c:v>
                </c:pt>
                <c:pt idx="141">
                  <c:v>276</c:v>
                </c:pt>
                <c:pt idx="142">
                  <c:v>278</c:v>
                </c:pt>
                <c:pt idx="143">
                  <c:v>280</c:v>
                </c:pt>
                <c:pt idx="144">
                  <c:v>282</c:v>
                </c:pt>
                <c:pt idx="145">
                  <c:v>284</c:v>
                </c:pt>
                <c:pt idx="146">
                  <c:v>286</c:v>
                </c:pt>
                <c:pt idx="147">
                  <c:v>288</c:v>
                </c:pt>
                <c:pt idx="148">
                  <c:v>290</c:v>
                </c:pt>
                <c:pt idx="149">
                  <c:v>292</c:v>
                </c:pt>
                <c:pt idx="150">
                  <c:v>294</c:v>
                </c:pt>
                <c:pt idx="151">
                  <c:v>296</c:v>
                </c:pt>
                <c:pt idx="152">
                  <c:v>298</c:v>
                </c:pt>
                <c:pt idx="153">
                  <c:v>300</c:v>
                </c:pt>
                <c:pt idx="154">
                  <c:v>302</c:v>
                </c:pt>
                <c:pt idx="155">
                  <c:v>303</c:v>
                </c:pt>
                <c:pt idx="156">
                  <c:v>305</c:v>
                </c:pt>
                <c:pt idx="157">
                  <c:v>307</c:v>
                </c:pt>
                <c:pt idx="158">
                  <c:v>309</c:v>
                </c:pt>
                <c:pt idx="159">
                  <c:v>311</c:v>
                </c:pt>
                <c:pt idx="160">
                  <c:v>313</c:v>
                </c:pt>
                <c:pt idx="161">
                  <c:v>315</c:v>
                </c:pt>
                <c:pt idx="162">
                  <c:v>317</c:v>
                </c:pt>
                <c:pt idx="163">
                  <c:v>319</c:v>
                </c:pt>
                <c:pt idx="164">
                  <c:v>321</c:v>
                </c:pt>
                <c:pt idx="165">
                  <c:v>323</c:v>
                </c:pt>
                <c:pt idx="166">
                  <c:v>325</c:v>
                </c:pt>
                <c:pt idx="167">
                  <c:v>327</c:v>
                </c:pt>
                <c:pt idx="168">
                  <c:v>329</c:v>
                </c:pt>
                <c:pt idx="169">
                  <c:v>331</c:v>
                </c:pt>
                <c:pt idx="170">
                  <c:v>333</c:v>
                </c:pt>
                <c:pt idx="171">
                  <c:v>335</c:v>
                </c:pt>
                <c:pt idx="172">
                  <c:v>337</c:v>
                </c:pt>
                <c:pt idx="173">
                  <c:v>339</c:v>
                </c:pt>
                <c:pt idx="174">
                  <c:v>341</c:v>
                </c:pt>
                <c:pt idx="175">
                  <c:v>343</c:v>
                </c:pt>
                <c:pt idx="176">
                  <c:v>344</c:v>
                </c:pt>
                <c:pt idx="177">
                  <c:v>346</c:v>
                </c:pt>
                <c:pt idx="178">
                  <c:v>348</c:v>
                </c:pt>
                <c:pt idx="179">
                  <c:v>350</c:v>
                </c:pt>
                <c:pt idx="180">
                  <c:v>352</c:v>
                </c:pt>
                <c:pt idx="181">
                  <c:v>354</c:v>
                </c:pt>
                <c:pt idx="182">
                  <c:v>356</c:v>
                </c:pt>
                <c:pt idx="183">
                  <c:v>358</c:v>
                </c:pt>
                <c:pt idx="184">
                  <c:v>360</c:v>
                </c:pt>
                <c:pt idx="185">
                  <c:v>362</c:v>
                </c:pt>
                <c:pt idx="186">
                  <c:v>364</c:v>
                </c:pt>
                <c:pt idx="187">
                  <c:v>366</c:v>
                </c:pt>
                <c:pt idx="188">
                  <c:v>368</c:v>
                </c:pt>
                <c:pt idx="189">
                  <c:v>370</c:v>
                </c:pt>
                <c:pt idx="190">
                  <c:v>372</c:v>
                </c:pt>
                <c:pt idx="191">
                  <c:v>374</c:v>
                </c:pt>
                <c:pt idx="192">
                  <c:v>376</c:v>
                </c:pt>
                <c:pt idx="193">
                  <c:v>378</c:v>
                </c:pt>
                <c:pt idx="194">
                  <c:v>380</c:v>
                </c:pt>
                <c:pt idx="195">
                  <c:v>382</c:v>
                </c:pt>
                <c:pt idx="196">
                  <c:v>384</c:v>
                </c:pt>
                <c:pt idx="197">
                  <c:v>385</c:v>
                </c:pt>
                <c:pt idx="198">
                  <c:v>387</c:v>
                </c:pt>
                <c:pt idx="199">
                  <c:v>389</c:v>
                </c:pt>
                <c:pt idx="200">
                  <c:v>391</c:v>
                </c:pt>
                <c:pt idx="201">
                  <c:v>393</c:v>
                </c:pt>
                <c:pt idx="202">
                  <c:v>395</c:v>
                </c:pt>
                <c:pt idx="203">
                  <c:v>397</c:v>
                </c:pt>
                <c:pt idx="204">
                  <c:v>399</c:v>
                </c:pt>
                <c:pt idx="205">
                  <c:v>401</c:v>
                </c:pt>
                <c:pt idx="206">
                  <c:v>403</c:v>
                </c:pt>
                <c:pt idx="207">
                  <c:v>405</c:v>
                </c:pt>
                <c:pt idx="208">
                  <c:v>407</c:v>
                </c:pt>
                <c:pt idx="209">
                  <c:v>409</c:v>
                </c:pt>
                <c:pt idx="210">
                  <c:v>411</c:v>
                </c:pt>
                <c:pt idx="211">
                  <c:v>413</c:v>
                </c:pt>
                <c:pt idx="212">
                  <c:v>415</c:v>
                </c:pt>
                <c:pt idx="213">
                  <c:v>417</c:v>
                </c:pt>
                <c:pt idx="214">
                  <c:v>419</c:v>
                </c:pt>
                <c:pt idx="215">
                  <c:v>421</c:v>
                </c:pt>
                <c:pt idx="216">
                  <c:v>423</c:v>
                </c:pt>
                <c:pt idx="217">
                  <c:v>425</c:v>
                </c:pt>
                <c:pt idx="218">
                  <c:v>427</c:v>
                </c:pt>
                <c:pt idx="219">
                  <c:v>428</c:v>
                </c:pt>
                <c:pt idx="220">
                  <c:v>430</c:v>
                </c:pt>
                <c:pt idx="221">
                  <c:v>432</c:v>
                </c:pt>
                <c:pt idx="222">
                  <c:v>434</c:v>
                </c:pt>
                <c:pt idx="223">
                  <c:v>436</c:v>
                </c:pt>
                <c:pt idx="224">
                  <c:v>438</c:v>
                </c:pt>
                <c:pt idx="225">
                  <c:v>440</c:v>
                </c:pt>
                <c:pt idx="226">
                  <c:v>442</c:v>
                </c:pt>
                <c:pt idx="227">
                  <c:v>444</c:v>
                </c:pt>
                <c:pt idx="228">
                  <c:v>446</c:v>
                </c:pt>
                <c:pt idx="229">
                  <c:v>448</c:v>
                </c:pt>
                <c:pt idx="230">
                  <c:v>450</c:v>
                </c:pt>
                <c:pt idx="231">
                  <c:v>452</c:v>
                </c:pt>
                <c:pt idx="232">
                  <c:v>454</c:v>
                </c:pt>
                <c:pt idx="233">
                  <c:v>456</c:v>
                </c:pt>
                <c:pt idx="234">
                  <c:v>458</c:v>
                </c:pt>
                <c:pt idx="235">
                  <c:v>460</c:v>
                </c:pt>
                <c:pt idx="236">
                  <c:v>462</c:v>
                </c:pt>
                <c:pt idx="237">
                  <c:v>464</c:v>
                </c:pt>
                <c:pt idx="238">
                  <c:v>466</c:v>
                </c:pt>
                <c:pt idx="239">
                  <c:v>468</c:v>
                </c:pt>
                <c:pt idx="240">
                  <c:v>469</c:v>
                </c:pt>
                <c:pt idx="241">
                  <c:v>471</c:v>
                </c:pt>
                <c:pt idx="242">
                  <c:v>473</c:v>
                </c:pt>
                <c:pt idx="243">
                  <c:v>475</c:v>
                </c:pt>
                <c:pt idx="244">
                  <c:v>477</c:v>
                </c:pt>
                <c:pt idx="245">
                  <c:v>479</c:v>
                </c:pt>
                <c:pt idx="246">
                  <c:v>481</c:v>
                </c:pt>
                <c:pt idx="247">
                  <c:v>483</c:v>
                </c:pt>
                <c:pt idx="248">
                  <c:v>485</c:v>
                </c:pt>
                <c:pt idx="249">
                  <c:v>487</c:v>
                </c:pt>
                <c:pt idx="250">
                  <c:v>489</c:v>
                </c:pt>
                <c:pt idx="251">
                  <c:v>491</c:v>
                </c:pt>
                <c:pt idx="252">
                  <c:v>493</c:v>
                </c:pt>
                <c:pt idx="253">
                  <c:v>495</c:v>
                </c:pt>
                <c:pt idx="254">
                  <c:v>497</c:v>
                </c:pt>
                <c:pt idx="255">
                  <c:v>499</c:v>
                </c:pt>
                <c:pt idx="256">
                  <c:v>501</c:v>
                </c:pt>
                <c:pt idx="257">
                  <c:v>503</c:v>
                </c:pt>
                <c:pt idx="258">
                  <c:v>505</c:v>
                </c:pt>
                <c:pt idx="259">
                  <c:v>507</c:v>
                </c:pt>
                <c:pt idx="260">
                  <c:v>509</c:v>
                </c:pt>
                <c:pt idx="261">
                  <c:v>510</c:v>
                </c:pt>
                <c:pt idx="262">
                  <c:v>512</c:v>
                </c:pt>
                <c:pt idx="263">
                  <c:v>514</c:v>
                </c:pt>
                <c:pt idx="264">
                  <c:v>516</c:v>
                </c:pt>
                <c:pt idx="265">
                  <c:v>518</c:v>
                </c:pt>
                <c:pt idx="266">
                  <c:v>520</c:v>
                </c:pt>
                <c:pt idx="267">
                  <c:v>522</c:v>
                </c:pt>
                <c:pt idx="268">
                  <c:v>524</c:v>
                </c:pt>
                <c:pt idx="269">
                  <c:v>526</c:v>
                </c:pt>
                <c:pt idx="270">
                  <c:v>528</c:v>
                </c:pt>
                <c:pt idx="271">
                  <c:v>530</c:v>
                </c:pt>
                <c:pt idx="272">
                  <c:v>532</c:v>
                </c:pt>
                <c:pt idx="273">
                  <c:v>534</c:v>
                </c:pt>
                <c:pt idx="274">
                  <c:v>536</c:v>
                </c:pt>
                <c:pt idx="275">
                  <c:v>538</c:v>
                </c:pt>
                <c:pt idx="276">
                  <c:v>540</c:v>
                </c:pt>
                <c:pt idx="277">
                  <c:v>542</c:v>
                </c:pt>
                <c:pt idx="278">
                  <c:v>544</c:v>
                </c:pt>
                <c:pt idx="279">
                  <c:v>546</c:v>
                </c:pt>
                <c:pt idx="280">
                  <c:v>548</c:v>
                </c:pt>
                <c:pt idx="281">
                  <c:v>550</c:v>
                </c:pt>
                <c:pt idx="282">
                  <c:v>552</c:v>
                </c:pt>
                <c:pt idx="283">
                  <c:v>553</c:v>
                </c:pt>
                <c:pt idx="284">
                  <c:v>555</c:v>
                </c:pt>
                <c:pt idx="285">
                  <c:v>557</c:v>
                </c:pt>
                <c:pt idx="286">
                  <c:v>559</c:v>
                </c:pt>
                <c:pt idx="287">
                  <c:v>561</c:v>
                </c:pt>
                <c:pt idx="288">
                  <c:v>563</c:v>
                </c:pt>
                <c:pt idx="289">
                  <c:v>565</c:v>
                </c:pt>
                <c:pt idx="290">
                  <c:v>567</c:v>
                </c:pt>
                <c:pt idx="291">
                  <c:v>569</c:v>
                </c:pt>
                <c:pt idx="292">
                  <c:v>571</c:v>
                </c:pt>
                <c:pt idx="293">
                  <c:v>573</c:v>
                </c:pt>
                <c:pt idx="294">
                  <c:v>575</c:v>
                </c:pt>
                <c:pt idx="295">
                  <c:v>577</c:v>
                </c:pt>
                <c:pt idx="296">
                  <c:v>579</c:v>
                </c:pt>
                <c:pt idx="297">
                  <c:v>581</c:v>
                </c:pt>
                <c:pt idx="298">
                  <c:v>583</c:v>
                </c:pt>
                <c:pt idx="299">
                  <c:v>585</c:v>
                </c:pt>
                <c:pt idx="300">
                  <c:v>587</c:v>
                </c:pt>
                <c:pt idx="301">
                  <c:v>589</c:v>
                </c:pt>
                <c:pt idx="302">
                  <c:v>591</c:v>
                </c:pt>
                <c:pt idx="303">
                  <c:v>593</c:v>
                </c:pt>
                <c:pt idx="304">
                  <c:v>594</c:v>
                </c:pt>
                <c:pt idx="305">
                  <c:v>596</c:v>
                </c:pt>
                <c:pt idx="306">
                  <c:v>598</c:v>
                </c:pt>
                <c:pt idx="307">
                  <c:v>600</c:v>
                </c:pt>
                <c:pt idx="308">
                  <c:v>602</c:v>
                </c:pt>
                <c:pt idx="309">
                  <c:v>604</c:v>
                </c:pt>
                <c:pt idx="310">
                  <c:v>606</c:v>
                </c:pt>
                <c:pt idx="311">
                  <c:v>608</c:v>
                </c:pt>
                <c:pt idx="312">
                  <c:v>610</c:v>
                </c:pt>
                <c:pt idx="313">
                  <c:v>612</c:v>
                </c:pt>
                <c:pt idx="314">
                  <c:v>614</c:v>
                </c:pt>
                <c:pt idx="315">
                  <c:v>616</c:v>
                </c:pt>
                <c:pt idx="316">
                  <c:v>618</c:v>
                </c:pt>
                <c:pt idx="317">
                  <c:v>620</c:v>
                </c:pt>
                <c:pt idx="318">
                  <c:v>622</c:v>
                </c:pt>
                <c:pt idx="319">
                  <c:v>624</c:v>
                </c:pt>
                <c:pt idx="320">
                  <c:v>626</c:v>
                </c:pt>
                <c:pt idx="321">
                  <c:v>628</c:v>
                </c:pt>
                <c:pt idx="322">
                  <c:v>630</c:v>
                </c:pt>
                <c:pt idx="323">
                  <c:v>632</c:v>
                </c:pt>
                <c:pt idx="324">
                  <c:v>634</c:v>
                </c:pt>
                <c:pt idx="325">
                  <c:v>635</c:v>
                </c:pt>
                <c:pt idx="326">
                  <c:v>637</c:v>
                </c:pt>
                <c:pt idx="327">
                  <c:v>639</c:v>
                </c:pt>
                <c:pt idx="328">
                  <c:v>641</c:v>
                </c:pt>
                <c:pt idx="329">
                  <c:v>643</c:v>
                </c:pt>
                <c:pt idx="330">
                  <c:v>645</c:v>
                </c:pt>
                <c:pt idx="331">
                  <c:v>647</c:v>
                </c:pt>
                <c:pt idx="332">
                  <c:v>649</c:v>
                </c:pt>
                <c:pt idx="333">
                  <c:v>651</c:v>
                </c:pt>
                <c:pt idx="334">
                  <c:v>653</c:v>
                </c:pt>
                <c:pt idx="335">
                  <c:v>655</c:v>
                </c:pt>
                <c:pt idx="336">
                  <c:v>657</c:v>
                </c:pt>
                <c:pt idx="337">
                  <c:v>659</c:v>
                </c:pt>
                <c:pt idx="338">
                  <c:v>661</c:v>
                </c:pt>
                <c:pt idx="339">
                  <c:v>663</c:v>
                </c:pt>
                <c:pt idx="340">
                  <c:v>665</c:v>
                </c:pt>
                <c:pt idx="341">
                  <c:v>667</c:v>
                </c:pt>
                <c:pt idx="342">
                  <c:v>669</c:v>
                </c:pt>
                <c:pt idx="343">
                  <c:v>671</c:v>
                </c:pt>
                <c:pt idx="344">
                  <c:v>673</c:v>
                </c:pt>
                <c:pt idx="345">
                  <c:v>675</c:v>
                </c:pt>
                <c:pt idx="346">
                  <c:v>677</c:v>
                </c:pt>
                <c:pt idx="347">
                  <c:v>678</c:v>
                </c:pt>
                <c:pt idx="348">
                  <c:v>680</c:v>
                </c:pt>
                <c:pt idx="349">
                  <c:v>682</c:v>
                </c:pt>
                <c:pt idx="350">
                  <c:v>684</c:v>
                </c:pt>
                <c:pt idx="351">
                  <c:v>686</c:v>
                </c:pt>
                <c:pt idx="352">
                  <c:v>688</c:v>
                </c:pt>
                <c:pt idx="353">
                  <c:v>690</c:v>
                </c:pt>
                <c:pt idx="354">
                  <c:v>692</c:v>
                </c:pt>
                <c:pt idx="355">
                  <c:v>694</c:v>
                </c:pt>
                <c:pt idx="356">
                  <c:v>696</c:v>
                </c:pt>
                <c:pt idx="357">
                  <c:v>698</c:v>
                </c:pt>
                <c:pt idx="358">
                  <c:v>700</c:v>
                </c:pt>
                <c:pt idx="359">
                  <c:v>702</c:v>
                </c:pt>
                <c:pt idx="360">
                  <c:v>704</c:v>
                </c:pt>
                <c:pt idx="361">
                  <c:v>706</c:v>
                </c:pt>
                <c:pt idx="362">
                  <c:v>708</c:v>
                </c:pt>
                <c:pt idx="363">
                  <c:v>710</c:v>
                </c:pt>
                <c:pt idx="364">
                  <c:v>712</c:v>
                </c:pt>
                <c:pt idx="365">
                  <c:v>714</c:v>
                </c:pt>
                <c:pt idx="366">
                  <c:v>716</c:v>
                </c:pt>
                <c:pt idx="367">
                  <c:v>718</c:v>
                </c:pt>
                <c:pt idx="368">
                  <c:v>719</c:v>
                </c:pt>
                <c:pt idx="369">
                  <c:v>721</c:v>
                </c:pt>
                <c:pt idx="370">
                  <c:v>723</c:v>
                </c:pt>
                <c:pt idx="371">
                  <c:v>725</c:v>
                </c:pt>
                <c:pt idx="372">
                  <c:v>727</c:v>
                </c:pt>
                <c:pt idx="373">
                  <c:v>729</c:v>
                </c:pt>
                <c:pt idx="374">
                  <c:v>731</c:v>
                </c:pt>
                <c:pt idx="375">
                  <c:v>733</c:v>
                </c:pt>
                <c:pt idx="376">
                  <c:v>735</c:v>
                </c:pt>
                <c:pt idx="377">
                  <c:v>737</c:v>
                </c:pt>
                <c:pt idx="378">
                  <c:v>739</c:v>
                </c:pt>
                <c:pt idx="379">
                  <c:v>741</c:v>
                </c:pt>
                <c:pt idx="380">
                  <c:v>743</c:v>
                </c:pt>
                <c:pt idx="381">
                  <c:v>745</c:v>
                </c:pt>
                <c:pt idx="382">
                  <c:v>747</c:v>
                </c:pt>
                <c:pt idx="383">
                  <c:v>749</c:v>
                </c:pt>
                <c:pt idx="384">
                  <c:v>751</c:v>
                </c:pt>
                <c:pt idx="385">
                  <c:v>753</c:v>
                </c:pt>
                <c:pt idx="386">
                  <c:v>755</c:v>
                </c:pt>
                <c:pt idx="387">
                  <c:v>757</c:v>
                </c:pt>
                <c:pt idx="388">
                  <c:v>759</c:v>
                </c:pt>
                <c:pt idx="389">
                  <c:v>760</c:v>
                </c:pt>
                <c:pt idx="390">
                  <c:v>762</c:v>
                </c:pt>
                <c:pt idx="391">
                  <c:v>764</c:v>
                </c:pt>
                <c:pt idx="392">
                  <c:v>766</c:v>
                </c:pt>
                <c:pt idx="393">
                  <c:v>768</c:v>
                </c:pt>
                <c:pt idx="394">
                  <c:v>770</c:v>
                </c:pt>
                <c:pt idx="395">
                  <c:v>772</c:v>
                </c:pt>
                <c:pt idx="396">
                  <c:v>774</c:v>
                </c:pt>
                <c:pt idx="397">
                  <c:v>776</c:v>
                </c:pt>
                <c:pt idx="398">
                  <c:v>778</c:v>
                </c:pt>
                <c:pt idx="399">
                  <c:v>780</c:v>
                </c:pt>
                <c:pt idx="400">
                  <c:v>782</c:v>
                </c:pt>
                <c:pt idx="401">
                  <c:v>784</c:v>
                </c:pt>
                <c:pt idx="402">
                  <c:v>786</c:v>
                </c:pt>
                <c:pt idx="403">
                  <c:v>788</c:v>
                </c:pt>
                <c:pt idx="404">
                  <c:v>790</c:v>
                </c:pt>
                <c:pt idx="405">
                  <c:v>792</c:v>
                </c:pt>
                <c:pt idx="406">
                  <c:v>794</c:v>
                </c:pt>
                <c:pt idx="407">
                  <c:v>796</c:v>
                </c:pt>
                <c:pt idx="408">
                  <c:v>798</c:v>
                </c:pt>
              </c:numCache>
            </c:numRef>
          </c:xVal>
          <c:yVal>
            <c:numRef>
              <c:f>Sheet1!$B$2:$B$410</c:f>
              <c:numCache>
                <c:formatCode>General</c:formatCode>
                <c:ptCount val="409"/>
                <c:pt idx="0">
                  <c:v>0.55</c:v>
                </c:pt>
                <c:pt idx="1">
                  <c:v>1.81</c:v>
                </c:pt>
                <c:pt idx="2">
                  <c:v>0.33</c:v>
                </c:pt>
                <c:pt idx="3">
                  <c:v>4.61</c:v>
                </c:pt>
                <c:pt idx="4">
                  <c:v>4.31</c:v>
                </c:pt>
                <c:pt idx="5">
                  <c:v>0.97</c:v>
                </c:pt>
                <c:pt idx="6">
                  <c:v>0.95</c:v>
                </c:pt>
                <c:pt idx="7">
                  <c:v>2.03</c:v>
                </c:pt>
                <c:pt idx="8">
                  <c:v>1.21</c:v>
                </c:pt>
                <c:pt idx="9">
                  <c:v>1</c:v>
                </c:pt>
                <c:pt idx="10">
                  <c:v>1.83</c:v>
                </c:pt>
                <c:pt idx="11">
                  <c:v>1.95</c:v>
                </c:pt>
                <c:pt idx="12">
                  <c:v>1.49</c:v>
                </c:pt>
                <c:pt idx="13">
                  <c:v>1.6</c:v>
                </c:pt>
                <c:pt idx="14">
                  <c:v>1.17</c:v>
                </c:pt>
                <c:pt idx="15">
                  <c:v>1.31</c:v>
                </c:pt>
                <c:pt idx="16">
                  <c:v>5.73</c:v>
                </c:pt>
                <c:pt idx="17">
                  <c:v>4.8</c:v>
                </c:pt>
                <c:pt idx="18">
                  <c:v>1.4</c:v>
                </c:pt>
                <c:pt idx="19">
                  <c:v>1.06</c:v>
                </c:pt>
                <c:pt idx="20">
                  <c:v>0.72</c:v>
                </c:pt>
                <c:pt idx="21">
                  <c:v>1.57</c:v>
                </c:pt>
                <c:pt idx="22">
                  <c:v>1.63</c:v>
                </c:pt>
                <c:pt idx="23">
                  <c:v>1.51</c:v>
                </c:pt>
                <c:pt idx="24">
                  <c:v>1.39</c:v>
                </c:pt>
                <c:pt idx="25">
                  <c:v>2.01</c:v>
                </c:pt>
                <c:pt idx="26">
                  <c:v>0.83</c:v>
                </c:pt>
                <c:pt idx="27">
                  <c:v>2.37</c:v>
                </c:pt>
                <c:pt idx="28">
                  <c:v>1.21</c:v>
                </c:pt>
                <c:pt idx="29">
                  <c:v>1.27</c:v>
                </c:pt>
                <c:pt idx="30">
                  <c:v>1.19</c:v>
                </c:pt>
                <c:pt idx="31">
                  <c:v>1.25</c:v>
                </c:pt>
                <c:pt idx="32">
                  <c:v>1.36</c:v>
                </c:pt>
                <c:pt idx="33">
                  <c:v>1.66</c:v>
                </c:pt>
                <c:pt idx="34">
                  <c:v>2.03</c:v>
                </c:pt>
                <c:pt idx="35">
                  <c:v>1</c:v>
                </c:pt>
                <c:pt idx="36">
                  <c:v>1</c:v>
                </c:pt>
                <c:pt idx="37">
                  <c:v>0.85</c:v>
                </c:pt>
                <c:pt idx="38">
                  <c:v>1.25</c:v>
                </c:pt>
                <c:pt idx="39">
                  <c:v>1.36</c:v>
                </c:pt>
                <c:pt idx="40">
                  <c:v>1.63</c:v>
                </c:pt>
                <c:pt idx="41">
                  <c:v>0.7</c:v>
                </c:pt>
                <c:pt idx="42">
                  <c:v>2.27</c:v>
                </c:pt>
                <c:pt idx="43">
                  <c:v>2.7</c:v>
                </c:pt>
                <c:pt idx="44">
                  <c:v>2.44</c:v>
                </c:pt>
                <c:pt idx="45">
                  <c:v>1.67</c:v>
                </c:pt>
                <c:pt idx="46">
                  <c:v>0.94</c:v>
                </c:pt>
                <c:pt idx="47">
                  <c:v>1.4</c:v>
                </c:pt>
                <c:pt idx="48">
                  <c:v>1.08</c:v>
                </c:pt>
                <c:pt idx="49">
                  <c:v>1.8</c:v>
                </c:pt>
                <c:pt idx="50">
                  <c:v>1.42</c:v>
                </c:pt>
                <c:pt idx="51">
                  <c:v>0.74</c:v>
                </c:pt>
                <c:pt idx="52">
                  <c:v>1.02</c:v>
                </c:pt>
                <c:pt idx="53">
                  <c:v>2.91</c:v>
                </c:pt>
                <c:pt idx="54">
                  <c:v>2.85</c:v>
                </c:pt>
                <c:pt idx="55">
                  <c:v>1.54</c:v>
                </c:pt>
                <c:pt idx="56">
                  <c:v>2.16</c:v>
                </c:pt>
                <c:pt idx="57">
                  <c:v>0.74</c:v>
                </c:pt>
                <c:pt idx="58">
                  <c:v>0.88</c:v>
                </c:pt>
                <c:pt idx="59">
                  <c:v>1.23</c:v>
                </c:pt>
                <c:pt idx="60">
                  <c:v>0.66</c:v>
                </c:pt>
                <c:pt idx="61">
                  <c:v>1.53</c:v>
                </c:pt>
                <c:pt idx="62">
                  <c:v>1.52</c:v>
                </c:pt>
                <c:pt idx="63">
                  <c:v>1.99</c:v>
                </c:pt>
                <c:pt idx="64">
                  <c:v>1.86</c:v>
                </c:pt>
                <c:pt idx="65">
                  <c:v>0.9</c:v>
                </c:pt>
                <c:pt idx="66">
                  <c:v>1.57</c:v>
                </c:pt>
                <c:pt idx="67">
                  <c:v>1.69</c:v>
                </c:pt>
                <c:pt idx="68">
                  <c:v>1.28</c:v>
                </c:pt>
                <c:pt idx="69">
                  <c:v>1.7</c:v>
                </c:pt>
                <c:pt idx="70">
                  <c:v>1</c:v>
                </c:pt>
                <c:pt idx="71">
                  <c:v>1.67</c:v>
                </c:pt>
                <c:pt idx="72">
                  <c:v>1.71</c:v>
                </c:pt>
                <c:pt idx="73">
                  <c:v>1.01</c:v>
                </c:pt>
                <c:pt idx="74">
                  <c:v>0.6</c:v>
                </c:pt>
                <c:pt idx="75">
                  <c:v>1.57</c:v>
                </c:pt>
                <c:pt idx="76">
                  <c:v>1.7</c:v>
                </c:pt>
                <c:pt idx="77">
                  <c:v>1.69</c:v>
                </c:pt>
                <c:pt idx="78">
                  <c:v>2.75</c:v>
                </c:pt>
                <c:pt idx="79">
                  <c:v>1.31</c:v>
                </c:pt>
                <c:pt idx="80">
                  <c:v>0.25</c:v>
                </c:pt>
                <c:pt idx="81">
                  <c:v>1.25</c:v>
                </c:pt>
                <c:pt idx="82">
                  <c:v>1.65</c:v>
                </c:pt>
                <c:pt idx="83">
                  <c:v>2.02</c:v>
                </c:pt>
                <c:pt idx="84">
                  <c:v>1.28</c:v>
                </c:pt>
                <c:pt idx="85">
                  <c:v>1.63</c:v>
                </c:pt>
                <c:pt idx="86">
                  <c:v>1.28</c:v>
                </c:pt>
                <c:pt idx="87">
                  <c:v>1.09</c:v>
                </c:pt>
                <c:pt idx="88">
                  <c:v>1.19</c:v>
                </c:pt>
                <c:pt idx="89">
                  <c:v>0.72</c:v>
                </c:pt>
                <c:pt idx="90">
                  <c:v>1.3</c:v>
                </c:pt>
                <c:pt idx="91">
                  <c:v>1.33</c:v>
                </c:pt>
                <c:pt idx="92">
                  <c:v>1.07</c:v>
                </c:pt>
                <c:pt idx="93">
                  <c:v>1.64</c:v>
                </c:pt>
                <c:pt idx="94">
                  <c:v>1.75</c:v>
                </c:pt>
                <c:pt idx="95">
                  <c:v>1.9</c:v>
                </c:pt>
                <c:pt idx="96">
                  <c:v>0.61</c:v>
                </c:pt>
                <c:pt idx="97">
                  <c:v>0.73</c:v>
                </c:pt>
                <c:pt idx="98">
                  <c:v>1.09</c:v>
                </c:pt>
                <c:pt idx="99">
                  <c:v>1.07</c:v>
                </c:pt>
                <c:pt idx="100">
                  <c:v>1.17</c:v>
                </c:pt>
                <c:pt idx="101">
                  <c:v>1.27</c:v>
                </c:pt>
                <c:pt idx="102">
                  <c:v>1.71</c:v>
                </c:pt>
                <c:pt idx="103">
                  <c:v>1.84</c:v>
                </c:pt>
                <c:pt idx="104">
                  <c:v>0.91</c:v>
                </c:pt>
                <c:pt idx="105">
                  <c:v>3.03</c:v>
                </c:pt>
                <c:pt idx="106">
                  <c:v>2.79</c:v>
                </c:pt>
                <c:pt idx="107">
                  <c:v>1.04</c:v>
                </c:pt>
                <c:pt idx="108">
                  <c:v>1.44</c:v>
                </c:pt>
                <c:pt idx="109">
                  <c:v>1.46</c:v>
                </c:pt>
                <c:pt idx="110">
                  <c:v>1</c:v>
                </c:pt>
                <c:pt idx="111">
                  <c:v>1.18</c:v>
                </c:pt>
                <c:pt idx="112">
                  <c:v>1.54</c:v>
                </c:pt>
                <c:pt idx="113">
                  <c:v>1.52</c:v>
                </c:pt>
                <c:pt idx="114">
                  <c:v>0.99</c:v>
                </c:pt>
                <c:pt idx="115">
                  <c:v>0.67</c:v>
                </c:pt>
                <c:pt idx="116">
                  <c:v>1.25</c:v>
                </c:pt>
                <c:pt idx="117">
                  <c:v>1.52</c:v>
                </c:pt>
                <c:pt idx="118">
                  <c:v>1.6</c:v>
                </c:pt>
                <c:pt idx="119">
                  <c:v>1.06</c:v>
                </c:pt>
                <c:pt idx="120">
                  <c:v>0.97</c:v>
                </c:pt>
                <c:pt idx="121">
                  <c:v>1.1</c:v>
                </c:pt>
                <c:pt idx="122">
                  <c:v>1.45</c:v>
                </c:pt>
                <c:pt idx="123">
                  <c:v>0.72</c:v>
                </c:pt>
                <c:pt idx="124">
                  <c:v>1.27</c:v>
                </c:pt>
                <c:pt idx="125">
                  <c:v>1.97</c:v>
                </c:pt>
                <c:pt idx="126">
                  <c:v>1.38</c:v>
                </c:pt>
                <c:pt idx="127">
                  <c:v>1.19</c:v>
                </c:pt>
                <c:pt idx="128">
                  <c:v>0.68</c:v>
                </c:pt>
                <c:pt idx="129">
                  <c:v>0.98</c:v>
                </c:pt>
                <c:pt idx="130">
                  <c:v>1</c:v>
                </c:pt>
                <c:pt idx="131">
                  <c:v>1.42</c:v>
                </c:pt>
                <c:pt idx="132">
                  <c:v>1.17</c:v>
                </c:pt>
                <c:pt idx="133">
                  <c:v>1.39</c:v>
                </c:pt>
                <c:pt idx="134">
                  <c:v>1.46</c:v>
                </c:pt>
                <c:pt idx="135">
                  <c:v>1.04</c:v>
                </c:pt>
                <c:pt idx="136">
                  <c:v>1.67</c:v>
                </c:pt>
                <c:pt idx="137">
                  <c:v>1.68</c:v>
                </c:pt>
                <c:pt idx="138">
                  <c:v>1.01</c:v>
                </c:pt>
                <c:pt idx="139">
                  <c:v>1.22</c:v>
                </c:pt>
                <c:pt idx="140">
                  <c:v>1.25</c:v>
                </c:pt>
                <c:pt idx="141">
                  <c:v>0.5</c:v>
                </c:pt>
                <c:pt idx="142">
                  <c:v>0.65</c:v>
                </c:pt>
                <c:pt idx="143">
                  <c:v>2.24</c:v>
                </c:pt>
                <c:pt idx="144">
                  <c:v>1.78</c:v>
                </c:pt>
                <c:pt idx="145">
                  <c:v>1.08</c:v>
                </c:pt>
                <c:pt idx="146">
                  <c:v>1.55</c:v>
                </c:pt>
                <c:pt idx="147">
                  <c:v>0.88</c:v>
                </c:pt>
                <c:pt idx="148">
                  <c:v>0.74</c:v>
                </c:pt>
                <c:pt idx="149">
                  <c:v>1.56</c:v>
                </c:pt>
                <c:pt idx="150">
                  <c:v>1.83</c:v>
                </c:pt>
                <c:pt idx="151">
                  <c:v>1.23</c:v>
                </c:pt>
                <c:pt idx="152">
                  <c:v>0.84</c:v>
                </c:pt>
                <c:pt idx="153">
                  <c:v>1.78</c:v>
                </c:pt>
                <c:pt idx="154">
                  <c:v>0.84</c:v>
                </c:pt>
                <c:pt idx="155">
                  <c:v>1.51</c:v>
                </c:pt>
                <c:pt idx="156">
                  <c:v>1.1</c:v>
                </c:pt>
                <c:pt idx="157">
                  <c:v>1.69</c:v>
                </c:pt>
                <c:pt idx="158">
                  <c:v>0.31</c:v>
                </c:pt>
                <c:pt idx="159">
                  <c:v>0.95</c:v>
                </c:pt>
                <c:pt idx="160">
                  <c:v>1.79</c:v>
                </c:pt>
                <c:pt idx="161">
                  <c:v>2.16</c:v>
                </c:pt>
                <c:pt idx="162">
                  <c:v>1.19</c:v>
                </c:pt>
                <c:pt idx="163">
                  <c:v>1.38</c:v>
                </c:pt>
                <c:pt idx="164">
                  <c:v>2.04</c:v>
                </c:pt>
                <c:pt idx="165">
                  <c:v>1.85</c:v>
                </c:pt>
                <c:pt idx="166">
                  <c:v>0.67</c:v>
                </c:pt>
                <c:pt idx="167">
                  <c:v>1.33</c:v>
                </c:pt>
                <c:pt idx="168">
                  <c:v>1.35</c:v>
                </c:pt>
                <c:pt idx="169">
                  <c:v>0.87</c:v>
                </c:pt>
                <c:pt idx="170">
                  <c:v>1.67</c:v>
                </c:pt>
                <c:pt idx="171">
                  <c:v>1.53</c:v>
                </c:pt>
                <c:pt idx="172">
                  <c:v>1.5</c:v>
                </c:pt>
                <c:pt idx="173">
                  <c:v>1.29</c:v>
                </c:pt>
                <c:pt idx="174">
                  <c:v>1.19</c:v>
                </c:pt>
                <c:pt idx="175">
                  <c:v>1.71</c:v>
                </c:pt>
                <c:pt idx="176">
                  <c:v>1.34</c:v>
                </c:pt>
                <c:pt idx="177">
                  <c:v>0.89</c:v>
                </c:pt>
                <c:pt idx="178">
                  <c:v>1.74</c:v>
                </c:pt>
                <c:pt idx="179">
                  <c:v>2.23</c:v>
                </c:pt>
                <c:pt idx="180">
                  <c:v>0.87</c:v>
                </c:pt>
                <c:pt idx="181">
                  <c:v>1.46</c:v>
                </c:pt>
                <c:pt idx="182">
                  <c:v>1.36</c:v>
                </c:pt>
                <c:pt idx="183">
                  <c:v>0.85</c:v>
                </c:pt>
                <c:pt idx="184">
                  <c:v>1.24</c:v>
                </c:pt>
                <c:pt idx="185">
                  <c:v>1.67</c:v>
                </c:pt>
                <c:pt idx="186">
                  <c:v>0.53</c:v>
                </c:pt>
                <c:pt idx="187">
                  <c:v>0.78</c:v>
                </c:pt>
                <c:pt idx="188">
                  <c:v>1.54</c:v>
                </c:pt>
                <c:pt idx="189">
                  <c:v>2.35</c:v>
                </c:pt>
                <c:pt idx="190">
                  <c:v>1.41</c:v>
                </c:pt>
                <c:pt idx="191">
                  <c:v>0.72</c:v>
                </c:pt>
                <c:pt idx="192">
                  <c:v>1.7</c:v>
                </c:pt>
                <c:pt idx="193">
                  <c:v>1</c:v>
                </c:pt>
                <c:pt idx="194">
                  <c:v>0.9</c:v>
                </c:pt>
                <c:pt idx="195">
                  <c:v>2.09</c:v>
                </c:pt>
                <c:pt idx="196">
                  <c:v>1.28</c:v>
                </c:pt>
                <c:pt idx="197">
                  <c:v>1.01</c:v>
                </c:pt>
                <c:pt idx="198">
                  <c:v>1.11</c:v>
                </c:pt>
                <c:pt idx="199">
                  <c:v>1.27</c:v>
                </c:pt>
                <c:pt idx="200">
                  <c:v>0.94</c:v>
                </c:pt>
                <c:pt idx="201">
                  <c:v>1.23</c:v>
                </c:pt>
                <c:pt idx="202">
                  <c:v>1.27</c:v>
                </c:pt>
                <c:pt idx="203">
                  <c:v>1.94</c:v>
                </c:pt>
                <c:pt idx="204">
                  <c:v>2.3</c:v>
                </c:pt>
                <c:pt idx="205">
                  <c:v>1.81</c:v>
                </c:pt>
                <c:pt idx="206">
                  <c:v>1.69</c:v>
                </c:pt>
                <c:pt idx="207">
                  <c:v>0.89</c:v>
                </c:pt>
                <c:pt idx="208">
                  <c:v>0.64</c:v>
                </c:pt>
                <c:pt idx="209">
                  <c:v>1.14</c:v>
                </c:pt>
                <c:pt idx="210">
                  <c:v>0.76</c:v>
                </c:pt>
                <c:pt idx="211">
                  <c:v>1.47</c:v>
                </c:pt>
                <c:pt idx="212">
                  <c:v>1.7</c:v>
                </c:pt>
                <c:pt idx="213">
                  <c:v>2.26</c:v>
                </c:pt>
                <c:pt idx="214">
                  <c:v>1.49</c:v>
                </c:pt>
                <c:pt idx="215">
                  <c:v>1</c:v>
                </c:pt>
                <c:pt idx="216">
                  <c:v>1.44</c:v>
                </c:pt>
                <c:pt idx="217">
                  <c:v>1.54</c:v>
                </c:pt>
                <c:pt idx="218">
                  <c:v>1.36</c:v>
                </c:pt>
                <c:pt idx="219">
                  <c:v>1.61</c:v>
                </c:pt>
                <c:pt idx="220">
                  <c:v>0.74</c:v>
                </c:pt>
                <c:pt idx="221">
                  <c:v>1.54</c:v>
                </c:pt>
                <c:pt idx="222">
                  <c:v>1.2</c:v>
                </c:pt>
                <c:pt idx="223">
                  <c:v>1.32</c:v>
                </c:pt>
                <c:pt idx="224">
                  <c:v>1.03</c:v>
                </c:pt>
                <c:pt idx="225">
                  <c:v>0.8</c:v>
                </c:pt>
                <c:pt idx="226">
                  <c:v>1.26</c:v>
                </c:pt>
                <c:pt idx="227">
                  <c:v>1.34</c:v>
                </c:pt>
                <c:pt idx="228">
                  <c:v>1.68</c:v>
                </c:pt>
                <c:pt idx="229">
                  <c:v>1.4</c:v>
                </c:pt>
                <c:pt idx="230">
                  <c:v>1.66</c:v>
                </c:pt>
                <c:pt idx="231">
                  <c:v>1.48</c:v>
                </c:pt>
                <c:pt idx="232">
                  <c:v>0.71</c:v>
                </c:pt>
                <c:pt idx="233">
                  <c:v>1.53</c:v>
                </c:pt>
                <c:pt idx="234">
                  <c:v>1.49</c:v>
                </c:pt>
                <c:pt idx="235">
                  <c:v>0.67</c:v>
                </c:pt>
                <c:pt idx="236">
                  <c:v>2.08</c:v>
                </c:pt>
                <c:pt idx="237">
                  <c:v>2.36</c:v>
                </c:pt>
                <c:pt idx="238">
                  <c:v>0.71</c:v>
                </c:pt>
                <c:pt idx="239">
                  <c:v>1.09</c:v>
                </c:pt>
                <c:pt idx="240">
                  <c:v>1.21</c:v>
                </c:pt>
                <c:pt idx="241">
                  <c:v>1.28</c:v>
                </c:pt>
                <c:pt idx="242">
                  <c:v>1.16</c:v>
                </c:pt>
                <c:pt idx="243">
                  <c:v>1.26</c:v>
                </c:pt>
                <c:pt idx="244">
                  <c:v>1.38</c:v>
                </c:pt>
                <c:pt idx="245">
                  <c:v>1.65</c:v>
                </c:pt>
                <c:pt idx="246">
                  <c:v>1.43</c:v>
                </c:pt>
                <c:pt idx="247">
                  <c:v>1.04</c:v>
                </c:pt>
                <c:pt idx="248">
                  <c:v>1.1</c:v>
                </c:pt>
                <c:pt idx="249">
                  <c:v>0.73</c:v>
                </c:pt>
                <c:pt idx="250">
                  <c:v>1.41</c:v>
                </c:pt>
                <c:pt idx="251">
                  <c:v>1.07</c:v>
                </c:pt>
                <c:pt idx="252">
                  <c:v>1.83</c:v>
                </c:pt>
                <c:pt idx="253">
                  <c:v>1.06</c:v>
                </c:pt>
                <c:pt idx="254">
                  <c:v>1.35</c:v>
                </c:pt>
                <c:pt idx="255">
                  <c:v>1.01</c:v>
                </c:pt>
                <c:pt idx="256">
                  <c:v>1.41</c:v>
                </c:pt>
                <c:pt idx="257">
                  <c:v>1.12</c:v>
                </c:pt>
                <c:pt idx="258">
                  <c:v>1.95</c:v>
                </c:pt>
                <c:pt idx="259">
                  <c:v>2.34</c:v>
                </c:pt>
                <c:pt idx="260">
                  <c:v>1.97</c:v>
                </c:pt>
                <c:pt idx="261">
                  <c:v>2.81</c:v>
                </c:pt>
                <c:pt idx="262">
                  <c:v>1.03</c:v>
                </c:pt>
                <c:pt idx="263">
                  <c:v>0.78</c:v>
                </c:pt>
                <c:pt idx="264">
                  <c:v>0.8</c:v>
                </c:pt>
                <c:pt idx="265">
                  <c:v>1.13</c:v>
                </c:pt>
                <c:pt idx="266">
                  <c:v>1.42</c:v>
                </c:pt>
                <c:pt idx="267">
                  <c:v>1.75</c:v>
                </c:pt>
                <c:pt idx="268">
                  <c:v>1.52</c:v>
                </c:pt>
                <c:pt idx="269">
                  <c:v>1.69</c:v>
                </c:pt>
                <c:pt idx="270">
                  <c:v>1.32</c:v>
                </c:pt>
                <c:pt idx="271">
                  <c:v>0.8</c:v>
                </c:pt>
                <c:pt idx="272">
                  <c:v>1</c:v>
                </c:pt>
                <c:pt idx="273">
                  <c:v>1.09</c:v>
                </c:pt>
                <c:pt idx="274">
                  <c:v>1</c:v>
                </c:pt>
                <c:pt idx="275">
                  <c:v>1.11</c:v>
                </c:pt>
                <c:pt idx="276">
                  <c:v>1.12</c:v>
                </c:pt>
                <c:pt idx="277">
                  <c:v>1.48</c:v>
                </c:pt>
                <c:pt idx="278">
                  <c:v>2.28</c:v>
                </c:pt>
                <c:pt idx="279">
                  <c:v>1.22</c:v>
                </c:pt>
                <c:pt idx="280">
                  <c:v>1.95</c:v>
                </c:pt>
                <c:pt idx="281">
                  <c:v>2.1</c:v>
                </c:pt>
                <c:pt idx="282">
                  <c:v>1.69</c:v>
                </c:pt>
                <c:pt idx="283">
                  <c:v>1.1</c:v>
                </c:pt>
                <c:pt idx="284">
                  <c:v>1.49</c:v>
                </c:pt>
                <c:pt idx="285">
                  <c:v>1.39</c:v>
                </c:pt>
                <c:pt idx="286">
                  <c:v>1.38</c:v>
                </c:pt>
                <c:pt idx="287">
                  <c:v>1.09</c:v>
                </c:pt>
                <c:pt idx="288">
                  <c:v>1.33</c:v>
                </c:pt>
                <c:pt idx="289">
                  <c:v>1.91</c:v>
                </c:pt>
                <c:pt idx="290">
                  <c:v>1.82</c:v>
                </c:pt>
                <c:pt idx="291">
                  <c:v>0.66</c:v>
                </c:pt>
                <c:pt idx="292">
                  <c:v>1.67</c:v>
                </c:pt>
                <c:pt idx="293">
                  <c:v>1.3</c:v>
                </c:pt>
                <c:pt idx="294">
                  <c:v>1.23</c:v>
                </c:pt>
                <c:pt idx="295">
                  <c:v>1.75</c:v>
                </c:pt>
                <c:pt idx="296">
                  <c:v>1.32</c:v>
                </c:pt>
                <c:pt idx="297">
                  <c:v>0.97</c:v>
                </c:pt>
                <c:pt idx="298">
                  <c:v>1.08</c:v>
                </c:pt>
                <c:pt idx="299">
                  <c:v>1.48</c:v>
                </c:pt>
                <c:pt idx="300">
                  <c:v>1.48</c:v>
                </c:pt>
                <c:pt idx="301">
                  <c:v>1.31</c:v>
                </c:pt>
                <c:pt idx="302">
                  <c:v>1.56</c:v>
                </c:pt>
                <c:pt idx="303">
                  <c:v>1.49</c:v>
                </c:pt>
                <c:pt idx="304">
                  <c:v>0.91</c:v>
                </c:pt>
                <c:pt idx="305">
                  <c:v>1.05</c:v>
                </c:pt>
                <c:pt idx="306">
                  <c:v>1.15</c:v>
                </c:pt>
                <c:pt idx="307">
                  <c:v>1.18</c:v>
                </c:pt>
                <c:pt idx="308">
                  <c:v>1.48</c:v>
                </c:pt>
                <c:pt idx="309">
                  <c:v>2.62</c:v>
                </c:pt>
                <c:pt idx="310">
                  <c:v>0.73</c:v>
                </c:pt>
                <c:pt idx="311">
                  <c:v>1.14</c:v>
                </c:pt>
                <c:pt idx="312">
                  <c:v>0.5</c:v>
                </c:pt>
                <c:pt idx="313">
                  <c:v>1.09</c:v>
                </c:pt>
                <c:pt idx="314">
                  <c:v>1.01</c:v>
                </c:pt>
                <c:pt idx="315">
                  <c:v>1.18</c:v>
                </c:pt>
                <c:pt idx="316">
                  <c:v>1.03</c:v>
                </c:pt>
                <c:pt idx="317">
                  <c:v>2.28</c:v>
                </c:pt>
                <c:pt idx="318">
                  <c:v>1.31</c:v>
                </c:pt>
                <c:pt idx="319">
                  <c:v>1.33</c:v>
                </c:pt>
                <c:pt idx="320">
                  <c:v>1.12</c:v>
                </c:pt>
                <c:pt idx="321">
                  <c:v>1.27</c:v>
                </c:pt>
                <c:pt idx="322">
                  <c:v>1.32</c:v>
                </c:pt>
                <c:pt idx="323">
                  <c:v>1.31</c:v>
                </c:pt>
                <c:pt idx="324">
                  <c:v>0.85</c:v>
                </c:pt>
                <c:pt idx="325">
                  <c:v>0.88</c:v>
                </c:pt>
                <c:pt idx="326">
                  <c:v>0.9</c:v>
                </c:pt>
                <c:pt idx="327">
                  <c:v>1.15</c:v>
                </c:pt>
                <c:pt idx="328">
                  <c:v>1.56</c:v>
                </c:pt>
                <c:pt idx="329">
                  <c:v>1.6</c:v>
                </c:pt>
                <c:pt idx="330">
                  <c:v>1.08</c:v>
                </c:pt>
                <c:pt idx="331">
                  <c:v>1.01</c:v>
                </c:pt>
                <c:pt idx="332">
                  <c:v>1.22</c:v>
                </c:pt>
                <c:pt idx="333">
                  <c:v>1.34</c:v>
                </c:pt>
                <c:pt idx="334">
                  <c:v>1.87</c:v>
                </c:pt>
                <c:pt idx="335">
                  <c:v>1.8</c:v>
                </c:pt>
                <c:pt idx="336">
                  <c:v>1.76</c:v>
                </c:pt>
                <c:pt idx="337">
                  <c:v>1.51</c:v>
                </c:pt>
                <c:pt idx="338">
                  <c:v>2.08</c:v>
                </c:pt>
                <c:pt idx="339">
                  <c:v>0.65</c:v>
                </c:pt>
                <c:pt idx="340">
                  <c:v>0.66</c:v>
                </c:pt>
                <c:pt idx="341">
                  <c:v>1.09</c:v>
                </c:pt>
                <c:pt idx="342">
                  <c:v>0.92</c:v>
                </c:pt>
                <c:pt idx="343">
                  <c:v>2.89</c:v>
                </c:pt>
                <c:pt idx="344">
                  <c:v>3.24</c:v>
                </c:pt>
                <c:pt idx="345">
                  <c:v>1</c:v>
                </c:pt>
                <c:pt idx="346">
                  <c:v>1.25</c:v>
                </c:pt>
                <c:pt idx="347">
                  <c:v>2.05</c:v>
                </c:pt>
                <c:pt idx="348">
                  <c:v>2.08</c:v>
                </c:pt>
                <c:pt idx="349">
                  <c:v>1.74</c:v>
                </c:pt>
                <c:pt idx="350">
                  <c:v>1.64</c:v>
                </c:pt>
                <c:pt idx="351">
                  <c:v>1.19</c:v>
                </c:pt>
                <c:pt idx="352">
                  <c:v>0.96</c:v>
                </c:pt>
                <c:pt idx="353">
                  <c:v>0.92</c:v>
                </c:pt>
                <c:pt idx="354">
                  <c:v>0.46</c:v>
                </c:pt>
                <c:pt idx="355">
                  <c:v>1.65</c:v>
                </c:pt>
                <c:pt idx="356">
                  <c:v>1.8</c:v>
                </c:pt>
                <c:pt idx="357">
                  <c:v>1.34</c:v>
                </c:pt>
                <c:pt idx="358">
                  <c:v>0.84</c:v>
                </c:pt>
                <c:pt idx="359">
                  <c:v>0.62</c:v>
                </c:pt>
                <c:pt idx="360">
                  <c:v>1.41</c:v>
                </c:pt>
                <c:pt idx="361">
                  <c:v>1.67</c:v>
                </c:pt>
                <c:pt idx="362">
                  <c:v>1.77</c:v>
                </c:pt>
                <c:pt idx="363">
                  <c:v>1.23</c:v>
                </c:pt>
                <c:pt idx="364">
                  <c:v>1.82</c:v>
                </c:pt>
                <c:pt idx="365">
                  <c:v>1.25</c:v>
                </c:pt>
                <c:pt idx="366">
                  <c:v>0.46</c:v>
                </c:pt>
                <c:pt idx="367">
                  <c:v>1.65</c:v>
                </c:pt>
                <c:pt idx="368">
                  <c:v>1.43</c:v>
                </c:pt>
                <c:pt idx="369">
                  <c:v>0.7</c:v>
                </c:pt>
                <c:pt idx="370">
                  <c:v>2.33</c:v>
                </c:pt>
                <c:pt idx="371">
                  <c:v>2.02</c:v>
                </c:pt>
                <c:pt idx="372">
                  <c:v>1.67</c:v>
                </c:pt>
                <c:pt idx="373">
                  <c:v>3.03</c:v>
                </c:pt>
                <c:pt idx="374">
                  <c:v>2.42</c:v>
                </c:pt>
                <c:pt idx="375">
                  <c:v>1</c:v>
                </c:pt>
                <c:pt idx="376">
                  <c:v>0.87</c:v>
                </c:pt>
                <c:pt idx="377">
                  <c:v>0.76</c:v>
                </c:pt>
                <c:pt idx="378">
                  <c:v>0.95</c:v>
                </c:pt>
                <c:pt idx="379">
                  <c:v>1.5</c:v>
                </c:pt>
                <c:pt idx="380">
                  <c:v>2.4</c:v>
                </c:pt>
                <c:pt idx="381">
                  <c:v>2.61</c:v>
                </c:pt>
                <c:pt idx="382">
                  <c:v>1.33</c:v>
                </c:pt>
                <c:pt idx="383">
                  <c:v>0.74</c:v>
                </c:pt>
                <c:pt idx="384">
                  <c:v>0.58</c:v>
                </c:pt>
                <c:pt idx="385">
                  <c:v>1.84</c:v>
                </c:pt>
                <c:pt idx="386">
                  <c:v>1.87</c:v>
                </c:pt>
                <c:pt idx="387">
                  <c:v>1.43</c:v>
                </c:pt>
                <c:pt idx="388">
                  <c:v>1.39</c:v>
                </c:pt>
                <c:pt idx="389">
                  <c:v>1</c:v>
                </c:pt>
                <c:pt idx="390">
                  <c:v>1.19</c:v>
                </c:pt>
                <c:pt idx="391">
                  <c:v>1.01</c:v>
                </c:pt>
                <c:pt idx="392">
                  <c:v>1.18</c:v>
                </c:pt>
                <c:pt idx="393">
                  <c:v>1.27</c:v>
                </c:pt>
                <c:pt idx="394">
                  <c:v>2.23</c:v>
                </c:pt>
                <c:pt idx="395">
                  <c:v>1.22</c:v>
                </c:pt>
                <c:pt idx="396">
                  <c:v>0.78</c:v>
                </c:pt>
                <c:pt idx="397">
                  <c:v>0.76</c:v>
                </c:pt>
                <c:pt idx="398">
                  <c:v>2.07</c:v>
                </c:pt>
                <c:pt idx="399">
                  <c:v>0.79</c:v>
                </c:pt>
                <c:pt idx="400">
                  <c:v>1.15</c:v>
                </c:pt>
                <c:pt idx="401">
                  <c:v>1.21</c:v>
                </c:pt>
                <c:pt idx="402">
                  <c:v>1.42</c:v>
                </c:pt>
                <c:pt idx="403">
                  <c:v>0.59</c:v>
                </c:pt>
                <c:pt idx="404">
                  <c:v>1.36</c:v>
                </c:pt>
                <c:pt idx="405">
                  <c:v>1.7</c:v>
                </c:pt>
                <c:pt idx="406">
                  <c:v>1.22</c:v>
                </c:pt>
                <c:pt idx="407">
                  <c:v>1.51</c:v>
                </c:pt>
                <c:pt idx="408">
                  <c:v>1.37</c:v>
                </c:pt>
              </c:numCache>
            </c:numRef>
          </c:yVal>
          <c:smooth val="0"/>
        </c:ser>
        <c:ser>
          <c:idx val="1"/>
          <c:order val="1"/>
          <c:tx>
            <c:strRef>
              <c:f>Sheet1!$C$1</c:f>
              <c:strCache>
                <c:ptCount val="1"/>
                <c:pt idx="0">
                  <c:v>Failing (20 h before end)</c:v>
                </c:pt>
              </c:strCache>
            </c:strRef>
          </c:tx>
          <c:spPr>
            <a:solidFill>
              <a:srgbClr val="F26B4F"/>
            </a:solidFill>
            <a:ln w="19050" cap="flat">
              <a:solidFill>
                <a:srgbClr val="F26B4F"/>
              </a:solidFill>
              <a:prstDash val="solid"/>
              <a:round/>
            </a:ln>
            <a:effectLst/>
          </c:spPr>
          <c:marker>
            <c:symbol val="none"/>
            <c:size val="6"/>
            <c:spPr>
              <a:solidFill>
                <a:srgbClr val="F26B4F"/>
              </a:solidFill>
              <a:ln w="9525" cap="flat">
                <a:solidFill>
                  <a:srgbClr val="F26B4F"/>
                </a:solidFill>
                <a:prstDash val="solid"/>
                <a:round/>
              </a:ln>
              <a:effectLst/>
            </c:spPr>
          </c:marker>
          <c:xVal>
            <c:numRef>
              <c:f>Sheet1!$A$2:$A$410</c:f>
              <c:numCache>
                <c:formatCode>General</c:formatCode>
                <c:ptCount val="409"/>
                <c:pt idx="0">
                  <c:v>1</c:v>
                </c:pt>
                <c:pt idx="1">
                  <c:v>3</c:v>
                </c:pt>
                <c:pt idx="2">
                  <c:v>5</c:v>
                </c:pt>
                <c:pt idx="3">
                  <c:v>7</c:v>
                </c:pt>
                <c:pt idx="4">
                  <c:v>9</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53</c:v>
                </c:pt>
                <c:pt idx="28">
                  <c:v>55</c:v>
                </c:pt>
                <c:pt idx="29">
                  <c:v>57</c:v>
                </c:pt>
                <c:pt idx="30">
                  <c:v>59</c:v>
                </c:pt>
                <c:pt idx="31">
                  <c:v>61</c:v>
                </c:pt>
                <c:pt idx="32">
                  <c:v>63</c:v>
                </c:pt>
                <c:pt idx="33">
                  <c:v>65</c:v>
                </c:pt>
                <c:pt idx="34">
                  <c:v>67</c:v>
                </c:pt>
                <c:pt idx="35">
                  <c:v>69</c:v>
                </c:pt>
                <c:pt idx="36">
                  <c:v>71</c:v>
                </c:pt>
                <c:pt idx="37">
                  <c:v>73</c:v>
                </c:pt>
                <c:pt idx="38">
                  <c:v>75</c:v>
                </c:pt>
                <c:pt idx="39">
                  <c:v>77</c:v>
                </c:pt>
                <c:pt idx="40">
                  <c:v>79</c:v>
                </c:pt>
                <c:pt idx="41">
                  <c:v>81</c:v>
                </c:pt>
                <c:pt idx="42">
                  <c:v>83</c:v>
                </c:pt>
                <c:pt idx="43">
                  <c:v>85</c:v>
                </c:pt>
                <c:pt idx="44">
                  <c:v>87</c:v>
                </c:pt>
                <c:pt idx="45">
                  <c:v>89</c:v>
                </c:pt>
                <c:pt idx="46">
                  <c:v>91</c:v>
                </c:pt>
                <c:pt idx="47">
                  <c:v>93</c:v>
                </c:pt>
                <c:pt idx="48">
                  <c:v>94</c:v>
                </c:pt>
                <c:pt idx="49">
                  <c:v>96</c:v>
                </c:pt>
                <c:pt idx="50">
                  <c:v>98</c:v>
                </c:pt>
                <c:pt idx="51">
                  <c:v>100</c:v>
                </c:pt>
                <c:pt idx="52">
                  <c:v>102</c:v>
                </c:pt>
                <c:pt idx="53">
                  <c:v>104</c:v>
                </c:pt>
                <c:pt idx="54">
                  <c:v>106</c:v>
                </c:pt>
                <c:pt idx="55">
                  <c:v>108</c:v>
                </c:pt>
                <c:pt idx="56">
                  <c:v>110</c:v>
                </c:pt>
                <c:pt idx="57">
                  <c:v>112</c:v>
                </c:pt>
                <c:pt idx="58">
                  <c:v>114</c:v>
                </c:pt>
                <c:pt idx="59">
                  <c:v>116</c:v>
                </c:pt>
                <c:pt idx="60">
                  <c:v>118</c:v>
                </c:pt>
                <c:pt idx="61">
                  <c:v>120</c:v>
                </c:pt>
                <c:pt idx="62">
                  <c:v>122</c:v>
                </c:pt>
                <c:pt idx="63">
                  <c:v>124</c:v>
                </c:pt>
                <c:pt idx="64">
                  <c:v>126</c:v>
                </c:pt>
                <c:pt idx="65">
                  <c:v>128</c:v>
                </c:pt>
                <c:pt idx="66">
                  <c:v>130</c:v>
                </c:pt>
                <c:pt idx="67">
                  <c:v>132</c:v>
                </c:pt>
                <c:pt idx="68">
                  <c:v>134</c:v>
                </c:pt>
                <c:pt idx="69">
                  <c:v>135</c:v>
                </c:pt>
                <c:pt idx="70">
                  <c:v>137</c:v>
                </c:pt>
                <c:pt idx="71">
                  <c:v>139</c:v>
                </c:pt>
                <c:pt idx="72">
                  <c:v>141</c:v>
                </c:pt>
                <c:pt idx="73">
                  <c:v>143</c:v>
                </c:pt>
                <c:pt idx="74">
                  <c:v>145</c:v>
                </c:pt>
                <c:pt idx="75">
                  <c:v>147</c:v>
                </c:pt>
                <c:pt idx="76">
                  <c:v>149</c:v>
                </c:pt>
                <c:pt idx="77">
                  <c:v>151</c:v>
                </c:pt>
                <c:pt idx="78">
                  <c:v>153</c:v>
                </c:pt>
                <c:pt idx="79">
                  <c:v>155</c:v>
                </c:pt>
                <c:pt idx="80">
                  <c:v>157</c:v>
                </c:pt>
                <c:pt idx="81">
                  <c:v>159</c:v>
                </c:pt>
                <c:pt idx="82">
                  <c:v>161</c:v>
                </c:pt>
                <c:pt idx="83">
                  <c:v>163</c:v>
                </c:pt>
                <c:pt idx="84">
                  <c:v>165</c:v>
                </c:pt>
                <c:pt idx="85">
                  <c:v>167</c:v>
                </c:pt>
                <c:pt idx="86">
                  <c:v>169</c:v>
                </c:pt>
                <c:pt idx="87">
                  <c:v>171</c:v>
                </c:pt>
                <c:pt idx="88">
                  <c:v>173</c:v>
                </c:pt>
                <c:pt idx="89">
                  <c:v>175</c:v>
                </c:pt>
                <c:pt idx="90">
                  <c:v>177</c:v>
                </c:pt>
                <c:pt idx="91">
                  <c:v>178</c:v>
                </c:pt>
                <c:pt idx="92">
                  <c:v>180</c:v>
                </c:pt>
                <c:pt idx="93">
                  <c:v>182</c:v>
                </c:pt>
                <c:pt idx="94">
                  <c:v>184</c:v>
                </c:pt>
                <c:pt idx="95">
                  <c:v>186</c:v>
                </c:pt>
                <c:pt idx="96">
                  <c:v>188</c:v>
                </c:pt>
                <c:pt idx="97">
                  <c:v>190</c:v>
                </c:pt>
                <c:pt idx="98">
                  <c:v>192</c:v>
                </c:pt>
                <c:pt idx="99">
                  <c:v>194</c:v>
                </c:pt>
                <c:pt idx="100">
                  <c:v>196</c:v>
                </c:pt>
                <c:pt idx="101">
                  <c:v>198</c:v>
                </c:pt>
                <c:pt idx="102">
                  <c:v>200</c:v>
                </c:pt>
                <c:pt idx="103">
                  <c:v>202</c:v>
                </c:pt>
                <c:pt idx="104">
                  <c:v>204</c:v>
                </c:pt>
                <c:pt idx="105">
                  <c:v>206</c:v>
                </c:pt>
                <c:pt idx="106">
                  <c:v>208</c:v>
                </c:pt>
                <c:pt idx="107">
                  <c:v>210</c:v>
                </c:pt>
                <c:pt idx="108">
                  <c:v>212</c:v>
                </c:pt>
                <c:pt idx="109">
                  <c:v>214</c:v>
                </c:pt>
                <c:pt idx="110">
                  <c:v>216</c:v>
                </c:pt>
                <c:pt idx="111">
                  <c:v>218</c:v>
                </c:pt>
                <c:pt idx="112">
                  <c:v>219</c:v>
                </c:pt>
                <c:pt idx="113">
                  <c:v>221</c:v>
                </c:pt>
                <c:pt idx="114">
                  <c:v>223</c:v>
                </c:pt>
                <c:pt idx="115">
                  <c:v>225</c:v>
                </c:pt>
                <c:pt idx="116">
                  <c:v>227</c:v>
                </c:pt>
                <c:pt idx="117">
                  <c:v>229</c:v>
                </c:pt>
                <c:pt idx="118">
                  <c:v>231</c:v>
                </c:pt>
                <c:pt idx="119">
                  <c:v>233</c:v>
                </c:pt>
                <c:pt idx="120">
                  <c:v>235</c:v>
                </c:pt>
                <c:pt idx="121">
                  <c:v>237</c:v>
                </c:pt>
                <c:pt idx="122">
                  <c:v>239</c:v>
                </c:pt>
                <c:pt idx="123">
                  <c:v>241</c:v>
                </c:pt>
                <c:pt idx="124">
                  <c:v>243</c:v>
                </c:pt>
                <c:pt idx="125">
                  <c:v>245</c:v>
                </c:pt>
                <c:pt idx="126">
                  <c:v>247</c:v>
                </c:pt>
                <c:pt idx="127">
                  <c:v>249</c:v>
                </c:pt>
                <c:pt idx="128">
                  <c:v>251</c:v>
                </c:pt>
                <c:pt idx="129">
                  <c:v>253</c:v>
                </c:pt>
                <c:pt idx="130">
                  <c:v>255</c:v>
                </c:pt>
                <c:pt idx="131">
                  <c:v>257</c:v>
                </c:pt>
                <c:pt idx="132">
                  <c:v>259</c:v>
                </c:pt>
                <c:pt idx="133">
                  <c:v>260</c:v>
                </c:pt>
                <c:pt idx="134">
                  <c:v>262</c:v>
                </c:pt>
                <c:pt idx="135">
                  <c:v>264</c:v>
                </c:pt>
                <c:pt idx="136">
                  <c:v>266</c:v>
                </c:pt>
                <c:pt idx="137">
                  <c:v>268</c:v>
                </c:pt>
                <c:pt idx="138">
                  <c:v>270</c:v>
                </c:pt>
                <c:pt idx="139">
                  <c:v>272</c:v>
                </c:pt>
                <c:pt idx="140">
                  <c:v>274</c:v>
                </c:pt>
                <c:pt idx="141">
                  <c:v>276</c:v>
                </c:pt>
                <c:pt idx="142">
                  <c:v>278</c:v>
                </c:pt>
                <c:pt idx="143">
                  <c:v>280</c:v>
                </c:pt>
                <c:pt idx="144">
                  <c:v>282</c:v>
                </c:pt>
                <c:pt idx="145">
                  <c:v>284</c:v>
                </c:pt>
                <c:pt idx="146">
                  <c:v>286</c:v>
                </c:pt>
                <c:pt idx="147">
                  <c:v>288</c:v>
                </c:pt>
                <c:pt idx="148">
                  <c:v>290</c:v>
                </c:pt>
                <c:pt idx="149">
                  <c:v>292</c:v>
                </c:pt>
                <c:pt idx="150">
                  <c:v>294</c:v>
                </c:pt>
                <c:pt idx="151">
                  <c:v>296</c:v>
                </c:pt>
                <c:pt idx="152">
                  <c:v>298</c:v>
                </c:pt>
                <c:pt idx="153">
                  <c:v>300</c:v>
                </c:pt>
                <c:pt idx="154">
                  <c:v>302</c:v>
                </c:pt>
                <c:pt idx="155">
                  <c:v>303</c:v>
                </c:pt>
                <c:pt idx="156">
                  <c:v>305</c:v>
                </c:pt>
                <c:pt idx="157">
                  <c:v>307</c:v>
                </c:pt>
                <c:pt idx="158">
                  <c:v>309</c:v>
                </c:pt>
                <c:pt idx="159">
                  <c:v>311</c:v>
                </c:pt>
                <c:pt idx="160">
                  <c:v>313</c:v>
                </c:pt>
                <c:pt idx="161">
                  <c:v>315</c:v>
                </c:pt>
                <c:pt idx="162">
                  <c:v>317</c:v>
                </c:pt>
                <c:pt idx="163">
                  <c:v>319</c:v>
                </c:pt>
                <c:pt idx="164">
                  <c:v>321</c:v>
                </c:pt>
                <c:pt idx="165">
                  <c:v>323</c:v>
                </c:pt>
                <c:pt idx="166">
                  <c:v>325</c:v>
                </c:pt>
                <c:pt idx="167">
                  <c:v>327</c:v>
                </c:pt>
                <c:pt idx="168">
                  <c:v>329</c:v>
                </c:pt>
                <c:pt idx="169">
                  <c:v>331</c:v>
                </c:pt>
                <c:pt idx="170">
                  <c:v>333</c:v>
                </c:pt>
                <c:pt idx="171">
                  <c:v>335</c:v>
                </c:pt>
                <c:pt idx="172">
                  <c:v>337</c:v>
                </c:pt>
                <c:pt idx="173">
                  <c:v>339</c:v>
                </c:pt>
                <c:pt idx="174">
                  <c:v>341</c:v>
                </c:pt>
                <c:pt idx="175">
                  <c:v>343</c:v>
                </c:pt>
                <c:pt idx="176">
                  <c:v>344</c:v>
                </c:pt>
                <c:pt idx="177">
                  <c:v>346</c:v>
                </c:pt>
                <c:pt idx="178">
                  <c:v>348</c:v>
                </c:pt>
                <c:pt idx="179">
                  <c:v>350</c:v>
                </c:pt>
                <c:pt idx="180">
                  <c:v>352</c:v>
                </c:pt>
                <c:pt idx="181">
                  <c:v>354</c:v>
                </c:pt>
                <c:pt idx="182">
                  <c:v>356</c:v>
                </c:pt>
                <c:pt idx="183">
                  <c:v>358</c:v>
                </c:pt>
                <c:pt idx="184">
                  <c:v>360</c:v>
                </c:pt>
                <c:pt idx="185">
                  <c:v>362</c:v>
                </c:pt>
                <c:pt idx="186">
                  <c:v>364</c:v>
                </c:pt>
                <c:pt idx="187">
                  <c:v>366</c:v>
                </c:pt>
                <c:pt idx="188">
                  <c:v>368</c:v>
                </c:pt>
                <c:pt idx="189">
                  <c:v>370</c:v>
                </c:pt>
                <c:pt idx="190">
                  <c:v>372</c:v>
                </c:pt>
                <c:pt idx="191">
                  <c:v>374</c:v>
                </c:pt>
                <c:pt idx="192">
                  <c:v>376</c:v>
                </c:pt>
                <c:pt idx="193">
                  <c:v>378</c:v>
                </c:pt>
                <c:pt idx="194">
                  <c:v>380</c:v>
                </c:pt>
                <c:pt idx="195">
                  <c:v>382</c:v>
                </c:pt>
                <c:pt idx="196">
                  <c:v>384</c:v>
                </c:pt>
                <c:pt idx="197">
                  <c:v>385</c:v>
                </c:pt>
                <c:pt idx="198">
                  <c:v>387</c:v>
                </c:pt>
                <c:pt idx="199">
                  <c:v>389</c:v>
                </c:pt>
                <c:pt idx="200">
                  <c:v>391</c:v>
                </c:pt>
                <c:pt idx="201">
                  <c:v>393</c:v>
                </c:pt>
                <c:pt idx="202">
                  <c:v>395</c:v>
                </c:pt>
                <c:pt idx="203">
                  <c:v>397</c:v>
                </c:pt>
                <c:pt idx="204">
                  <c:v>399</c:v>
                </c:pt>
                <c:pt idx="205">
                  <c:v>401</c:v>
                </c:pt>
                <c:pt idx="206">
                  <c:v>403</c:v>
                </c:pt>
                <c:pt idx="207">
                  <c:v>405</c:v>
                </c:pt>
                <c:pt idx="208">
                  <c:v>407</c:v>
                </c:pt>
                <c:pt idx="209">
                  <c:v>409</c:v>
                </c:pt>
                <c:pt idx="210">
                  <c:v>411</c:v>
                </c:pt>
                <c:pt idx="211">
                  <c:v>413</c:v>
                </c:pt>
                <c:pt idx="212">
                  <c:v>415</c:v>
                </c:pt>
                <c:pt idx="213">
                  <c:v>417</c:v>
                </c:pt>
                <c:pt idx="214">
                  <c:v>419</c:v>
                </c:pt>
                <c:pt idx="215">
                  <c:v>421</c:v>
                </c:pt>
                <c:pt idx="216">
                  <c:v>423</c:v>
                </c:pt>
                <c:pt idx="217">
                  <c:v>425</c:v>
                </c:pt>
                <c:pt idx="218">
                  <c:v>427</c:v>
                </c:pt>
                <c:pt idx="219">
                  <c:v>428</c:v>
                </c:pt>
                <c:pt idx="220">
                  <c:v>430</c:v>
                </c:pt>
                <c:pt idx="221">
                  <c:v>432</c:v>
                </c:pt>
                <c:pt idx="222">
                  <c:v>434</c:v>
                </c:pt>
                <c:pt idx="223">
                  <c:v>436</c:v>
                </c:pt>
                <c:pt idx="224">
                  <c:v>438</c:v>
                </c:pt>
                <c:pt idx="225">
                  <c:v>440</c:v>
                </c:pt>
                <c:pt idx="226">
                  <c:v>442</c:v>
                </c:pt>
                <c:pt idx="227">
                  <c:v>444</c:v>
                </c:pt>
                <c:pt idx="228">
                  <c:v>446</c:v>
                </c:pt>
                <c:pt idx="229">
                  <c:v>448</c:v>
                </c:pt>
                <c:pt idx="230">
                  <c:v>450</c:v>
                </c:pt>
                <c:pt idx="231">
                  <c:v>452</c:v>
                </c:pt>
                <c:pt idx="232">
                  <c:v>454</c:v>
                </c:pt>
                <c:pt idx="233">
                  <c:v>456</c:v>
                </c:pt>
                <c:pt idx="234">
                  <c:v>458</c:v>
                </c:pt>
                <c:pt idx="235">
                  <c:v>460</c:v>
                </c:pt>
                <c:pt idx="236">
                  <c:v>462</c:v>
                </c:pt>
                <c:pt idx="237">
                  <c:v>464</c:v>
                </c:pt>
                <c:pt idx="238">
                  <c:v>466</c:v>
                </c:pt>
                <c:pt idx="239">
                  <c:v>468</c:v>
                </c:pt>
                <c:pt idx="240">
                  <c:v>469</c:v>
                </c:pt>
                <c:pt idx="241">
                  <c:v>471</c:v>
                </c:pt>
                <c:pt idx="242">
                  <c:v>473</c:v>
                </c:pt>
                <c:pt idx="243">
                  <c:v>475</c:v>
                </c:pt>
                <c:pt idx="244">
                  <c:v>477</c:v>
                </c:pt>
                <c:pt idx="245">
                  <c:v>479</c:v>
                </c:pt>
                <c:pt idx="246">
                  <c:v>481</c:v>
                </c:pt>
                <c:pt idx="247">
                  <c:v>483</c:v>
                </c:pt>
                <c:pt idx="248">
                  <c:v>485</c:v>
                </c:pt>
                <c:pt idx="249">
                  <c:v>487</c:v>
                </c:pt>
                <c:pt idx="250">
                  <c:v>489</c:v>
                </c:pt>
                <c:pt idx="251">
                  <c:v>491</c:v>
                </c:pt>
                <c:pt idx="252">
                  <c:v>493</c:v>
                </c:pt>
                <c:pt idx="253">
                  <c:v>495</c:v>
                </c:pt>
                <c:pt idx="254">
                  <c:v>497</c:v>
                </c:pt>
                <c:pt idx="255">
                  <c:v>499</c:v>
                </c:pt>
                <c:pt idx="256">
                  <c:v>501</c:v>
                </c:pt>
                <c:pt idx="257">
                  <c:v>503</c:v>
                </c:pt>
                <c:pt idx="258">
                  <c:v>505</c:v>
                </c:pt>
                <c:pt idx="259">
                  <c:v>507</c:v>
                </c:pt>
                <c:pt idx="260">
                  <c:v>509</c:v>
                </c:pt>
                <c:pt idx="261">
                  <c:v>510</c:v>
                </c:pt>
                <c:pt idx="262">
                  <c:v>512</c:v>
                </c:pt>
                <c:pt idx="263">
                  <c:v>514</c:v>
                </c:pt>
                <c:pt idx="264">
                  <c:v>516</c:v>
                </c:pt>
                <c:pt idx="265">
                  <c:v>518</c:v>
                </c:pt>
                <c:pt idx="266">
                  <c:v>520</c:v>
                </c:pt>
                <c:pt idx="267">
                  <c:v>522</c:v>
                </c:pt>
                <c:pt idx="268">
                  <c:v>524</c:v>
                </c:pt>
                <c:pt idx="269">
                  <c:v>526</c:v>
                </c:pt>
                <c:pt idx="270">
                  <c:v>528</c:v>
                </c:pt>
                <c:pt idx="271">
                  <c:v>530</c:v>
                </c:pt>
                <c:pt idx="272">
                  <c:v>532</c:v>
                </c:pt>
                <c:pt idx="273">
                  <c:v>534</c:v>
                </c:pt>
                <c:pt idx="274">
                  <c:v>536</c:v>
                </c:pt>
                <c:pt idx="275">
                  <c:v>538</c:v>
                </c:pt>
                <c:pt idx="276">
                  <c:v>540</c:v>
                </c:pt>
                <c:pt idx="277">
                  <c:v>542</c:v>
                </c:pt>
                <c:pt idx="278">
                  <c:v>544</c:v>
                </c:pt>
                <c:pt idx="279">
                  <c:v>546</c:v>
                </c:pt>
                <c:pt idx="280">
                  <c:v>548</c:v>
                </c:pt>
                <c:pt idx="281">
                  <c:v>550</c:v>
                </c:pt>
                <c:pt idx="282">
                  <c:v>552</c:v>
                </c:pt>
                <c:pt idx="283">
                  <c:v>553</c:v>
                </c:pt>
                <c:pt idx="284">
                  <c:v>555</c:v>
                </c:pt>
                <c:pt idx="285">
                  <c:v>557</c:v>
                </c:pt>
                <c:pt idx="286">
                  <c:v>559</c:v>
                </c:pt>
                <c:pt idx="287">
                  <c:v>561</c:v>
                </c:pt>
                <c:pt idx="288">
                  <c:v>563</c:v>
                </c:pt>
                <c:pt idx="289">
                  <c:v>565</c:v>
                </c:pt>
                <c:pt idx="290">
                  <c:v>567</c:v>
                </c:pt>
                <c:pt idx="291">
                  <c:v>569</c:v>
                </c:pt>
                <c:pt idx="292">
                  <c:v>571</c:v>
                </c:pt>
                <c:pt idx="293">
                  <c:v>573</c:v>
                </c:pt>
                <c:pt idx="294">
                  <c:v>575</c:v>
                </c:pt>
                <c:pt idx="295">
                  <c:v>577</c:v>
                </c:pt>
                <c:pt idx="296">
                  <c:v>579</c:v>
                </c:pt>
                <c:pt idx="297">
                  <c:v>581</c:v>
                </c:pt>
                <c:pt idx="298">
                  <c:v>583</c:v>
                </c:pt>
                <c:pt idx="299">
                  <c:v>585</c:v>
                </c:pt>
                <c:pt idx="300">
                  <c:v>587</c:v>
                </c:pt>
                <c:pt idx="301">
                  <c:v>589</c:v>
                </c:pt>
                <c:pt idx="302">
                  <c:v>591</c:v>
                </c:pt>
                <c:pt idx="303">
                  <c:v>593</c:v>
                </c:pt>
                <c:pt idx="304">
                  <c:v>594</c:v>
                </c:pt>
                <c:pt idx="305">
                  <c:v>596</c:v>
                </c:pt>
                <c:pt idx="306">
                  <c:v>598</c:v>
                </c:pt>
                <c:pt idx="307">
                  <c:v>600</c:v>
                </c:pt>
                <c:pt idx="308">
                  <c:v>602</c:v>
                </c:pt>
                <c:pt idx="309">
                  <c:v>604</c:v>
                </c:pt>
                <c:pt idx="310">
                  <c:v>606</c:v>
                </c:pt>
                <c:pt idx="311">
                  <c:v>608</c:v>
                </c:pt>
                <c:pt idx="312">
                  <c:v>610</c:v>
                </c:pt>
                <c:pt idx="313">
                  <c:v>612</c:v>
                </c:pt>
                <c:pt idx="314">
                  <c:v>614</c:v>
                </c:pt>
                <c:pt idx="315">
                  <c:v>616</c:v>
                </c:pt>
                <c:pt idx="316">
                  <c:v>618</c:v>
                </c:pt>
                <c:pt idx="317">
                  <c:v>620</c:v>
                </c:pt>
                <c:pt idx="318">
                  <c:v>622</c:v>
                </c:pt>
                <c:pt idx="319">
                  <c:v>624</c:v>
                </c:pt>
                <c:pt idx="320">
                  <c:v>626</c:v>
                </c:pt>
                <c:pt idx="321">
                  <c:v>628</c:v>
                </c:pt>
                <c:pt idx="322">
                  <c:v>630</c:v>
                </c:pt>
                <c:pt idx="323">
                  <c:v>632</c:v>
                </c:pt>
                <c:pt idx="324">
                  <c:v>634</c:v>
                </c:pt>
                <c:pt idx="325">
                  <c:v>635</c:v>
                </c:pt>
                <c:pt idx="326">
                  <c:v>637</c:v>
                </c:pt>
                <c:pt idx="327">
                  <c:v>639</c:v>
                </c:pt>
                <c:pt idx="328">
                  <c:v>641</c:v>
                </c:pt>
                <c:pt idx="329">
                  <c:v>643</c:v>
                </c:pt>
                <c:pt idx="330">
                  <c:v>645</c:v>
                </c:pt>
                <c:pt idx="331">
                  <c:v>647</c:v>
                </c:pt>
                <c:pt idx="332">
                  <c:v>649</c:v>
                </c:pt>
                <c:pt idx="333">
                  <c:v>651</c:v>
                </c:pt>
                <c:pt idx="334">
                  <c:v>653</c:v>
                </c:pt>
                <c:pt idx="335">
                  <c:v>655</c:v>
                </c:pt>
                <c:pt idx="336">
                  <c:v>657</c:v>
                </c:pt>
                <c:pt idx="337">
                  <c:v>659</c:v>
                </c:pt>
                <c:pt idx="338">
                  <c:v>661</c:v>
                </c:pt>
                <c:pt idx="339">
                  <c:v>663</c:v>
                </c:pt>
                <c:pt idx="340">
                  <c:v>665</c:v>
                </c:pt>
                <c:pt idx="341">
                  <c:v>667</c:v>
                </c:pt>
                <c:pt idx="342">
                  <c:v>669</c:v>
                </c:pt>
                <c:pt idx="343">
                  <c:v>671</c:v>
                </c:pt>
                <c:pt idx="344">
                  <c:v>673</c:v>
                </c:pt>
                <c:pt idx="345">
                  <c:v>675</c:v>
                </c:pt>
                <c:pt idx="346">
                  <c:v>677</c:v>
                </c:pt>
                <c:pt idx="347">
                  <c:v>678</c:v>
                </c:pt>
                <c:pt idx="348">
                  <c:v>680</c:v>
                </c:pt>
                <c:pt idx="349">
                  <c:v>682</c:v>
                </c:pt>
                <c:pt idx="350">
                  <c:v>684</c:v>
                </c:pt>
                <c:pt idx="351">
                  <c:v>686</c:v>
                </c:pt>
                <c:pt idx="352">
                  <c:v>688</c:v>
                </c:pt>
                <c:pt idx="353">
                  <c:v>690</c:v>
                </c:pt>
                <c:pt idx="354">
                  <c:v>692</c:v>
                </c:pt>
                <c:pt idx="355">
                  <c:v>694</c:v>
                </c:pt>
                <c:pt idx="356">
                  <c:v>696</c:v>
                </c:pt>
                <c:pt idx="357">
                  <c:v>698</c:v>
                </c:pt>
                <c:pt idx="358">
                  <c:v>700</c:v>
                </c:pt>
                <c:pt idx="359">
                  <c:v>702</c:v>
                </c:pt>
                <c:pt idx="360">
                  <c:v>704</c:v>
                </c:pt>
                <c:pt idx="361">
                  <c:v>706</c:v>
                </c:pt>
                <c:pt idx="362">
                  <c:v>708</c:v>
                </c:pt>
                <c:pt idx="363">
                  <c:v>710</c:v>
                </c:pt>
                <c:pt idx="364">
                  <c:v>712</c:v>
                </c:pt>
                <c:pt idx="365">
                  <c:v>714</c:v>
                </c:pt>
                <c:pt idx="366">
                  <c:v>716</c:v>
                </c:pt>
                <c:pt idx="367">
                  <c:v>718</c:v>
                </c:pt>
                <c:pt idx="368">
                  <c:v>719</c:v>
                </c:pt>
                <c:pt idx="369">
                  <c:v>721</c:v>
                </c:pt>
                <c:pt idx="370">
                  <c:v>723</c:v>
                </c:pt>
                <c:pt idx="371">
                  <c:v>725</c:v>
                </c:pt>
                <c:pt idx="372">
                  <c:v>727</c:v>
                </c:pt>
                <c:pt idx="373">
                  <c:v>729</c:v>
                </c:pt>
                <c:pt idx="374">
                  <c:v>731</c:v>
                </c:pt>
                <c:pt idx="375">
                  <c:v>733</c:v>
                </c:pt>
                <c:pt idx="376">
                  <c:v>735</c:v>
                </c:pt>
                <c:pt idx="377">
                  <c:v>737</c:v>
                </c:pt>
                <c:pt idx="378">
                  <c:v>739</c:v>
                </c:pt>
                <c:pt idx="379">
                  <c:v>741</c:v>
                </c:pt>
                <c:pt idx="380">
                  <c:v>743</c:v>
                </c:pt>
                <c:pt idx="381">
                  <c:v>745</c:v>
                </c:pt>
                <c:pt idx="382">
                  <c:v>747</c:v>
                </c:pt>
                <c:pt idx="383">
                  <c:v>749</c:v>
                </c:pt>
                <c:pt idx="384">
                  <c:v>751</c:v>
                </c:pt>
                <c:pt idx="385">
                  <c:v>753</c:v>
                </c:pt>
                <c:pt idx="386">
                  <c:v>755</c:v>
                </c:pt>
                <c:pt idx="387">
                  <c:v>757</c:v>
                </c:pt>
                <c:pt idx="388">
                  <c:v>759</c:v>
                </c:pt>
                <c:pt idx="389">
                  <c:v>760</c:v>
                </c:pt>
                <c:pt idx="390">
                  <c:v>762</c:v>
                </c:pt>
                <c:pt idx="391">
                  <c:v>764</c:v>
                </c:pt>
                <c:pt idx="392">
                  <c:v>766</c:v>
                </c:pt>
                <c:pt idx="393">
                  <c:v>768</c:v>
                </c:pt>
                <c:pt idx="394">
                  <c:v>770</c:v>
                </c:pt>
                <c:pt idx="395">
                  <c:v>772</c:v>
                </c:pt>
                <c:pt idx="396">
                  <c:v>774</c:v>
                </c:pt>
                <c:pt idx="397">
                  <c:v>776</c:v>
                </c:pt>
                <c:pt idx="398">
                  <c:v>778</c:v>
                </c:pt>
                <c:pt idx="399">
                  <c:v>780</c:v>
                </c:pt>
                <c:pt idx="400">
                  <c:v>782</c:v>
                </c:pt>
                <c:pt idx="401">
                  <c:v>784</c:v>
                </c:pt>
                <c:pt idx="402">
                  <c:v>786</c:v>
                </c:pt>
                <c:pt idx="403">
                  <c:v>788</c:v>
                </c:pt>
                <c:pt idx="404">
                  <c:v>790</c:v>
                </c:pt>
                <c:pt idx="405">
                  <c:v>792</c:v>
                </c:pt>
                <c:pt idx="406">
                  <c:v>794</c:v>
                </c:pt>
                <c:pt idx="407">
                  <c:v>796</c:v>
                </c:pt>
                <c:pt idx="408">
                  <c:v>798</c:v>
                </c:pt>
              </c:numCache>
            </c:numRef>
          </c:xVal>
          <c:yVal>
            <c:numRef>
              <c:f>Sheet1!$C$2:$C$410</c:f>
              <c:numCache>
                <c:formatCode>General</c:formatCode>
                <c:ptCount val="409"/>
                <c:pt idx="0">
                  <c:v>0.83</c:v>
                </c:pt>
                <c:pt idx="1">
                  <c:v>1.91</c:v>
                </c:pt>
                <c:pt idx="2">
                  <c:v>1.86</c:v>
                </c:pt>
                <c:pt idx="3">
                  <c:v>1.79</c:v>
                </c:pt>
                <c:pt idx="4">
                  <c:v>0.75</c:v>
                </c:pt>
                <c:pt idx="5">
                  <c:v>0.35</c:v>
                </c:pt>
                <c:pt idx="6">
                  <c:v>0.63</c:v>
                </c:pt>
                <c:pt idx="7">
                  <c:v>1.88</c:v>
                </c:pt>
                <c:pt idx="8">
                  <c:v>1.72</c:v>
                </c:pt>
                <c:pt idx="9">
                  <c:v>1.79</c:v>
                </c:pt>
                <c:pt idx="10">
                  <c:v>1.39</c:v>
                </c:pt>
                <c:pt idx="11">
                  <c:v>0.93</c:v>
                </c:pt>
                <c:pt idx="12">
                  <c:v>1.57</c:v>
                </c:pt>
                <c:pt idx="13">
                  <c:v>1.47</c:v>
                </c:pt>
                <c:pt idx="14">
                  <c:v>1.15</c:v>
                </c:pt>
                <c:pt idx="15">
                  <c:v>0.79</c:v>
                </c:pt>
                <c:pt idx="16">
                  <c:v>1.47</c:v>
                </c:pt>
                <c:pt idx="17">
                  <c:v>1.46</c:v>
                </c:pt>
                <c:pt idx="18">
                  <c:v>2.18</c:v>
                </c:pt>
                <c:pt idx="19">
                  <c:v>1.75</c:v>
                </c:pt>
                <c:pt idx="20">
                  <c:v>1.57</c:v>
                </c:pt>
                <c:pt idx="21">
                  <c:v>1.06</c:v>
                </c:pt>
                <c:pt idx="22">
                  <c:v>0.74</c:v>
                </c:pt>
                <c:pt idx="23">
                  <c:v>0.73</c:v>
                </c:pt>
                <c:pt idx="24">
                  <c:v>1.71</c:v>
                </c:pt>
                <c:pt idx="25">
                  <c:v>1.41</c:v>
                </c:pt>
                <c:pt idx="26">
                  <c:v>1.01</c:v>
                </c:pt>
                <c:pt idx="27">
                  <c:v>1.03</c:v>
                </c:pt>
                <c:pt idx="28">
                  <c:v>1.77</c:v>
                </c:pt>
                <c:pt idx="29">
                  <c:v>3.35</c:v>
                </c:pt>
                <c:pt idx="30">
                  <c:v>2.35</c:v>
                </c:pt>
                <c:pt idx="31">
                  <c:v>1.88</c:v>
                </c:pt>
                <c:pt idx="32">
                  <c:v>1.6</c:v>
                </c:pt>
                <c:pt idx="33">
                  <c:v>1.07</c:v>
                </c:pt>
                <c:pt idx="34">
                  <c:v>2</c:v>
                </c:pt>
                <c:pt idx="35">
                  <c:v>1.4</c:v>
                </c:pt>
                <c:pt idx="36">
                  <c:v>0.9</c:v>
                </c:pt>
                <c:pt idx="37">
                  <c:v>0.96</c:v>
                </c:pt>
                <c:pt idx="38">
                  <c:v>2.21</c:v>
                </c:pt>
                <c:pt idx="39">
                  <c:v>2.28</c:v>
                </c:pt>
                <c:pt idx="40">
                  <c:v>2.09</c:v>
                </c:pt>
                <c:pt idx="41">
                  <c:v>1.21</c:v>
                </c:pt>
                <c:pt idx="42">
                  <c:v>0.43</c:v>
                </c:pt>
                <c:pt idx="43">
                  <c:v>1.26</c:v>
                </c:pt>
                <c:pt idx="44">
                  <c:v>1.87</c:v>
                </c:pt>
                <c:pt idx="45">
                  <c:v>1.52</c:v>
                </c:pt>
                <c:pt idx="46">
                  <c:v>1.24</c:v>
                </c:pt>
                <c:pt idx="47">
                  <c:v>1.06</c:v>
                </c:pt>
                <c:pt idx="48">
                  <c:v>1.36</c:v>
                </c:pt>
                <c:pt idx="49">
                  <c:v>1.65</c:v>
                </c:pt>
                <c:pt idx="50">
                  <c:v>1.91</c:v>
                </c:pt>
                <c:pt idx="51">
                  <c:v>1.24</c:v>
                </c:pt>
                <c:pt idx="52">
                  <c:v>0.63</c:v>
                </c:pt>
                <c:pt idx="53">
                  <c:v>1.05</c:v>
                </c:pt>
                <c:pt idx="54">
                  <c:v>1.16</c:v>
                </c:pt>
                <c:pt idx="55">
                  <c:v>1.29</c:v>
                </c:pt>
                <c:pt idx="56">
                  <c:v>1.1</c:v>
                </c:pt>
                <c:pt idx="57">
                  <c:v>1.37</c:v>
                </c:pt>
                <c:pt idx="58">
                  <c:v>1.45</c:v>
                </c:pt>
                <c:pt idx="59">
                  <c:v>1.39</c:v>
                </c:pt>
                <c:pt idx="60">
                  <c:v>2.43</c:v>
                </c:pt>
                <c:pt idx="61">
                  <c:v>2.32</c:v>
                </c:pt>
                <c:pt idx="62">
                  <c:v>1.64</c:v>
                </c:pt>
                <c:pt idx="63">
                  <c:v>1.27</c:v>
                </c:pt>
                <c:pt idx="64">
                  <c:v>1.14</c:v>
                </c:pt>
                <c:pt idx="65">
                  <c:v>0.77</c:v>
                </c:pt>
                <c:pt idx="66">
                  <c:v>1.51</c:v>
                </c:pt>
                <c:pt idx="67">
                  <c:v>1.44</c:v>
                </c:pt>
                <c:pt idx="68">
                  <c:v>1.81</c:v>
                </c:pt>
                <c:pt idx="69">
                  <c:v>1.58</c:v>
                </c:pt>
                <c:pt idx="70">
                  <c:v>0.88</c:v>
                </c:pt>
                <c:pt idx="71">
                  <c:v>1</c:v>
                </c:pt>
                <c:pt idx="72">
                  <c:v>1.04</c:v>
                </c:pt>
                <c:pt idx="73">
                  <c:v>1.86</c:v>
                </c:pt>
                <c:pt idx="74">
                  <c:v>1.59</c:v>
                </c:pt>
                <c:pt idx="75">
                  <c:v>0.64</c:v>
                </c:pt>
                <c:pt idx="76">
                  <c:v>1.81</c:v>
                </c:pt>
                <c:pt idx="77">
                  <c:v>2.01</c:v>
                </c:pt>
                <c:pt idx="78">
                  <c:v>1.68</c:v>
                </c:pt>
                <c:pt idx="79">
                  <c:v>1.78</c:v>
                </c:pt>
                <c:pt idx="80">
                  <c:v>1.04</c:v>
                </c:pt>
                <c:pt idx="81">
                  <c:v>0.61</c:v>
                </c:pt>
                <c:pt idx="82">
                  <c:v>1.29</c:v>
                </c:pt>
                <c:pt idx="83">
                  <c:v>1.37</c:v>
                </c:pt>
                <c:pt idx="84">
                  <c:v>1.03</c:v>
                </c:pt>
                <c:pt idx="85">
                  <c:v>0.98</c:v>
                </c:pt>
                <c:pt idx="86">
                  <c:v>2.27</c:v>
                </c:pt>
                <c:pt idx="87">
                  <c:v>0.97</c:v>
                </c:pt>
                <c:pt idx="88">
                  <c:v>2.37</c:v>
                </c:pt>
                <c:pt idx="89">
                  <c:v>1.66</c:v>
                </c:pt>
                <c:pt idx="90">
                  <c:v>0.82</c:v>
                </c:pt>
                <c:pt idx="91">
                  <c:v>1.01</c:v>
                </c:pt>
                <c:pt idx="92">
                  <c:v>1.54</c:v>
                </c:pt>
                <c:pt idx="93">
                  <c:v>1.84</c:v>
                </c:pt>
                <c:pt idx="94">
                  <c:v>1.44</c:v>
                </c:pt>
                <c:pt idx="95">
                  <c:v>0.96</c:v>
                </c:pt>
                <c:pt idx="96">
                  <c:v>1.14</c:v>
                </c:pt>
                <c:pt idx="97">
                  <c:v>1.36</c:v>
                </c:pt>
                <c:pt idx="98">
                  <c:v>0.68</c:v>
                </c:pt>
                <c:pt idx="99">
                  <c:v>1.66</c:v>
                </c:pt>
                <c:pt idx="100">
                  <c:v>1.52</c:v>
                </c:pt>
                <c:pt idx="101">
                  <c:v>2.15</c:v>
                </c:pt>
                <c:pt idx="102">
                  <c:v>0.98</c:v>
                </c:pt>
                <c:pt idx="103">
                  <c:v>1.3</c:v>
                </c:pt>
                <c:pt idx="104">
                  <c:v>0.95</c:v>
                </c:pt>
                <c:pt idx="105">
                  <c:v>1.18</c:v>
                </c:pt>
                <c:pt idx="106">
                  <c:v>0.65</c:v>
                </c:pt>
                <c:pt idx="107">
                  <c:v>1.09</c:v>
                </c:pt>
                <c:pt idx="108">
                  <c:v>1.3</c:v>
                </c:pt>
                <c:pt idx="109">
                  <c:v>2.05</c:v>
                </c:pt>
                <c:pt idx="110">
                  <c:v>2.14</c:v>
                </c:pt>
                <c:pt idx="111">
                  <c:v>1.29</c:v>
                </c:pt>
                <c:pt idx="112">
                  <c:v>0.79</c:v>
                </c:pt>
                <c:pt idx="113">
                  <c:v>0.5</c:v>
                </c:pt>
                <c:pt idx="114">
                  <c:v>0.63</c:v>
                </c:pt>
                <c:pt idx="115">
                  <c:v>1</c:v>
                </c:pt>
                <c:pt idx="116">
                  <c:v>1.56</c:v>
                </c:pt>
                <c:pt idx="117">
                  <c:v>20.13</c:v>
                </c:pt>
                <c:pt idx="118">
                  <c:v>22.71</c:v>
                </c:pt>
                <c:pt idx="119">
                  <c:v>1.67</c:v>
                </c:pt>
                <c:pt idx="120">
                  <c:v>1.37</c:v>
                </c:pt>
                <c:pt idx="121">
                  <c:v>2.11</c:v>
                </c:pt>
                <c:pt idx="122">
                  <c:v>1.29</c:v>
                </c:pt>
                <c:pt idx="123">
                  <c:v>0.45</c:v>
                </c:pt>
                <c:pt idx="124">
                  <c:v>0.9</c:v>
                </c:pt>
                <c:pt idx="125">
                  <c:v>1.39</c:v>
                </c:pt>
                <c:pt idx="126">
                  <c:v>1.2</c:v>
                </c:pt>
                <c:pt idx="127">
                  <c:v>1.78</c:v>
                </c:pt>
                <c:pt idx="128">
                  <c:v>1.47</c:v>
                </c:pt>
                <c:pt idx="129">
                  <c:v>0.89</c:v>
                </c:pt>
                <c:pt idx="130">
                  <c:v>1.26</c:v>
                </c:pt>
                <c:pt idx="131">
                  <c:v>1.16</c:v>
                </c:pt>
                <c:pt idx="132">
                  <c:v>1.29</c:v>
                </c:pt>
                <c:pt idx="133">
                  <c:v>1.19</c:v>
                </c:pt>
                <c:pt idx="134">
                  <c:v>1.12</c:v>
                </c:pt>
                <c:pt idx="135">
                  <c:v>1</c:v>
                </c:pt>
                <c:pt idx="136">
                  <c:v>1.74</c:v>
                </c:pt>
                <c:pt idx="137">
                  <c:v>1.39</c:v>
                </c:pt>
                <c:pt idx="138">
                  <c:v>1.69</c:v>
                </c:pt>
                <c:pt idx="139">
                  <c:v>0.92</c:v>
                </c:pt>
                <c:pt idx="140">
                  <c:v>0.91</c:v>
                </c:pt>
                <c:pt idx="141">
                  <c:v>1.15</c:v>
                </c:pt>
                <c:pt idx="142">
                  <c:v>1.43</c:v>
                </c:pt>
                <c:pt idx="143">
                  <c:v>1.07</c:v>
                </c:pt>
                <c:pt idx="144">
                  <c:v>0.98</c:v>
                </c:pt>
                <c:pt idx="145">
                  <c:v>1.31</c:v>
                </c:pt>
                <c:pt idx="146">
                  <c:v>1.83</c:v>
                </c:pt>
                <c:pt idx="147">
                  <c:v>3.59</c:v>
                </c:pt>
                <c:pt idx="148">
                  <c:v>2.45</c:v>
                </c:pt>
                <c:pt idx="149">
                  <c:v>1.42</c:v>
                </c:pt>
                <c:pt idx="150">
                  <c:v>0.89</c:v>
                </c:pt>
                <c:pt idx="151">
                  <c:v>0.95</c:v>
                </c:pt>
                <c:pt idx="152">
                  <c:v>1.59</c:v>
                </c:pt>
                <c:pt idx="153">
                  <c:v>1.32</c:v>
                </c:pt>
                <c:pt idx="154">
                  <c:v>1.09</c:v>
                </c:pt>
                <c:pt idx="155">
                  <c:v>1.49</c:v>
                </c:pt>
                <c:pt idx="156">
                  <c:v>1.01</c:v>
                </c:pt>
                <c:pt idx="157">
                  <c:v>1.2</c:v>
                </c:pt>
                <c:pt idx="158">
                  <c:v>1.65</c:v>
                </c:pt>
                <c:pt idx="159">
                  <c:v>0.73</c:v>
                </c:pt>
                <c:pt idx="160">
                  <c:v>1.21</c:v>
                </c:pt>
                <c:pt idx="161">
                  <c:v>1.54</c:v>
                </c:pt>
                <c:pt idx="162">
                  <c:v>1.91</c:v>
                </c:pt>
                <c:pt idx="163">
                  <c:v>2.21</c:v>
                </c:pt>
                <c:pt idx="164">
                  <c:v>1.49</c:v>
                </c:pt>
                <c:pt idx="165">
                  <c:v>1.4</c:v>
                </c:pt>
                <c:pt idx="166">
                  <c:v>0.72</c:v>
                </c:pt>
                <c:pt idx="167">
                  <c:v>2.04</c:v>
                </c:pt>
                <c:pt idx="168">
                  <c:v>1.66</c:v>
                </c:pt>
                <c:pt idx="169">
                  <c:v>1.83</c:v>
                </c:pt>
                <c:pt idx="170">
                  <c:v>0.99</c:v>
                </c:pt>
                <c:pt idx="171">
                  <c:v>1.19</c:v>
                </c:pt>
                <c:pt idx="172">
                  <c:v>0.92</c:v>
                </c:pt>
                <c:pt idx="173">
                  <c:v>1.13</c:v>
                </c:pt>
                <c:pt idx="174">
                  <c:v>1.35</c:v>
                </c:pt>
                <c:pt idx="175">
                  <c:v>0.65</c:v>
                </c:pt>
                <c:pt idx="176">
                  <c:v>2.02</c:v>
                </c:pt>
                <c:pt idx="177">
                  <c:v>1.96</c:v>
                </c:pt>
                <c:pt idx="178">
                  <c:v>1.99</c:v>
                </c:pt>
                <c:pt idx="179">
                  <c:v>1.92</c:v>
                </c:pt>
                <c:pt idx="180">
                  <c:v>0.96</c:v>
                </c:pt>
                <c:pt idx="181">
                  <c:v>1.37</c:v>
                </c:pt>
                <c:pt idx="182">
                  <c:v>1.08</c:v>
                </c:pt>
                <c:pt idx="183">
                  <c:v>1.05</c:v>
                </c:pt>
                <c:pt idx="184">
                  <c:v>1.43</c:v>
                </c:pt>
                <c:pt idx="185">
                  <c:v>1.27</c:v>
                </c:pt>
                <c:pt idx="186">
                  <c:v>2</c:v>
                </c:pt>
                <c:pt idx="187">
                  <c:v>1.29</c:v>
                </c:pt>
                <c:pt idx="188">
                  <c:v>0.61</c:v>
                </c:pt>
                <c:pt idx="189">
                  <c:v>1.47</c:v>
                </c:pt>
                <c:pt idx="190">
                  <c:v>1.31</c:v>
                </c:pt>
                <c:pt idx="191">
                  <c:v>0.94</c:v>
                </c:pt>
                <c:pt idx="192">
                  <c:v>1.31</c:v>
                </c:pt>
                <c:pt idx="193">
                  <c:v>0.76</c:v>
                </c:pt>
                <c:pt idx="194">
                  <c:v>1.33</c:v>
                </c:pt>
                <c:pt idx="195">
                  <c:v>2</c:v>
                </c:pt>
                <c:pt idx="196">
                  <c:v>1.26</c:v>
                </c:pt>
                <c:pt idx="197">
                  <c:v>1.13</c:v>
                </c:pt>
                <c:pt idx="198">
                  <c:v>0.85</c:v>
                </c:pt>
                <c:pt idx="199">
                  <c:v>0.87</c:v>
                </c:pt>
                <c:pt idx="200">
                  <c:v>1.72</c:v>
                </c:pt>
                <c:pt idx="201">
                  <c:v>1.89</c:v>
                </c:pt>
                <c:pt idx="202">
                  <c:v>0.53</c:v>
                </c:pt>
                <c:pt idx="203">
                  <c:v>1.09</c:v>
                </c:pt>
                <c:pt idx="204">
                  <c:v>2.52</c:v>
                </c:pt>
                <c:pt idx="205">
                  <c:v>1.11</c:v>
                </c:pt>
                <c:pt idx="206">
                  <c:v>1.79</c:v>
                </c:pt>
                <c:pt idx="207">
                  <c:v>1.46</c:v>
                </c:pt>
                <c:pt idx="208">
                  <c:v>0.75</c:v>
                </c:pt>
                <c:pt idx="209">
                  <c:v>0.9</c:v>
                </c:pt>
                <c:pt idx="210">
                  <c:v>1.59</c:v>
                </c:pt>
                <c:pt idx="211">
                  <c:v>1.79</c:v>
                </c:pt>
                <c:pt idx="212">
                  <c:v>1.51</c:v>
                </c:pt>
                <c:pt idx="213">
                  <c:v>0.92</c:v>
                </c:pt>
                <c:pt idx="214">
                  <c:v>0.98</c:v>
                </c:pt>
                <c:pt idx="215">
                  <c:v>1.3</c:v>
                </c:pt>
                <c:pt idx="216">
                  <c:v>0.52</c:v>
                </c:pt>
                <c:pt idx="217">
                  <c:v>1.24</c:v>
                </c:pt>
                <c:pt idx="218">
                  <c:v>2.85</c:v>
                </c:pt>
                <c:pt idx="219">
                  <c:v>3.45</c:v>
                </c:pt>
                <c:pt idx="220">
                  <c:v>1.82</c:v>
                </c:pt>
                <c:pt idx="221">
                  <c:v>2.16</c:v>
                </c:pt>
                <c:pt idx="222">
                  <c:v>0.72</c:v>
                </c:pt>
                <c:pt idx="223">
                  <c:v>1.03</c:v>
                </c:pt>
                <c:pt idx="224">
                  <c:v>1.07</c:v>
                </c:pt>
                <c:pt idx="225">
                  <c:v>1.72</c:v>
                </c:pt>
                <c:pt idx="226">
                  <c:v>1.59</c:v>
                </c:pt>
                <c:pt idx="227">
                  <c:v>1.99</c:v>
                </c:pt>
                <c:pt idx="228">
                  <c:v>1.73</c:v>
                </c:pt>
                <c:pt idx="229">
                  <c:v>0.75</c:v>
                </c:pt>
                <c:pt idx="230">
                  <c:v>0.53</c:v>
                </c:pt>
                <c:pt idx="231">
                  <c:v>1.01</c:v>
                </c:pt>
                <c:pt idx="232">
                  <c:v>1.4</c:v>
                </c:pt>
                <c:pt idx="233">
                  <c:v>1</c:v>
                </c:pt>
                <c:pt idx="234">
                  <c:v>1.24</c:v>
                </c:pt>
                <c:pt idx="235">
                  <c:v>12.72</c:v>
                </c:pt>
                <c:pt idx="236">
                  <c:v>13.9</c:v>
                </c:pt>
                <c:pt idx="237">
                  <c:v>1.34</c:v>
                </c:pt>
                <c:pt idx="238">
                  <c:v>1.06</c:v>
                </c:pt>
                <c:pt idx="239">
                  <c:v>1.98</c:v>
                </c:pt>
                <c:pt idx="240">
                  <c:v>1.2</c:v>
                </c:pt>
                <c:pt idx="241">
                  <c:v>0.62</c:v>
                </c:pt>
                <c:pt idx="242">
                  <c:v>1.43</c:v>
                </c:pt>
                <c:pt idx="243">
                  <c:v>1.44</c:v>
                </c:pt>
                <c:pt idx="244">
                  <c:v>1.08</c:v>
                </c:pt>
                <c:pt idx="245">
                  <c:v>1.63</c:v>
                </c:pt>
                <c:pt idx="246">
                  <c:v>1.48</c:v>
                </c:pt>
                <c:pt idx="247">
                  <c:v>0.91</c:v>
                </c:pt>
                <c:pt idx="248">
                  <c:v>1.29</c:v>
                </c:pt>
                <c:pt idx="249">
                  <c:v>0.78</c:v>
                </c:pt>
                <c:pt idx="250">
                  <c:v>1.18</c:v>
                </c:pt>
                <c:pt idx="251">
                  <c:v>1.2</c:v>
                </c:pt>
                <c:pt idx="252">
                  <c:v>1.16</c:v>
                </c:pt>
                <c:pt idx="253">
                  <c:v>1.38</c:v>
                </c:pt>
                <c:pt idx="254">
                  <c:v>1.35</c:v>
                </c:pt>
                <c:pt idx="255">
                  <c:v>1.21</c:v>
                </c:pt>
                <c:pt idx="256">
                  <c:v>1.84</c:v>
                </c:pt>
                <c:pt idx="257">
                  <c:v>1.46</c:v>
                </c:pt>
                <c:pt idx="258">
                  <c:v>1.68</c:v>
                </c:pt>
                <c:pt idx="259">
                  <c:v>0.83</c:v>
                </c:pt>
                <c:pt idx="260">
                  <c:v>1.07</c:v>
                </c:pt>
                <c:pt idx="261">
                  <c:v>0.48</c:v>
                </c:pt>
                <c:pt idx="262">
                  <c:v>1.29</c:v>
                </c:pt>
                <c:pt idx="263">
                  <c:v>1.73</c:v>
                </c:pt>
                <c:pt idx="264">
                  <c:v>1.71</c:v>
                </c:pt>
                <c:pt idx="265">
                  <c:v>3.17</c:v>
                </c:pt>
                <c:pt idx="266">
                  <c:v>2.39</c:v>
                </c:pt>
                <c:pt idx="267">
                  <c:v>1.9</c:v>
                </c:pt>
                <c:pt idx="268">
                  <c:v>1.25</c:v>
                </c:pt>
                <c:pt idx="269">
                  <c:v>0.57</c:v>
                </c:pt>
                <c:pt idx="270">
                  <c:v>1.78</c:v>
                </c:pt>
                <c:pt idx="271">
                  <c:v>1.68</c:v>
                </c:pt>
                <c:pt idx="272">
                  <c:v>1.84</c:v>
                </c:pt>
                <c:pt idx="273">
                  <c:v>2.33</c:v>
                </c:pt>
                <c:pt idx="274">
                  <c:v>0.57</c:v>
                </c:pt>
                <c:pt idx="275">
                  <c:v>0.89</c:v>
                </c:pt>
                <c:pt idx="276">
                  <c:v>0.98</c:v>
                </c:pt>
                <c:pt idx="277">
                  <c:v>1.06</c:v>
                </c:pt>
                <c:pt idx="278">
                  <c:v>1.48</c:v>
                </c:pt>
                <c:pt idx="279">
                  <c:v>1.22</c:v>
                </c:pt>
                <c:pt idx="280">
                  <c:v>1.46</c:v>
                </c:pt>
                <c:pt idx="281">
                  <c:v>1.65</c:v>
                </c:pt>
                <c:pt idx="282">
                  <c:v>1.23</c:v>
                </c:pt>
                <c:pt idx="283">
                  <c:v>1.55</c:v>
                </c:pt>
                <c:pt idx="284">
                  <c:v>1.07</c:v>
                </c:pt>
                <c:pt idx="285">
                  <c:v>1.52</c:v>
                </c:pt>
                <c:pt idx="286">
                  <c:v>1.12</c:v>
                </c:pt>
                <c:pt idx="287">
                  <c:v>1.41</c:v>
                </c:pt>
                <c:pt idx="288">
                  <c:v>0.71</c:v>
                </c:pt>
                <c:pt idx="289">
                  <c:v>0.99</c:v>
                </c:pt>
                <c:pt idx="290">
                  <c:v>1.48</c:v>
                </c:pt>
                <c:pt idx="291">
                  <c:v>0.75</c:v>
                </c:pt>
                <c:pt idx="292">
                  <c:v>1.87</c:v>
                </c:pt>
                <c:pt idx="293">
                  <c:v>0.72</c:v>
                </c:pt>
                <c:pt idx="294">
                  <c:v>1.5</c:v>
                </c:pt>
                <c:pt idx="295">
                  <c:v>1.37</c:v>
                </c:pt>
                <c:pt idx="296">
                  <c:v>1.48</c:v>
                </c:pt>
                <c:pt idx="297">
                  <c:v>1</c:v>
                </c:pt>
                <c:pt idx="298">
                  <c:v>1.89</c:v>
                </c:pt>
                <c:pt idx="299">
                  <c:v>2.23</c:v>
                </c:pt>
                <c:pt idx="300">
                  <c:v>1.58</c:v>
                </c:pt>
                <c:pt idx="301">
                  <c:v>0.86</c:v>
                </c:pt>
                <c:pt idx="302">
                  <c:v>0.82</c:v>
                </c:pt>
                <c:pt idx="303">
                  <c:v>1.02</c:v>
                </c:pt>
                <c:pt idx="304">
                  <c:v>1.34</c:v>
                </c:pt>
                <c:pt idx="305">
                  <c:v>1.1</c:v>
                </c:pt>
                <c:pt idx="306">
                  <c:v>1</c:v>
                </c:pt>
                <c:pt idx="307">
                  <c:v>1.28</c:v>
                </c:pt>
                <c:pt idx="308">
                  <c:v>1.21</c:v>
                </c:pt>
                <c:pt idx="309">
                  <c:v>1.1</c:v>
                </c:pt>
                <c:pt idx="310">
                  <c:v>1.17</c:v>
                </c:pt>
                <c:pt idx="311">
                  <c:v>1.11</c:v>
                </c:pt>
                <c:pt idx="312">
                  <c:v>1.1</c:v>
                </c:pt>
                <c:pt idx="313">
                  <c:v>1.35</c:v>
                </c:pt>
                <c:pt idx="314">
                  <c:v>1.95</c:v>
                </c:pt>
                <c:pt idx="315">
                  <c:v>1.12</c:v>
                </c:pt>
                <c:pt idx="316">
                  <c:v>0.93</c:v>
                </c:pt>
                <c:pt idx="317">
                  <c:v>1.35</c:v>
                </c:pt>
                <c:pt idx="318">
                  <c:v>1.41</c:v>
                </c:pt>
                <c:pt idx="319">
                  <c:v>1.08</c:v>
                </c:pt>
                <c:pt idx="320">
                  <c:v>0.6</c:v>
                </c:pt>
                <c:pt idx="321">
                  <c:v>0.87</c:v>
                </c:pt>
                <c:pt idx="322">
                  <c:v>1.72</c:v>
                </c:pt>
                <c:pt idx="323">
                  <c:v>0.61</c:v>
                </c:pt>
                <c:pt idx="324">
                  <c:v>1.71</c:v>
                </c:pt>
                <c:pt idx="325">
                  <c:v>1.8</c:v>
                </c:pt>
                <c:pt idx="326">
                  <c:v>1.26</c:v>
                </c:pt>
                <c:pt idx="327">
                  <c:v>0.9</c:v>
                </c:pt>
                <c:pt idx="328">
                  <c:v>1.19</c:v>
                </c:pt>
                <c:pt idx="329">
                  <c:v>1.35</c:v>
                </c:pt>
                <c:pt idx="330">
                  <c:v>1.12</c:v>
                </c:pt>
                <c:pt idx="331">
                  <c:v>0.91</c:v>
                </c:pt>
                <c:pt idx="332">
                  <c:v>1.08</c:v>
                </c:pt>
                <c:pt idx="333">
                  <c:v>1.74</c:v>
                </c:pt>
                <c:pt idx="334">
                  <c:v>1.11</c:v>
                </c:pt>
                <c:pt idx="335">
                  <c:v>1</c:v>
                </c:pt>
                <c:pt idx="336">
                  <c:v>1.95</c:v>
                </c:pt>
                <c:pt idx="337">
                  <c:v>2.04</c:v>
                </c:pt>
                <c:pt idx="338">
                  <c:v>1.98</c:v>
                </c:pt>
                <c:pt idx="339">
                  <c:v>1.97</c:v>
                </c:pt>
                <c:pt idx="340">
                  <c:v>0.99</c:v>
                </c:pt>
                <c:pt idx="341">
                  <c:v>1.1</c:v>
                </c:pt>
                <c:pt idx="342">
                  <c:v>1.43</c:v>
                </c:pt>
                <c:pt idx="343">
                  <c:v>1.54</c:v>
                </c:pt>
                <c:pt idx="344">
                  <c:v>1.25</c:v>
                </c:pt>
                <c:pt idx="345">
                  <c:v>2.15</c:v>
                </c:pt>
                <c:pt idx="346">
                  <c:v>2</c:v>
                </c:pt>
                <c:pt idx="347">
                  <c:v>0.77</c:v>
                </c:pt>
                <c:pt idx="348">
                  <c:v>1.11</c:v>
                </c:pt>
                <c:pt idx="349">
                  <c:v>1.43</c:v>
                </c:pt>
                <c:pt idx="350">
                  <c:v>2.08</c:v>
                </c:pt>
                <c:pt idx="351">
                  <c:v>1.04</c:v>
                </c:pt>
                <c:pt idx="352">
                  <c:v>0.57</c:v>
                </c:pt>
                <c:pt idx="353">
                  <c:v>7.83</c:v>
                </c:pt>
                <c:pt idx="354">
                  <c:v>8.32</c:v>
                </c:pt>
                <c:pt idx="355">
                  <c:v>1.48</c:v>
                </c:pt>
                <c:pt idx="356">
                  <c:v>1.23</c:v>
                </c:pt>
                <c:pt idx="357">
                  <c:v>1.84</c:v>
                </c:pt>
                <c:pt idx="358">
                  <c:v>1.05</c:v>
                </c:pt>
                <c:pt idx="359">
                  <c:v>0.83</c:v>
                </c:pt>
                <c:pt idx="360">
                  <c:v>1.4</c:v>
                </c:pt>
                <c:pt idx="361">
                  <c:v>1.52</c:v>
                </c:pt>
                <c:pt idx="362">
                  <c:v>1.01</c:v>
                </c:pt>
                <c:pt idx="363">
                  <c:v>1.43</c:v>
                </c:pt>
                <c:pt idx="364">
                  <c:v>1.6</c:v>
                </c:pt>
                <c:pt idx="365">
                  <c:v>1.37</c:v>
                </c:pt>
                <c:pt idx="366">
                  <c:v>0.8</c:v>
                </c:pt>
                <c:pt idx="367">
                  <c:v>0.4</c:v>
                </c:pt>
                <c:pt idx="368">
                  <c:v>1.89</c:v>
                </c:pt>
                <c:pt idx="369">
                  <c:v>1.86</c:v>
                </c:pt>
                <c:pt idx="370">
                  <c:v>1.95</c:v>
                </c:pt>
                <c:pt idx="371">
                  <c:v>2.06</c:v>
                </c:pt>
                <c:pt idx="372">
                  <c:v>0.82</c:v>
                </c:pt>
                <c:pt idx="373">
                  <c:v>0.81</c:v>
                </c:pt>
                <c:pt idx="374">
                  <c:v>1.47</c:v>
                </c:pt>
                <c:pt idx="375">
                  <c:v>2.53</c:v>
                </c:pt>
                <c:pt idx="376">
                  <c:v>2.77</c:v>
                </c:pt>
                <c:pt idx="377">
                  <c:v>0.33</c:v>
                </c:pt>
                <c:pt idx="378">
                  <c:v>0.64</c:v>
                </c:pt>
                <c:pt idx="379">
                  <c:v>0.91</c:v>
                </c:pt>
                <c:pt idx="380">
                  <c:v>1.31</c:v>
                </c:pt>
                <c:pt idx="381">
                  <c:v>1.61</c:v>
                </c:pt>
                <c:pt idx="382">
                  <c:v>1.36</c:v>
                </c:pt>
                <c:pt idx="383">
                  <c:v>2.49</c:v>
                </c:pt>
                <c:pt idx="384">
                  <c:v>1.62</c:v>
                </c:pt>
                <c:pt idx="385">
                  <c:v>1.86</c:v>
                </c:pt>
                <c:pt idx="386">
                  <c:v>1.15</c:v>
                </c:pt>
                <c:pt idx="387">
                  <c:v>1.22</c:v>
                </c:pt>
                <c:pt idx="388">
                  <c:v>1.06</c:v>
                </c:pt>
                <c:pt idx="389">
                  <c:v>1.21</c:v>
                </c:pt>
                <c:pt idx="390">
                  <c:v>1.34</c:v>
                </c:pt>
                <c:pt idx="391">
                  <c:v>1.07</c:v>
                </c:pt>
                <c:pt idx="392">
                  <c:v>1.14</c:v>
                </c:pt>
                <c:pt idx="393">
                  <c:v>0.85</c:v>
                </c:pt>
                <c:pt idx="394">
                  <c:v>1.29</c:v>
                </c:pt>
                <c:pt idx="395">
                  <c:v>1.69</c:v>
                </c:pt>
                <c:pt idx="396">
                  <c:v>1.83</c:v>
                </c:pt>
                <c:pt idx="397">
                  <c:v>0.93</c:v>
                </c:pt>
                <c:pt idx="398">
                  <c:v>1.22</c:v>
                </c:pt>
                <c:pt idx="399">
                  <c:v>1.16</c:v>
                </c:pt>
                <c:pt idx="400">
                  <c:v>1.47</c:v>
                </c:pt>
                <c:pt idx="401">
                  <c:v>1.74</c:v>
                </c:pt>
                <c:pt idx="402">
                  <c:v>1.6</c:v>
                </c:pt>
                <c:pt idx="403">
                  <c:v>1.21</c:v>
                </c:pt>
                <c:pt idx="404">
                  <c:v>1.42</c:v>
                </c:pt>
                <c:pt idx="405">
                  <c:v>1.69</c:v>
                </c:pt>
                <c:pt idx="406">
                  <c:v>1.23</c:v>
                </c:pt>
                <c:pt idx="407">
                  <c:v>1.35</c:v>
                </c:pt>
                <c:pt idx="408">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800"/>
          <c:min val="0"/>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Rhythm frequency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 val="autoZero"/>
        <c:auto val="1"/>
        <c:lblAlgn val="ctr"/>
        <c:noMultiLvlLbl val="1"/>
        <c:majorUnit val="100"/>
      </c:valAx>
      <c:valAx>
        <c:axId val="2094734552"/>
        <c:scaling>
          <c:orientation val="minMax"/>
          <c:max val="25"/>
          <c:min val="0"/>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Peak ÷ noise floor</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 val="autoZero"/>
        <c:crossBetween val="midCat"/>
        <c:majorUnit val="5"/>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Spikiness</c:v>
                </c:pt>
              </c:strCache>
            </c:strRef>
          </c:tx>
          <c:spPr>
            <a:solidFill>
              <a:srgbClr val="B9C4C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B9C4C5"/>
              </a:solidFill>
              <a:effectLst/>
            </c:spPr>
          </c:dPt>
          <c:dPt>
            <c:idx val="1"/>
            <c:invertIfNegative val="0"/>
            <c:bubble3D val="0"/>
            <c:spPr>
              <a:solidFill>
                <a:srgbClr val="B9C4C5"/>
              </a:solidFill>
              <a:effectLst/>
            </c:spPr>
          </c:dPt>
          <c:dPt>
            <c:idx val="2"/>
            <c:invertIfNegative val="0"/>
            <c:bubble3D val="0"/>
            <c:spPr>
              <a:solidFill>
                <a:srgbClr val="B9C4C5"/>
              </a:solidFill>
              <a:effectLst/>
            </c:spPr>
          </c:dPt>
          <c:dPt>
            <c:idx val="3"/>
            <c:invertIfNegative val="0"/>
            <c:bubble3D val="0"/>
            <c:spPr>
              <a:solidFill>
                <a:srgbClr val="B9C4C5"/>
              </a:solidFill>
              <a:effectLst/>
            </c:spPr>
          </c:dPt>
          <c:dPt>
            <c:idx val="4"/>
            <c:invertIfNegative val="0"/>
            <c:bubble3D val="0"/>
            <c:spPr>
              <a:solidFill>
                <a:srgbClr val="B9C4C5"/>
              </a:solidFill>
              <a:effectLst/>
            </c:spPr>
          </c:dPt>
          <c:dPt>
            <c:idx val="5"/>
            <c:invertIfNegative val="0"/>
            <c:bubble3D val="0"/>
            <c:spPr>
              <a:solidFill>
                <a:srgbClr val="B9C4C5"/>
              </a:solidFill>
              <a:effectLst/>
            </c:spPr>
          </c:dPt>
          <c:dPt>
            <c:idx val="6"/>
            <c:invertIfNegative val="0"/>
            <c:bubble3D val="0"/>
            <c:spPr>
              <a:solidFill>
                <a:srgbClr val="B9C4C5"/>
              </a:solidFill>
              <a:effectLst/>
            </c:spPr>
          </c:dPt>
          <c:dPt>
            <c:idx val="7"/>
            <c:invertIfNegative val="0"/>
            <c:bubble3D val="0"/>
            <c:spPr>
              <a:solidFill>
                <a:srgbClr val="F26B4F"/>
              </a:solidFill>
              <a:effectLst/>
            </c:spPr>
          </c:dPt>
          <c:dPt>
            <c:idx val="8"/>
            <c:invertIfNegative val="0"/>
            <c:bubble3D val="0"/>
            <c:spPr>
              <a:solidFill>
                <a:srgbClr val="B9C4C5"/>
              </a:solidFill>
              <a:effectLst/>
            </c:spPr>
          </c:dPt>
          <c:dPt>
            <c:idx val="9"/>
            <c:invertIfNegative val="0"/>
            <c:bubble3D val="0"/>
            <c:spPr>
              <a:solidFill>
                <a:srgbClr val="B9C4C5"/>
              </a:solidFill>
              <a:effectLst/>
            </c:spPr>
          </c:dPt>
          <c:dPt>
            <c:idx val="10"/>
            <c:invertIfNegative val="0"/>
            <c:bubble3D val="0"/>
            <c:spPr>
              <a:solidFill>
                <a:srgbClr val="B9C4C5"/>
              </a:solidFill>
              <a:effectLst/>
            </c:spPr>
          </c:dPt>
          <c:dPt>
            <c:idx val="11"/>
            <c:invertIfNegative val="0"/>
            <c:bubble3D val="0"/>
            <c:spPr>
              <a:solidFill>
                <a:srgbClr val="B9C4C5"/>
              </a:solidFill>
              <a:effectLst/>
            </c:spPr>
          </c:dPt>
          <c:dPt>
            <c:idx val="12"/>
            <c:invertIfNegative val="0"/>
            <c:bubble3D val="0"/>
            <c:spPr>
              <a:solidFill>
                <a:srgbClr val="B9C4C5"/>
              </a:solidFill>
              <a:effectLst/>
            </c:spPr>
          </c:dPt>
          <c:dPt>
            <c:idx val="13"/>
            <c:invertIfNegative val="0"/>
            <c:bubble3D val="0"/>
            <c:spPr>
              <a:solidFill>
                <a:srgbClr val="B9C4C5"/>
              </a:solidFill>
              <a:effectLst/>
            </c:spPr>
          </c:dPt>
          <c:dPt>
            <c:idx val="14"/>
            <c:invertIfNegative val="0"/>
            <c:bubble3D val="0"/>
            <c:spPr>
              <a:solidFill>
                <a:srgbClr val="B9C4C5"/>
              </a:solidFill>
              <a:effectLst/>
            </c:spPr>
          </c:dPt>
          <c:dPt>
            <c:idx val="15"/>
            <c:invertIfNegative val="0"/>
            <c:bubble3D val="0"/>
            <c:spPr>
              <a:solidFill>
                <a:srgbClr val="B9C4C5"/>
              </a:solidFill>
              <a:effectLst/>
            </c:spPr>
          </c:dPt>
          <c:dPt>
            <c:idx val="16"/>
            <c:invertIfNegative val="0"/>
            <c:bubble3D val="0"/>
            <c:spPr>
              <a:solidFill>
                <a:srgbClr val="B9C4C5"/>
              </a:solidFill>
              <a:effectLst/>
            </c:spPr>
          </c:dPt>
          <c:cat>
            <c:multiLvlStrRef>
              <c:f>Sheet1!$A$2:$A$18</c:f>
              <c:multiLvlStrCache>
                <c:ptCount val="17"/>
                <c:lvl>
                  <c:pt idx="0">
                    <c:v>0.5-1.5</c:v>
                  </c:pt>
                  <c:pt idx="1">
                    <c:v>1-2</c:v>
                  </c:pt>
                  <c:pt idx="2">
                    <c:v>1.5-2.5</c:v>
                  </c:pt>
                  <c:pt idx="3">
                    <c:v>2-3</c:v>
                  </c:pt>
                  <c:pt idx="4">
                    <c:v>2.5-3.5</c:v>
                  </c:pt>
                  <c:pt idx="5">
                    <c:v>3-4</c:v>
                  </c:pt>
                  <c:pt idx="6">
                    <c:v>3.5-4.5</c:v>
                  </c:pt>
                  <c:pt idx="7">
                    <c:v>4-5</c:v>
                  </c:pt>
                  <c:pt idx="8">
                    <c:v>4.5-5.5</c:v>
                  </c:pt>
                  <c:pt idx="9">
                    <c:v>5-6</c:v>
                  </c:pt>
                  <c:pt idx="10">
                    <c:v>5.5-6.5</c:v>
                  </c:pt>
                  <c:pt idx="11">
                    <c:v>6-7</c:v>
                  </c:pt>
                  <c:pt idx="12">
                    <c:v>6.5-7.5</c:v>
                  </c:pt>
                  <c:pt idx="13">
                    <c:v>7-8</c:v>
                  </c:pt>
                  <c:pt idx="14">
                    <c:v>7.5-8.5</c:v>
                  </c:pt>
                  <c:pt idx="15">
                    <c:v>8-9</c:v>
                  </c:pt>
                  <c:pt idx="16">
                    <c:v>8.5-9.5</c:v>
                  </c:pt>
                </c:lvl>
              </c:multiLvlStrCache>
            </c:multiLvlStrRef>
          </c:cat>
          <c:val>
            <c:numRef>
              <c:f>Sheet1!$B$2:$B$18</c:f>
              <c:numCache>
                <c:formatCode>General</c:formatCode>
                <c:ptCount val="17"/>
                <c:pt idx="0">
                  <c:v>71.6</c:v>
                </c:pt>
                <c:pt idx="1">
                  <c:v>66.7</c:v>
                </c:pt>
                <c:pt idx="2">
                  <c:v>127.7</c:v>
                </c:pt>
                <c:pt idx="3">
                  <c:v>6.9</c:v>
                </c:pt>
                <c:pt idx="4">
                  <c:v>17.4</c:v>
                </c:pt>
                <c:pt idx="5">
                  <c:v>113.5</c:v>
                </c:pt>
                <c:pt idx="6">
                  <c:v>169</c:v>
                </c:pt>
                <c:pt idx="7">
                  <c:v>244.8</c:v>
                </c:pt>
                <c:pt idx="8">
                  <c:v>222.1</c:v>
                </c:pt>
                <c:pt idx="9">
                  <c:v>86.5</c:v>
                </c:pt>
                <c:pt idx="10">
                  <c:v>58.1</c:v>
                </c:pt>
                <c:pt idx="11">
                  <c:v>42.2</c:v>
                </c:pt>
                <c:pt idx="12">
                  <c:v>46.8</c:v>
                </c:pt>
                <c:pt idx="13">
                  <c:v>66.1</c:v>
                </c:pt>
                <c:pt idx="14">
                  <c:v>47.1</c:v>
                </c:pt>
                <c:pt idx="15">
                  <c:v>49.3</c:v>
                </c:pt>
                <c:pt idx="16">
                  <c:v>18.1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Band (kHz)</a:t>
                </a:r>
              </a:p>
            </c:rich>
          </c:tx>
          <c:layout/>
          <c:overlay val="0"/>
        </c:title>
        <c:numFmt formatCode="General" sourceLinked="1"/>
        <c:majorTickMark val="out"/>
        <c:minorTickMark val="none"/>
        <c:tickLblPos val="low"/>
        <c:spPr>
          <a:ln w="12700" cap="flat">
            <a:solidFill>
              <a:srgbClr val="888888"/>
            </a:solidFill>
            <a:prstDash val="solid"/>
            <a:round/>
          </a:ln>
        </c:spPr>
        <c:txPr>
          <a:bodyPr rot="-2700000"/>
          <a:lstStyle/>
          <a:p>
            <a:pPr>
              <a:defRPr sz="1100" b="0" i="0" u="none" strike="noStrike">
                <a:solidFill>
                  <a:srgbClr val="1226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Rhythm spikiness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Band-passed signal (4-5 kHz)</c:v>
                </c:pt>
              </c:strCache>
            </c:strRef>
          </c:tx>
          <c:spPr>
            <a:solidFill>
              <a:srgbClr val="B9C4C5"/>
            </a:solidFill>
            <a:ln w="19050" cap="flat">
              <a:solidFill>
                <a:srgbClr val="B9C4C5"/>
              </a:solidFill>
              <a:prstDash val="solid"/>
              <a:round/>
            </a:ln>
            <a:effectLst/>
          </c:spPr>
          <c:marker>
            <c:symbol val="none"/>
            <c:size val="6"/>
            <c:spPr>
              <a:solidFill>
                <a:srgbClr val="B9C4C5"/>
              </a:solidFill>
              <a:ln w="9525" cap="flat">
                <a:solidFill>
                  <a:srgbClr val="B9C4C5"/>
                </a:solidFill>
                <a:prstDash val="solid"/>
                <a:round/>
              </a:ln>
              <a:effectLst/>
            </c:spPr>
          </c:marker>
          <c:xVal>
            <c:numRef>
              <c:f>Sheet1!$A$2:$A$201</c:f>
              <c:numCache>
                <c:formatCode>General</c:formatCode>
                <c:ptCount val="200"/>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numCache>
            </c:numRef>
          </c:xVal>
          <c:yVal>
            <c:numRef>
              <c:f>Sheet1!$B$2:$B$201</c:f>
              <c:numCache>
                <c:formatCode>General</c:formatCode>
                <c:ptCount val="200"/>
                <c:pt idx="0">
                  <c:v>0.002</c:v>
                </c:pt>
                <c:pt idx="1">
                  <c:v>-0.0418</c:v>
                </c:pt>
                <c:pt idx="2">
                  <c:v>-0.0104</c:v>
                </c:pt>
                <c:pt idx="3">
                  <c:v>0.0362</c:v>
                </c:pt>
                <c:pt idx="4">
                  <c:v>0.0156</c:v>
                </c:pt>
                <c:pt idx="5">
                  <c:v>-0.0249</c:v>
                </c:pt>
                <c:pt idx="6">
                  <c:v>-0.0128</c:v>
                </c:pt>
                <c:pt idx="7">
                  <c:v>0.0119</c:v>
                </c:pt>
                <c:pt idx="8">
                  <c:v>-0.0009</c:v>
                </c:pt>
                <c:pt idx="9">
                  <c:v>-0.0039</c:v>
                </c:pt>
                <c:pt idx="10">
                  <c:v>0.0249</c:v>
                </c:pt>
                <c:pt idx="11">
                  <c:v>0.0083</c:v>
                </c:pt>
                <c:pt idx="12">
                  <c:v>-0.0541</c:v>
                </c:pt>
                <c:pt idx="13">
                  <c:v>-0.0308</c:v>
                </c:pt>
                <c:pt idx="14">
                  <c:v>0.0793</c:v>
                </c:pt>
                <c:pt idx="15">
                  <c:v>0.0723</c:v>
                </c:pt>
                <c:pt idx="16">
                  <c:v>-0.0894</c:v>
                </c:pt>
                <c:pt idx="17">
                  <c:v>-0.1282</c:v>
                </c:pt>
                <c:pt idx="18">
                  <c:v>0.0744</c:v>
                </c:pt>
                <c:pt idx="19">
                  <c:v>0.1875</c:v>
                </c:pt>
                <c:pt idx="20">
                  <c:v>-0.0291</c:v>
                </c:pt>
                <c:pt idx="21">
                  <c:v>-0.2356</c:v>
                </c:pt>
                <c:pt idx="22">
                  <c:v>-0.0446</c:v>
                </c:pt>
                <c:pt idx="23">
                  <c:v>0.2571</c:v>
                </c:pt>
                <c:pt idx="24">
                  <c:v>0.1366</c:v>
                </c:pt>
                <c:pt idx="25">
                  <c:v>-0.2406</c:v>
                </c:pt>
                <c:pt idx="26">
                  <c:v>-0.2303</c:v>
                </c:pt>
                <c:pt idx="27">
                  <c:v>0.1824</c:v>
                </c:pt>
                <c:pt idx="28">
                  <c:v>0.3061</c:v>
                </c:pt>
                <c:pt idx="29">
                  <c:v>-0.0883</c:v>
                </c:pt>
                <c:pt idx="30">
                  <c:v>-0.3462</c:v>
                </c:pt>
                <c:pt idx="31">
                  <c:v>-0.0268</c:v>
                </c:pt>
                <c:pt idx="32">
                  <c:v>0.3394</c:v>
                </c:pt>
                <c:pt idx="33">
                  <c:v>0.1417</c:v>
                </c:pt>
                <c:pt idx="34">
                  <c:v>-0.2846</c:v>
                </c:pt>
                <c:pt idx="35">
                  <c:v>-0.2345</c:v>
                </c:pt>
                <c:pt idx="36">
                  <c:v>0.1917</c:v>
                </c:pt>
                <c:pt idx="37">
                  <c:v>0.2875</c:v>
                </c:pt>
                <c:pt idx="38">
                  <c:v>-0.079</c:v>
                </c:pt>
                <c:pt idx="39">
                  <c:v>-0.2921</c:v>
                </c:pt>
                <c:pt idx="40">
                  <c:v>-0.0309</c:v>
                </c:pt>
                <c:pt idx="41">
                  <c:v>0.251</c:v>
                </c:pt>
                <c:pt idx="42">
                  <c:v>0.1172</c:v>
                </c:pt>
                <c:pt idx="43">
                  <c:v>-0.1768</c:v>
                </c:pt>
                <c:pt idx="44">
                  <c:v>-0.1655</c:v>
                </c:pt>
                <c:pt idx="45">
                  <c:v>0.0888</c:v>
                </c:pt>
                <c:pt idx="46">
                  <c:v>0.172</c:v>
                </c:pt>
                <c:pt idx="47">
                  <c:v>-0.0077</c:v>
                </c:pt>
                <c:pt idx="48">
                  <c:v>-0.1428</c:v>
                </c:pt>
                <c:pt idx="49">
                  <c:v>-0.0504</c:v>
                </c:pt>
                <c:pt idx="50">
                  <c:v>0.0921</c:v>
                </c:pt>
                <c:pt idx="51">
                  <c:v>0.0773</c:v>
                </c:pt>
                <c:pt idx="52">
                  <c:v>-0.0373</c:v>
                </c:pt>
                <c:pt idx="53">
                  <c:v>-0.0743</c:v>
                </c:pt>
                <c:pt idx="54">
                  <c:v>-0.0064</c:v>
                </c:pt>
                <c:pt idx="55">
                  <c:v>0.0505</c:v>
                </c:pt>
                <c:pt idx="56">
                  <c:v>0.0297</c:v>
                </c:pt>
                <c:pt idx="57">
                  <c:v>-0.0194</c:v>
                </c:pt>
                <c:pt idx="58">
                  <c:v>-0.0313</c:v>
                </c:pt>
                <c:pt idx="59">
                  <c:v>-0.0065</c:v>
                </c:pt>
                <c:pt idx="60">
                  <c:v>0.0174</c:v>
                </c:pt>
                <c:pt idx="61">
                  <c:v>0.0188</c:v>
                </c:pt>
                <c:pt idx="62">
                  <c:v>0.0022</c:v>
                </c:pt>
                <c:pt idx="63">
                  <c:v>-0.0161</c:v>
                </c:pt>
                <c:pt idx="64">
                  <c:v>-0.0174</c:v>
                </c:pt>
                <c:pt idx="65">
                  <c:v>0.0029</c:v>
                </c:pt>
                <c:pt idx="66">
                  <c:v>0.0216</c:v>
                </c:pt>
                <c:pt idx="67">
                  <c:v>0.0124</c:v>
                </c:pt>
                <c:pt idx="68">
                  <c:v>-0.0143</c:v>
                </c:pt>
                <c:pt idx="69">
                  <c:v>-0.0216</c:v>
                </c:pt>
                <c:pt idx="70">
                  <c:v>0.0001</c:v>
                </c:pt>
                <c:pt idx="71">
                  <c:v>0.0199</c:v>
                </c:pt>
                <c:pt idx="72">
                  <c:v>0.0132</c:v>
                </c:pt>
                <c:pt idx="73">
                  <c:v>-0.0077</c:v>
                </c:pt>
                <c:pt idx="74">
                  <c:v>-0.018</c:v>
                </c:pt>
                <c:pt idx="75">
                  <c:v>-0.0095</c:v>
                </c:pt>
                <c:pt idx="76">
                  <c:v>0.0107</c:v>
                </c:pt>
                <c:pt idx="77">
                  <c:v>0.0237</c:v>
                </c:pt>
                <c:pt idx="78">
                  <c:v>0.0075</c:v>
                </c:pt>
                <c:pt idx="79">
                  <c:v>-0.0273</c:v>
                </c:pt>
                <c:pt idx="80">
                  <c:v>-0.0302</c:v>
                </c:pt>
                <c:pt idx="81">
                  <c:v>0.017</c:v>
                </c:pt>
                <c:pt idx="82">
                  <c:v>0.0484</c:v>
                </c:pt>
                <c:pt idx="83">
                  <c:v>0.005</c:v>
                </c:pt>
                <c:pt idx="84">
                  <c:v>-0.0542</c:v>
                </c:pt>
                <c:pt idx="85">
                  <c:v>-0.0314</c:v>
                </c:pt>
                <c:pt idx="86">
                  <c:v>0.0442</c:v>
                </c:pt>
                <c:pt idx="87">
                  <c:v>0.0521</c:v>
                </c:pt>
                <c:pt idx="88">
                  <c:v>-0.021</c:v>
                </c:pt>
                <c:pt idx="89">
                  <c:v>-0.0581</c:v>
                </c:pt>
                <c:pt idx="90">
                  <c:v>-0.0067</c:v>
                </c:pt>
                <c:pt idx="91">
                  <c:v>0.0452</c:v>
                </c:pt>
                <c:pt idx="92">
                  <c:v>0.0273</c:v>
                </c:pt>
                <c:pt idx="93">
                  <c:v>-0.0163</c:v>
                </c:pt>
                <c:pt idx="94">
                  <c:v>-0.0296</c:v>
                </c:pt>
                <c:pt idx="95">
                  <c:v>-0.0192</c:v>
                </c:pt>
                <c:pt idx="96">
                  <c:v>0.0078</c:v>
                </c:pt>
                <c:pt idx="97">
                  <c:v>0.0471</c:v>
                </c:pt>
                <c:pt idx="98">
                  <c:v>0.0365</c:v>
                </c:pt>
                <c:pt idx="99">
                  <c:v>-0.0537</c:v>
                </c:pt>
                <c:pt idx="100">
                  <c:v>-0.0935</c:v>
                </c:pt>
                <c:pt idx="101">
                  <c:v>0.0297</c:v>
                </c:pt>
                <c:pt idx="102">
                  <c:v>0.1475</c:v>
                </c:pt>
                <c:pt idx="103">
                  <c:v>0.0263</c:v>
                </c:pt>
                <c:pt idx="104">
                  <c:v>-0.1816</c:v>
                </c:pt>
                <c:pt idx="105">
                  <c:v>-0.1065</c:v>
                </c:pt>
                <c:pt idx="106">
                  <c:v>0.182</c:v>
                </c:pt>
                <c:pt idx="107">
                  <c:v>0.1954</c:v>
                </c:pt>
                <c:pt idx="108">
                  <c:v>-0.1425</c:v>
                </c:pt>
                <c:pt idx="109">
                  <c:v>-0.2742</c:v>
                </c:pt>
                <c:pt idx="110">
                  <c:v>0.0665</c:v>
                </c:pt>
                <c:pt idx="111">
                  <c:v>0.3254</c:v>
                </c:pt>
                <c:pt idx="112">
                  <c:v>0.034</c:v>
                </c:pt>
                <c:pt idx="113">
                  <c:v>-0.3376</c:v>
                </c:pt>
                <c:pt idx="114">
                  <c:v>-0.1416</c:v>
                </c:pt>
                <c:pt idx="115">
                  <c:v>0.3077</c:v>
                </c:pt>
                <c:pt idx="116">
                  <c:v>0.2376</c:v>
                </c:pt>
                <c:pt idx="117">
                  <c:v>-0.2419</c:v>
                </c:pt>
                <c:pt idx="118">
                  <c:v>-0.3071</c:v>
                </c:pt>
                <c:pt idx="119">
                  <c:v>0.1528</c:v>
                </c:pt>
                <c:pt idx="120">
                  <c:v>0.3418</c:v>
                </c:pt>
                <c:pt idx="121">
                  <c:v>-0.0561</c:v>
                </c:pt>
                <c:pt idx="122">
                  <c:v>-0.3413</c:v>
                </c:pt>
                <c:pt idx="123">
                  <c:v>-0.0335</c:v>
                </c:pt>
                <c:pt idx="124">
                  <c:v>0.3116</c:v>
                </c:pt>
                <c:pt idx="125">
                  <c:v>0.1059</c:v>
                </c:pt>
                <c:pt idx="126">
                  <c:v>-0.2626</c:v>
                </c:pt>
                <c:pt idx="127">
                  <c:v>-0.1565</c:v>
                </c:pt>
                <c:pt idx="128">
                  <c:v>0.2045</c:v>
                </c:pt>
                <c:pt idx="129">
                  <c:v>0.1858</c:v>
                </c:pt>
                <c:pt idx="130">
                  <c:v>-0.1454</c:v>
                </c:pt>
                <c:pt idx="131">
                  <c:v>-0.1974</c:v>
                </c:pt>
                <c:pt idx="132">
                  <c:v>0.0898</c:v>
                </c:pt>
                <c:pt idx="133">
                  <c:v>0.1956</c:v>
                </c:pt>
                <c:pt idx="134">
                  <c:v>-0.0394</c:v>
                </c:pt>
                <c:pt idx="135">
                  <c:v>-0.1834</c:v>
                </c:pt>
                <c:pt idx="136">
                  <c:v>-0.0058</c:v>
                </c:pt>
                <c:pt idx="137">
                  <c:v>0.1619</c:v>
                </c:pt>
                <c:pt idx="138">
                  <c:v>0.0454</c:v>
                </c:pt>
                <c:pt idx="139">
                  <c:v>-0.1308</c:v>
                </c:pt>
                <c:pt idx="140">
                  <c:v>-0.0775</c:v>
                </c:pt>
                <c:pt idx="141">
                  <c:v>0.0902</c:v>
                </c:pt>
                <c:pt idx="142">
                  <c:v>0.0982</c:v>
                </c:pt>
                <c:pt idx="143">
                  <c:v>-0.0417</c:v>
                </c:pt>
                <c:pt idx="144">
                  <c:v>-0.1033</c:v>
                </c:pt>
                <c:pt idx="145">
                  <c:v>-0.0099</c:v>
                </c:pt>
                <c:pt idx="146">
                  <c:v>0.0898</c:v>
                </c:pt>
                <c:pt idx="147">
                  <c:v>0.0576</c:v>
                </c:pt>
                <c:pt idx="148">
                  <c:v>-0.0576</c:v>
                </c:pt>
                <c:pt idx="149">
                  <c:v>-0.0931</c:v>
                </c:pt>
                <c:pt idx="150">
                  <c:v>0.0108</c:v>
                </c:pt>
                <c:pt idx="151">
                  <c:v>0.1097</c:v>
                </c:pt>
                <c:pt idx="152">
                  <c:v>0.0426</c:v>
                </c:pt>
                <c:pt idx="153">
                  <c:v>-0.104</c:v>
                </c:pt>
                <c:pt idx="154">
                  <c:v>-0.0929</c:v>
                </c:pt>
                <c:pt idx="155">
                  <c:v>0.0775</c:v>
                </c:pt>
                <c:pt idx="156">
                  <c:v>0.1308</c:v>
                </c:pt>
                <c:pt idx="157">
                  <c:v>-0.0362</c:v>
                </c:pt>
                <c:pt idx="158">
                  <c:v>-0.1501</c:v>
                </c:pt>
                <c:pt idx="159">
                  <c:v>-0.0108</c:v>
                </c:pt>
                <c:pt idx="160">
                  <c:v>0.1492</c:v>
                </c:pt>
                <c:pt idx="161">
                  <c:v>0.0542</c:v>
                </c:pt>
                <c:pt idx="162">
                  <c:v>-0.1312</c:v>
                </c:pt>
                <c:pt idx="163">
                  <c:v>-0.0866</c:v>
                </c:pt>
                <c:pt idx="164">
                  <c:v>0.1025</c:v>
                </c:pt>
                <c:pt idx="165">
                  <c:v>0.1043</c:v>
                </c:pt>
                <c:pt idx="166">
                  <c:v>-0.0709</c:v>
                </c:pt>
                <c:pt idx="167">
                  <c:v>-0.1081</c:v>
                </c:pt>
                <c:pt idx="168">
                  <c:v>0.043</c:v>
                </c:pt>
                <c:pt idx="169">
                  <c:v>0.1015</c:v>
                </c:pt>
                <c:pt idx="170">
                  <c:v>-0.0224</c:v>
                </c:pt>
                <c:pt idx="171">
                  <c:v>-0.0896</c:v>
                </c:pt>
                <c:pt idx="172">
                  <c:v>0.0098</c:v>
                </c:pt>
                <c:pt idx="173">
                  <c:v>0.0766</c:v>
                </c:pt>
                <c:pt idx="174">
                  <c:v>-0.0035</c:v>
                </c:pt>
                <c:pt idx="175">
                  <c:v>-0.0647</c:v>
                </c:pt>
                <c:pt idx="176">
                  <c:v>0.0012</c:v>
                </c:pt>
                <c:pt idx="177">
                  <c:v>0.054</c:v>
                </c:pt>
                <c:pt idx="178">
                  <c:v>-0.0019</c:v>
                </c:pt>
                <c:pt idx="179">
                  <c:v>-0.0436</c:v>
                </c:pt>
                <c:pt idx="180">
                  <c:v>0.0062</c:v>
                </c:pt>
                <c:pt idx="181">
                  <c:v>0.0334</c:v>
                </c:pt>
                <c:pt idx="182">
                  <c:v>-0.0162</c:v>
                </c:pt>
                <c:pt idx="183">
                  <c:v>-0.0253</c:v>
                </c:pt>
                <c:pt idx="184">
                  <c:v>0.0336</c:v>
                </c:pt>
                <c:pt idx="185">
                  <c:v>0.0239</c:v>
                </c:pt>
                <c:pt idx="186">
                  <c:v>-0.0579</c:v>
                </c:pt>
                <c:pt idx="187">
                  <c:v>-0.0349</c:v>
                </c:pt>
                <c:pt idx="188">
                  <c:v>0.0848</c:v>
                </c:pt>
                <c:pt idx="189">
                  <c:v>0.0631</c:v>
                </c:pt>
                <c:pt idx="190">
                  <c:v>-0.1059</c:v>
                </c:pt>
                <c:pt idx="191">
                  <c:v>-0.1098</c:v>
                </c:pt>
                <c:pt idx="192">
                  <c:v>0.1104</c:v>
                </c:pt>
                <c:pt idx="193">
                  <c:v>0.1699</c:v>
                </c:pt>
                <c:pt idx="194">
                  <c:v>-0.0883</c:v>
                </c:pt>
                <c:pt idx="195">
                  <c:v>-0.2325</c:v>
                </c:pt>
                <c:pt idx="196">
                  <c:v>0.034</c:v>
                </c:pt>
                <c:pt idx="197">
                  <c:v>0.282</c:v>
                </c:pt>
                <c:pt idx="198">
                  <c:v>0.0503</c:v>
                </c:pt>
                <c:pt idx="199">
                  <c:v>-0.3019</c:v>
                </c:pt>
              </c:numCache>
            </c:numRef>
          </c:yVal>
          <c:smooth val="0"/>
        </c:ser>
        <c:ser>
          <c:idx val="1"/>
          <c:order val="1"/>
          <c:tx>
            <c:strRef>
              <c:f>Sheet1!$C$1</c:f>
              <c:strCache>
                <c:ptCount val="1"/>
                <c:pt idx="0">
                  <c:v>Envelope e[n]</c:v>
                </c:pt>
              </c:strCache>
            </c:strRef>
          </c:tx>
          <c:spPr>
            <a:solidFill>
              <a:srgbClr val="F26B4F"/>
            </a:solidFill>
            <a:ln w="19050" cap="flat">
              <a:solidFill>
                <a:srgbClr val="F26B4F"/>
              </a:solidFill>
              <a:prstDash val="solid"/>
              <a:round/>
            </a:ln>
            <a:effectLst/>
          </c:spPr>
          <c:marker>
            <c:symbol val="none"/>
            <c:size val="6"/>
            <c:spPr>
              <a:solidFill>
                <a:srgbClr val="F26B4F"/>
              </a:solidFill>
              <a:ln w="9525" cap="flat">
                <a:solidFill>
                  <a:srgbClr val="F26B4F"/>
                </a:solidFill>
                <a:prstDash val="solid"/>
                <a:round/>
              </a:ln>
              <a:effectLst/>
            </c:spPr>
          </c:marker>
          <c:xVal>
            <c:numRef>
              <c:f>Sheet1!$A$2:$A$201</c:f>
              <c:numCache>
                <c:formatCode>General</c:formatCode>
                <c:ptCount val="200"/>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numCache>
            </c:numRef>
          </c:xVal>
          <c:yVal>
            <c:numRef>
              <c:f>Sheet1!$C$2:$C$201</c:f>
              <c:numCache>
                <c:formatCode>General</c:formatCode>
                <c:ptCount val="200"/>
                <c:pt idx="0">
                  <c:v>0.0421</c:v>
                </c:pt>
                <c:pt idx="1">
                  <c:v>0.0423</c:v>
                </c:pt>
                <c:pt idx="2">
                  <c:v>0.0412</c:v>
                </c:pt>
                <c:pt idx="3">
                  <c:v>0.0388</c:v>
                </c:pt>
                <c:pt idx="4">
                  <c:v>0.0348</c:v>
                </c:pt>
                <c:pt idx="5">
                  <c:v>0.0293</c:v>
                </c:pt>
                <c:pt idx="6">
                  <c:v>0.0223</c:v>
                </c:pt>
                <c:pt idx="7">
                  <c:v>0.014</c:v>
                </c:pt>
                <c:pt idx="8">
                  <c:v>0.0069</c:v>
                </c:pt>
                <c:pt idx="9">
                  <c:v>0.0125</c:v>
                </c:pt>
                <c:pt idx="10">
                  <c:v>0.0253</c:v>
                </c:pt>
                <c:pt idx="11">
                  <c:v>0.0403</c:v>
                </c:pt>
                <c:pt idx="12">
                  <c:v>0.0568</c:v>
                </c:pt>
                <c:pt idx="13">
                  <c:v>0.0745</c:v>
                </c:pt>
                <c:pt idx="14">
                  <c:v>0.0934</c:v>
                </c:pt>
                <c:pt idx="15">
                  <c:v>0.1131</c:v>
                </c:pt>
                <c:pt idx="16">
                  <c:v>0.1334</c:v>
                </c:pt>
                <c:pt idx="17">
                  <c:v>0.1541</c:v>
                </c:pt>
                <c:pt idx="18">
                  <c:v>0.1749</c:v>
                </c:pt>
                <c:pt idx="19">
                  <c:v>0.1956</c:v>
                </c:pt>
                <c:pt idx="20">
                  <c:v>0.2159</c:v>
                </c:pt>
                <c:pt idx="21">
                  <c:v>0.2357</c:v>
                </c:pt>
                <c:pt idx="22">
                  <c:v>0.2545</c:v>
                </c:pt>
                <c:pt idx="23">
                  <c:v>0.2721</c:v>
                </c:pt>
                <c:pt idx="24">
                  <c:v>0.2885</c:v>
                </c:pt>
                <c:pt idx="25">
                  <c:v>0.3032</c:v>
                </c:pt>
                <c:pt idx="26">
                  <c:v>0.3162</c:v>
                </c:pt>
                <c:pt idx="27">
                  <c:v>0.3273</c:v>
                </c:pt>
                <c:pt idx="28">
                  <c:v>0.3362</c:v>
                </c:pt>
                <c:pt idx="29">
                  <c:v>0.3431</c:v>
                </c:pt>
                <c:pt idx="30">
                  <c:v>0.3477</c:v>
                </c:pt>
                <c:pt idx="31">
                  <c:v>0.35</c:v>
                </c:pt>
                <c:pt idx="32">
                  <c:v>0.35</c:v>
                </c:pt>
                <c:pt idx="33">
                  <c:v>0.3478</c:v>
                </c:pt>
                <c:pt idx="34">
                  <c:v>0.3434</c:v>
                </c:pt>
                <c:pt idx="35">
                  <c:v>0.3369</c:v>
                </c:pt>
                <c:pt idx="36">
                  <c:v>0.3285</c:v>
                </c:pt>
                <c:pt idx="37">
                  <c:v>0.3182</c:v>
                </c:pt>
                <c:pt idx="38">
                  <c:v>0.3063</c:v>
                </c:pt>
                <c:pt idx="39">
                  <c:v>0.293</c:v>
                </c:pt>
                <c:pt idx="40">
                  <c:v>0.2784</c:v>
                </c:pt>
                <c:pt idx="41">
                  <c:v>0.2628</c:v>
                </c:pt>
                <c:pt idx="42">
                  <c:v>0.2465</c:v>
                </c:pt>
                <c:pt idx="43">
                  <c:v>0.2296</c:v>
                </c:pt>
                <c:pt idx="44">
                  <c:v>0.2125</c:v>
                </c:pt>
                <c:pt idx="45">
                  <c:v>0.1952</c:v>
                </c:pt>
                <c:pt idx="46">
                  <c:v>0.1781</c:v>
                </c:pt>
                <c:pt idx="47">
                  <c:v>0.1613</c:v>
                </c:pt>
                <c:pt idx="48">
                  <c:v>0.145</c:v>
                </c:pt>
                <c:pt idx="49">
                  <c:v>0.1293</c:v>
                </c:pt>
                <c:pt idx="50">
                  <c:v>0.1144</c:v>
                </c:pt>
                <c:pt idx="51">
                  <c:v>0.1005</c:v>
                </c:pt>
                <c:pt idx="52">
                  <c:v>0.0874</c:v>
                </c:pt>
                <c:pt idx="53">
                  <c:v>0.0754</c:v>
                </c:pt>
                <c:pt idx="54">
                  <c:v>0.0645</c:v>
                </c:pt>
                <c:pt idx="55">
                  <c:v>0.0546</c:v>
                </c:pt>
                <c:pt idx="56">
                  <c:v>0.0459</c:v>
                </c:pt>
                <c:pt idx="57">
                  <c:v>0.0382</c:v>
                </c:pt>
                <c:pt idx="58">
                  <c:v>0.0318</c:v>
                </c:pt>
                <c:pt idx="59">
                  <c:v>0.0265</c:v>
                </c:pt>
                <c:pt idx="60">
                  <c:v>0.0227</c:v>
                </c:pt>
                <c:pt idx="61">
                  <c:v>0.0203</c:v>
                </c:pt>
                <c:pt idx="62">
                  <c:v>0.0193</c:v>
                </c:pt>
                <c:pt idx="63">
                  <c:v>0.0194</c:v>
                </c:pt>
                <c:pt idx="64">
                  <c:v>0.0202</c:v>
                </c:pt>
                <c:pt idx="65">
                  <c:v>0.0212</c:v>
                </c:pt>
                <c:pt idx="66">
                  <c:v>0.0222</c:v>
                </c:pt>
                <c:pt idx="67">
                  <c:v>0.0229</c:v>
                </c:pt>
                <c:pt idx="68">
                  <c:v>0.0231</c:v>
                </c:pt>
                <c:pt idx="69">
                  <c:v>0.0229</c:v>
                </c:pt>
                <c:pt idx="70">
                  <c:v>0.0223</c:v>
                </c:pt>
                <c:pt idx="71">
                  <c:v>0.0212</c:v>
                </c:pt>
                <c:pt idx="72">
                  <c:v>0.0199</c:v>
                </c:pt>
                <c:pt idx="73">
                  <c:v>0.0187</c:v>
                </c:pt>
                <c:pt idx="74">
                  <c:v>0.0181</c:v>
                </c:pt>
                <c:pt idx="75">
                  <c:v>0.0185</c:v>
                </c:pt>
                <c:pt idx="76">
                  <c:v>0.0205</c:v>
                </c:pt>
                <c:pt idx="77">
                  <c:v>0.0238</c:v>
                </c:pt>
                <c:pt idx="78">
                  <c:v>0.0282</c:v>
                </c:pt>
                <c:pt idx="79">
                  <c:v>0.0332</c:v>
                </c:pt>
                <c:pt idx="80">
                  <c:v>0.0385</c:v>
                </c:pt>
                <c:pt idx="81">
                  <c:v>0.0438</c:v>
                </c:pt>
                <c:pt idx="82">
                  <c:v>0.0489</c:v>
                </c:pt>
                <c:pt idx="83">
                  <c:v>0.0534</c:v>
                </c:pt>
                <c:pt idx="84">
                  <c:v>0.0572</c:v>
                </c:pt>
                <c:pt idx="85">
                  <c:v>0.06</c:v>
                </c:pt>
                <c:pt idx="86">
                  <c:v>0.0617</c:v>
                </c:pt>
                <c:pt idx="87">
                  <c:v>0.0621</c:v>
                </c:pt>
                <c:pt idx="88">
                  <c:v>0.0611</c:v>
                </c:pt>
                <c:pt idx="89">
                  <c:v>0.0585</c:v>
                </c:pt>
                <c:pt idx="90">
                  <c:v>0.0545</c:v>
                </c:pt>
                <c:pt idx="91">
                  <c:v>0.0489</c:v>
                </c:pt>
                <c:pt idx="92">
                  <c:v>0.0423</c:v>
                </c:pt>
                <c:pt idx="93">
                  <c:v>0.0352</c:v>
                </c:pt>
                <c:pt idx="94">
                  <c:v>0.0296</c:v>
                </c:pt>
                <c:pt idx="95">
                  <c:v>0.029</c:v>
                </c:pt>
                <c:pt idx="96">
                  <c:v>0.0358</c:v>
                </c:pt>
                <c:pt idx="97">
                  <c:v>0.0486</c:v>
                </c:pt>
                <c:pt idx="98">
                  <c:v>0.065</c:v>
                </c:pt>
                <c:pt idx="99">
                  <c:v>0.0838</c:v>
                </c:pt>
                <c:pt idx="100">
                  <c:v>0.1041</c:v>
                </c:pt>
                <c:pt idx="101">
                  <c:v>0.1255</c:v>
                </c:pt>
                <c:pt idx="102">
                  <c:v>0.1476</c:v>
                </c:pt>
                <c:pt idx="103">
                  <c:v>0.1701</c:v>
                </c:pt>
                <c:pt idx="104">
                  <c:v>0.1926</c:v>
                </c:pt>
                <c:pt idx="105">
                  <c:v>0.2148</c:v>
                </c:pt>
                <c:pt idx="106">
                  <c:v>0.2365</c:v>
                </c:pt>
                <c:pt idx="107">
                  <c:v>0.2572</c:v>
                </c:pt>
                <c:pt idx="108">
                  <c:v>0.2768</c:v>
                </c:pt>
                <c:pt idx="109">
                  <c:v>0.2949</c:v>
                </c:pt>
                <c:pt idx="110">
                  <c:v>0.3114</c:v>
                </c:pt>
                <c:pt idx="111">
                  <c:v>0.326</c:v>
                </c:pt>
                <c:pt idx="112">
                  <c:v>0.3385</c:v>
                </c:pt>
                <c:pt idx="113">
                  <c:v>0.3489</c:v>
                </c:pt>
                <c:pt idx="114">
                  <c:v>0.357</c:v>
                </c:pt>
                <c:pt idx="115">
                  <c:v>0.3628</c:v>
                </c:pt>
                <c:pt idx="116">
                  <c:v>0.3662</c:v>
                </c:pt>
                <c:pt idx="117">
                  <c:v>0.3673</c:v>
                </c:pt>
                <c:pt idx="118">
                  <c:v>0.3661</c:v>
                </c:pt>
                <c:pt idx="119">
                  <c:v>0.3627</c:v>
                </c:pt>
                <c:pt idx="120">
                  <c:v>0.3574</c:v>
                </c:pt>
                <c:pt idx="121">
                  <c:v>0.3502</c:v>
                </c:pt>
                <c:pt idx="122">
                  <c:v>0.3414</c:v>
                </c:pt>
                <c:pt idx="123">
                  <c:v>0.3312</c:v>
                </c:pt>
                <c:pt idx="124">
                  <c:v>0.3199</c:v>
                </c:pt>
                <c:pt idx="125">
                  <c:v>0.3077</c:v>
                </c:pt>
                <c:pt idx="126">
                  <c:v>0.2948</c:v>
                </c:pt>
                <c:pt idx="127">
                  <c:v>0.2816</c:v>
                </c:pt>
                <c:pt idx="128">
                  <c:v>0.2683</c:v>
                </c:pt>
                <c:pt idx="129">
                  <c:v>0.2551</c:v>
                </c:pt>
                <c:pt idx="130">
                  <c:v>0.2421</c:v>
                </c:pt>
                <c:pt idx="131">
                  <c:v>0.2295</c:v>
                </c:pt>
                <c:pt idx="132">
                  <c:v>0.2174</c:v>
                </c:pt>
                <c:pt idx="133">
                  <c:v>0.2058</c:v>
                </c:pt>
                <c:pt idx="134">
                  <c:v>0.1947</c:v>
                </c:pt>
                <c:pt idx="135">
                  <c:v>0.1841</c:v>
                </c:pt>
                <c:pt idx="136">
                  <c:v>0.1739</c:v>
                </c:pt>
                <c:pt idx="137">
                  <c:v>0.164</c:v>
                </c:pt>
                <c:pt idx="138">
                  <c:v>0.1544</c:v>
                </c:pt>
                <c:pt idx="139">
                  <c:v>0.145</c:v>
                </c:pt>
                <c:pt idx="140">
                  <c:v>0.1359</c:v>
                </c:pt>
                <c:pt idx="141">
                  <c:v>0.1271</c:v>
                </c:pt>
                <c:pt idx="142">
                  <c:v>0.1187</c:v>
                </c:pt>
                <c:pt idx="143">
                  <c:v>0.1111</c:v>
                </c:pt>
                <c:pt idx="144">
                  <c:v>0.1046</c:v>
                </c:pt>
                <c:pt idx="145">
                  <c:v>0.0995</c:v>
                </c:pt>
                <c:pt idx="146">
                  <c:v>0.0963</c:v>
                </c:pt>
                <c:pt idx="147">
                  <c:v>0.0952</c:v>
                </c:pt>
                <c:pt idx="148">
                  <c:v>0.0964</c:v>
                </c:pt>
                <c:pt idx="149">
                  <c:v>0.0997</c:v>
                </c:pt>
                <c:pt idx="150">
                  <c:v>0.1046</c:v>
                </c:pt>
                <c:pt idx="151">
                  <c:v>0.1108</c:v>
                </c:pt>
                <c:pt idx="152">
                  <c:v>0.1176</c:v>
                </c:pt>
                <c:pt idx="153">
                  <c:v>0.1247</c:v>
                </c:pt>
                <c:pt idx="154">
                  <c:v>0.1315</c:v>
                </c:pt>
                <c:pt idx="155">
                  <c:v>0.1378</c:v>
                </c:pt>
                <c:pt idx="156">
                  <c:v>0.1432</c:v>
                </c:pt>
                <c:pt idx="157">
                  <c:v>0.1475</c:v>
                </c:pt>
                <c:pt idx="158">
                  <c:v>0.1507</c:v>
                </c:pt>
                <c:pt idx="159">
                  <c:v>0.1525</c:v>
                </c:pt>
                <c:pt idx="160">
                  <c:v>0.1529</c:v>
                </c:pt>
                <c:pt idx="161">
                  <c:v>0.152</c:v>
                </c:pt>
                <c:pt idx="162">
                  <c:v>0.1497</c:v>
                </c:pt>
                <c:pt idx="163">
                  <c:v>0.1461</c:v>
                </c:pt>
                <c:pt idx="164">
                  <c:v>0.1414</c:v>
                </c:pt>
                <c:pt idx="165">
                  <c:v>0.1356</c:v>
                </c:pt>
                <c:pt idx="166">
                  <c:v>0.129</c:v>
                </c:pt>
                <c:pt idx="167">
                  <c:v>0.1218</c:v>
                </c:pt>
                <c:pt idx="168">
                  <c:v>0.1142</c:v>
                </c:pt>
                <c:pt idx="169">
                  <c:v>0.1063</c:v>
                </c:pt>
                <c:pt idx="170">
                  <c:v>0.0985</c:v>
                </c:pt>
                <c:pt idx="171">
                  <c:v>0.0909</c:v>
                </c:pt>
                <c:pt idx="172">
                  <c:v>0.0837</c:v>
                </c:pt>
                <c:pt idx="173">
                  <c:v>0.0769</c:v>
                </c:pt>
                <c:pt idx="174">
                  <c:v>0.0706</c:v>
                </c:pt>
                <c:pt idx="175">
                  <c:v>0.0648</c:v>
                </c:pt>
                <c:pt idx="176">
                  <c:v>0.0593</c:v>
                </c:pt>
                <c:pt idx="177">
                  <c:v>0.054</c:v>
                </c:pt>
                <c:pt idx="178">
                  <c:v>0.0488</c:v>
                </c:pt>
                <c:pt idx="179">
                  <c:v>0.0437</c:v>
                </c:pt>
                <c:pt idx="180">
                  <c:v>0.0389</c:v>
                </c:pt>
                <c:pt idx="181">
                  <c:v>0.035</c:v>
                </c:pt>
                <c:pt idx="182">
                  <c:v>0.0331</c:v>
                </c:pt>
                <c:pt idx="183">
                  <c:v>0.0348</c:v>
                </c:pt>
                <c:pt idx="184">
                  <c:v>0.0409</c:v>
                </c:pt>
                <c:pt idx="185">
                  <c:v>0.051</c:v>
                </c:pt>
                <c:pt idx="186">
                  <c:v>0.0641</c:v>
                </c:pt>
                <c:pt idx="187">
                  <c:v>0.0795</c:v>
                </c:pt>
                <c:pt idx="188">
                  <c:v>0.0968</c:v>
                </c:pt>
                <c:pt idx="189">
                  <c:v>0.1155</c:v>
                </c:pt>
                <c:pt idx="190">
                  <c:v>0.1354</c:v>
                </c:pt>
                <c:pt idx="191">
                  <c:v>0.1561</c:v>
                </c:pt>
                <c:pt idx="192">
                  <c:v>0.1773</c:v>
                </c:pt>
                <c:pt idx="193">
                  <c:v>0.1988</c:v>
                </c:pt>
                <c:pt idx="194">
                  <c:v>0.2203</c:v>
                </c:pt>
                <c:pt idx="195">
                  <c:v>0.2415</c:v>
                </c:pt>
                <c:pt idx="196">
                  <c:v>0.2622</c:v>
                </c:pt>
                <c:pt idx="197">
                  <c:v>0.282</c:v>
                </c:pt>
                <c:pt idx="198">
                  <c:v>0.3008</c:v>
                </c:pt>
                <c:pt idx="199">
                  <c:v>0.3182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0"/>
          <c:min val="0"/>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Time (ms = millisecond)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At val="-0.4"/>
        <c:auto val="1"/>
        <c:lblAlgn val="ctr"/>
        <c:noMultiLvlLbl val="1"/>
        <c:majorUnit val="2"/>
      </c:valAx>
      <c:valAx>
        <c:axId val="2094734552"/>
        <c:scaling>
          <c:orientation val="minMax"/>
          <c:max val="0.4"/>
          <c:min val="-0.4"/>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Acceleration (g)</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At val="0"/>
        <c:crossBetween val="midCat"/>
        <c:majorUnit val="0.2"/>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Outer race</c:v>
                </c:pt>
              </c:strCache>
            </c:strRef>
          </c:tx>
          <c:spPr>
            <a:solidFill>
              <a:srgbClr val="F26B4F"/>
            </a:solidFill>
            <a:ln w="28575" cap="flat">
              <a:solidFill>
                <a:srgbClr val="F26B4F"/>
              </a:solidFill>
              <a:prstDash val="solid"/>
              <a:round/>
            </a:ln>
            <a:effectLst/>
          </c:spPr>
          <c:marker>
            <c:symbol val="circle"/>
            <c:size val="5"/>
            <c:spPr>
              <a:solidFill>
                <a:srgbClr val="F26B4F"/>
              </a:solidFill>
              <a:ln w="9525" cap="flat">
                <a:solidFill>
                  <a:srgbClr val="F26B4F"/>
                </a:solidFill>
                <a:prstDash val="solid"/>
                <a:round/>
              </a:ln>
              <a:effectLst/>
            </c:spPr>
          </c:marker>
          <c:xVal>
            <c:numRef>
              <c:f>Sheet1!$A$2:$A$26</c:f>
              <c:numCache>
                <c:formatCode>General</c:formatCode>
                <c:ptCount val="25"/>
                <c:pt idx="0">
                  <c:v>95</c:v>
                </c:pt>
                <c:pt idx="1">
                  <c:v>95.25</c:v>
                </c:pt>
                <c:pt idx="2">
                  <c:v>95.5</c:v>
                </c:pt>
                <c:pt idx="3">
                  <c:v>95.75</c:v>
                </c:pt>
                <c:pt idx="4">
                  <c:v>96</c:v>
                </c:pt>
                <c:pt idx="5">
                  <c:v>96.25</c:v>
                </c:pt>
                <c:pt idx="6">
                  <c:v>96.5</c:v>
                </c:pt>
                <c:pt idx="7">
                  <c:v>96.75</c:v>
                </c:pt>
                <c:pt idx="8">
                  <c:v>97</c:v>
                </c:pt>
                <c:pt idx="9">
                  <c:v>97.25</c:v>
                </c:pt>
                <c:pt idx="10">
                  <c:v>97.5</c:v>
                </c:pt>
                <c:pt idx="11">
                  <c:v>97.75</c:v>
                </c:pt>
                <c:pt idx="12">
                  <c:v>98</c:v>
                </c:pt>
                <c:pt idx="13">
                  <c:v>98.25</c:v>
                </c:pt>
                <c:pt idx="14">
                  <c:v>98.5</c:v>
                </c:pt>
                <c:pt idx="15">
                  <c:v>98.75</c:v>
                </c:pt>
                <c:pt idx="16">
                  <c:v>99</c:v>
                </c:pt>
                <c:pt idx="17">
                  <c:v>99.25</c:v>
                </c:pt>
                <c:pt idx="18">
                  <c:v>99.5</c:v>
                </c:pt>
                <c:pt idx="19">
                  <c:v>99.75</c:v>
                </c:pt>
                <c:pt idx="20">
                  <c:v>100</c:v>
                </c:pt>
                <c:pt idx="21">
                  <c:v>100.25</c:v>
                </c:pt>
                <c:pt idx="22">
                  <c:v>100.5</c:v>
                </c:pt>
                <c:pt idx="23">
                  <c:v>100.75</c:v>
                </c:pt>
                <c:pt idx="24">
                  <c:v>101</c:v>
                </c:pt>
              </c:numCache>
            </c:numRef>
          </c:xVal>
          <c:yVal>
            <c:numRef>
              <c:f>Sheet1!$B$2:$B$26</c:f>
              <c:numCache>
                <c:formatCode>General</c:formatCode>
                <c:ptCount val="25"/>
                <c:pt idx="0">
                  <c:v>0.121</c:v>
                </c:pt>
                <c:pt idx="1">
                  <c:v>0.375</c:v>
                </c:pt>
                <c:pt idx="2">
                  <c:v>0.483</c:v>
                </c:pt>
                <c:pt idx="3">
                  <c:v>0.26</c:v>
                </c:pt>
                <c:pt idx="4">
                  <c:v>0.313</c:v>
                </c:pt>
                <c:pt idx="5">
                  <c:v>0.893</c:v>
                </c:pt>
                <c:pt idx="6">
                  <c:v>1.162</c:v>
                </c:pt>
                <c:pt idx="7">
                  <c:v>1.213</c:v>
                </c:pt>
                <c:pt idx="8">
                  <c:v>1.668</c:v>
                </c:pt>
                <c:pt idx="9">
                  <c:v>2.604</c:v>
                </c:pt>
                <c:pt idx="10">
                  <c:v>2.625</c:v>
                </c:pt>
                <c:pt idx="11">
                  <c:v>2.542</c:v>
                </c:pt>
                <c:pt idx="12">
                  <c:v>1.785</c:v>
                </c:pt>
                <c:pt idx="13">
                  <c:v>1.276</c:v>
                </c:pt>
                <c:pt idx="14">
                  <c:v>1.163</c:v>
                </c:pt>
                <c:pt idx="15">
                  <c:v>0.84</c:v>
                </c:pt>
                <c:pt idx="16">
                  <c:v>0.335</c:v>
                </c:pt>
                <c:pt idx="17">
                  <c:v>0.537</c:v>
                </c:pt>
                <c:pt idx="18">
                  <c:v>0.405</c:v>
                </c:pt>
                <c:pt idx="19">
                  <c:v>0.129</c:v>
                </c:pt>
                <c:pt idx="20">
                  <c:v>0.487</c:v>
                </c:pt>
                <c:pt idx="21">
                  <c:v>0.527</c:v>
                </c:pt>
                <c:pt idx="22">
                  <c:v>0.527</c:v>
                </c:pt>
                <c:pt idx="23">
                  <c:v>0.386</c:v>
                </c:pt>
                <c:pt idx="24">
                  <c:v>0.32</c:v>
                </c:pt>
              </c:numCache>
            </c:numRef>
          </c:yVal>
          <c:smooth val="0"/>
        </c:ser>
        <c:ser>
          <c:idx val="1"/>
          <c:order val="1"/>
          <c:tx>
            <c:strRef>
              <c:f>Sheet1!$C$1</c:f>
              <c:strCache>
                <c:ptCount val="1"/>
                <c:pt idx="0">
                  <c:v>Inner race</c:v>
                </c:pt>
              </c:strCache>
            </c:strRef>
          </c:tx>
          <c:spPr>
            <a:solidFill>
              <a:srgbClr val="1F8A8A"/>
            </a:solidFill>
            <a:ln w="28575" cap="flat">
              <a:solidFill>
                <a:srgbClr val="1F8A8A"/>
              </a:solidFill>
              <a:prstDash val="solid"/>
              <a:round/>
            </a:ln>
            <a:effectLst/>
          </c:spPr>
          <c:marker>
            <c:symbol val="circle"/>
            <c:size val="5"/>
            <c:spPr>
              <a:solidFill>
                <a:srgbClr val="1F8A8A"/>
              </a:solidFill>
              <a:ln w="9525" cap="flat">
                <a:solidFill>
                  <a:srgbClr val="1F8A8A"/>
                </a:solidFill>
                <a:prstDash val="solid"/>
                <a:round/>
              </a:ln>
              <a:effectLst/>
            </c:spPr>
          </c:marker>
          <c:xVal>
            <c:numRef>
              <c:f>Sheet1!$A$2:$A$26</c:f>
              <c:numCache>
                <c:formatCode>General</c:formatCode>
                <c:ptCount val="25"/>
                <c:pt idx="0">
                  <c:v>95</c:v>
                </c:pt>
                <c:pt idx="1">
                  <c:v>95.25</c:v>
                </c:pt>
                <c:pt idx="2">
                  <c:v>95.5</c:v>
                </c:pt>
                <c:pt idx="3">
                  <c:v>95.75</c:v>
                </c:pt>
                <c:pt idx="4">
                  <c:v>96</c:v>
                </c:pt>
                <c:pt idx="5">
                  <c:v>96.25</c:v>
                </c:pt>
                <c:pt idx="6">
                  <c:v>96.5</c:v>
                </c:pt>
                <c:pt idx="7">
                  <c:v>96.75</c:v>
                </c:pt>
                <c:pt idx="8">
                  <c:v>97</c:v>
                </c:pt>
                <c:pt idx="9">
                  <c:v>97.25</c:v>
                </c:pt>
                <c:pt idx="10">
                  <c:v>97.5</c:v>
                </c:pt>
                <c:pt idx="11">
                  <c:v>97.75</c:v>
                </c:pt>
                <c:pt idx="12">
                  <c:v>98</c:v>
                </c:pt>
                <c:pt idx="13">
                  <c:v>98.25</c:v>
                </c:pt>
                <c:pt idx="14">
                  <c:v>98.5</c:v>
                </c:pt>
                <c:pt idx="15">
                  <c:v>98.75</c:v>
                </c:pt>
                <c:pt idx="16">
                  <c:v>99</c:v>
                </c:pt>
                <c:pt idx="17">
                  <c:v>99.25</c:v>
                </c:pt>
                <c:pt idx="18">
                  <c:v>99.5</c:v>
                </c:pt>
                <c:pt idx="19">
                  <c:v>99.75</c:v>
                </c:pt>
                <c:pt idx="20">
                  <c:v>100</c:v>
                </c:pt>
                <c:pt idx="21">
                  <c:v>100.25</c:v>
                </c:pt>
                <c:pt idx="22">
                  <c:v>100.5</c:v>
                </c:pt>
                <c:pt idx="23">
                  <c:v>100.75</c:v>
                </c:pt>
                <c:pt idx="24">
                  <c:v>101</c:v>
                </c:pt>
              </c:numCache>
            </c:numRef>
          </c:xVal>
          <c:yVal>
            <c:numRef>
              <c:f>Sheet1!$C$2:$C$26</c:f>
              <c:numCache>
                <c:formatCode>General</c:formatCode>
                <c:ptCount val="25"/>
                <c:pt idx="0">
                  <c:v>0.296</c:v>
                </c:pt>
                <c:pt idx="1">
                  <c:v>0.459</c:v>
                </c:pt>
                <c:pt idx="2">
                  <c:v>0.485</c:v>
                </c:pt>
                <c:pt idx="3">
                  <c:v>0.333</c:v>
                </c:pt>
                <c:pt idx="4">
                  <c:v>0.364</c:v>
                </c:pt>
                <c:pt idx="5">
                  <c:v>0.454</c:v>
                </c:pt>
                <c:pt idx="6">
                  <c:v>0.52</c:v>
                </c:pt>
                <c:pt idx="7">
                  <c:v>0.506</c:v>
                </c:pt>
                <c:pt idx="8">
                  <c:v>0.661</c:v>
                </c:pt>
                <c:pt idx="9">
                  <c:v>0.636</c:v>
                </c:pt>
                <c:pt idx="10">
                  <c:v>0.467</c:v>
                </c:pt>
                <c:pt idx="11">
                  <c:v>0.678</c:v>
                </c:pt>
                <c:pt idx="12">
                  <c:v>0.532</c:v>
                </c:pt>
                <c:pt idx="13">
                  <c:v>0.399</c:v>
                </c:pt>
                <c:pt idx="14">
                  <c:v>0.361</c:v>
                </c:pt>
                <c:pt idx="15">
                  <c:v>0.38</c:v>
                </c:pt>
                <c:pt idx="16">
                  <c:v>0.428</c:v>
                </c:pt>
                <c:pt idx="17">
                  <c:v>0.311</c:v>
                </c:pt>
                <c:pt idx="18">
                  <c:v>0.227</c:v>
                </c:pt>
                <c:pt idx="19">
                  <c:v>0.284</c:v>
                </c:pt>
                <c:pt idx="20">
                  <c:v>0.272</c:v>
                </c:pt>
                <c:pt idx="21">
                  <c:v>0.425</c:v>
                </c:pt>
                <c:pt idx="22">
                  <c:v>0.38</c:v>
                </c:pt>
                <c:pt idx="23">
                  <c:v>0.308</c:v>
                </c:pt>
                <c:pt idx="24">
                  <c:v>0.423</c:v>
                </c:pt>
              </c:numCache>
            </c:numRef>
          </c:yVal>
          <c:smooth val="0"/>
        </c:ser>
        <c:ser>
          <c:idx val="2"/>
          <c:order val="2"/>
          <c:tx>
            <c:strRef>
              <c:f>Sheet1!$D$1</c:f>
              <c:strCache>
                <c:ptCount val="1"/>
                <c:pt idx="0">
                  <c:v>Rolling element</c:v>
                </c:pt>
              </c:strCache>
            </c:strRef>
          </c:tx>
          <c:spPr>
            <a:solidFill>
              <a:srgbClr val="5E6E70"/>
            </a:solidFill>
            <a:ln w="28575" cap="flat">
              <a:solidFill>
                <a:srgbClr val="5E6E70"/>
              </a:solidFill>
              <a:prstDash val="solid"/>
              <a:round/>
            </a:ln>
            <a:effectLst/>
          </c:spPr>
          <c:marker>
            <c:symbol val="circle"/>
            <c:size val="5"/>
            <c:spPr>
              <a:solidFill>
                <a:srgbClr val="5E6E70"/>
              </a:solidFill>
              <a:ln w="9525" cap="flat">
                <a:solidFill>
                  <a:srgbClr val="5E6E70"/>
                </a:solidFill>
                <a:prstDash val="solid"/>
                <a:round/>
              </a:ln>
              <a:effectLst/>
            </c:spPr>
          </c:marker>
          <c:xVal>
            <c:numRef>
              <c:f>Sheet1!$A$2:$A$26</c:f>
              <c:numCache>
                <c:formatCode>General</c:formatCode>
                <c:ptCount val="25"/>
                <c:pt idx="0">
                  <c:v>95</c:v>
                </c:pt>
                <c:pt idx="1">
                  <c:v>95.25</c:v>
                </c:pt>
                <c:pt idx="2">
                  <c:v>95.5</c:v>
                </c:pt>
                <c:pt idx="3">
                  <c:v>95.75</c:v>
                </c:pt>
                <c:pt idx="4">
                  <c:v>96</c:v>
                </c:pt>
                <c:pt idx="5">
                  <c:v>96.25</c:v>
                </c:pt>
                <c:pt idx="6">
                  <c:v>96.5</c:v>
                </c:pt>
                <c:pt idx="7">
                  <c:v>96.75</c:v>
                </c:pt>
                <c:pt idx="8">
                  <c:v>97</c:v>
                </c:pt>
                <c:pt idx="9">
                  <c:v>97.25</c:v>
                </c:pt>
                <c:pt idx="10">
                  <c:v>97.5</c:v>
                </c:pt>
                <c:pt idx="11">
                  <c:v>97.75</c:v>
                </c:pt>
                <c:pt idx="12">
                  <c:v>98</c:v>
                </c:pt>
                <c:pt idx="13">
                  <c:v>98.25</c:v>
                </c:pt>
                <c:pt idx="14">
                  <c:v>98.5</c:v>
                </c:pt>
                <c:pt idx="15">
                  <c:v>98.75</c:v>
                </c:pt>
                <c:pt idx="16">
                  <c:v>99</c:v>
                </c:pt>
                <c:pt idx="17">
                  <c:v>99.25</c:v>
                </c:pt>
                <c:pt idx="18">
                  <c:v>99.5</c:v>
                </c:pt>
                <c:pt idx="19">
                  <c:v>99.75</c:v>
                </c:pt>
                <c:pt idx="20">
                  <c:v>100</c:v>
                </c:pt>
                <c:pt idx="21">
                  <c:v>100.25</c:v>
                </c:pt>
                <c:pt idx="22">
                  <c:v>100.5</c:v>
                </c:pt>
                <c:pt idx="23">
                  <c:v>100.75</c:v>
                </c:pt>
                <c:pt idx="24">
                  <c:v>101</c:v>
                </c:pt>
              </c:numCache>
            </c:numRef>
          </c:xVal>
          <c:yVal>
            <c:numRef>
              <c:f>Sheet1!$D$2:$D$26</c:f>
              <c:numCache>
                <c:formatCode>General</c:formatCode>
                <c:ptCount val="25"/>
                <c:pt idx="0">
                  <c:v>0.522</c:v>
                </c:pt>
                <c:pt idx="1">
                  <c:v>0.578</c:v>
                </c:pt>
                <c:pt idx="2">
                  <c:v>0.62</c:v>
                </c:pt>
                <c:pt idx="3">
                  <c:v>0.409</c:v>
                </c:pt>
                <c:pt idx="4">
                  <c:v>0.354</c:v>
                </c:pt>
                <c:pt idx="5">
                  <c:v>0.385</c:v>
                </c:pt>
                <c:pt idx="6">
                  <c:v>0.388</c:v>
                </c:pt>
                <c:pt idx="7">
                  <c:v>0.415</c:v>
                </c:pt>
                <c:pt idx="8">
                  <c:v>0.59</c:v>
                </c:pt>
                <c:pt idx="9">
                  <c:v>0.59</c:v>
                </c:pt>
                <c:pt idx="10">
                  <c:v>0.238</c:v>
                </c:pt>
                <c:pt idx="11">
                  <c:v>0.233</c:v>
                </c:pt>
                <c:pt idx="12">
                  <c:v>0.271</c:v>
                </c:pt>
                <c:pt idx="13">
                  <c:v>0.276</c:v>
                </c:pt>
                <c:pt idx="14">
                  <c:v>0.427</c:v>
                </c:pt>
                <c:pt idx="15">
                  <c:v>0.468</c:v>
                </c:pt>
                <c:pt idx="16">
                  <c:v>0.392</c:v>
                </c:pt>
                <c:pt idx="17">
                  <c:v>0.414</c:v>
                </c:pt>
                <c:pt idx="18">
                  <c:v>0.436</c:v>
                </c:pt>
                <c:pt idx="19">
                  <c:v>0.4</c:v>
                </c:pt>
                <c:pt idx="20">
                  <c:v>0.244</c:v>
                </c:pt>
                <c:pt idx="21">
                  <c:v>0.233</c:v>
                </c:pt>
                <c:pt idx="22">
                  <c:v>0.35</c:v>
                </c:pt>
                <c:pt idx="23">
                  <c:v>0.228</c:v>
                </c:pt>
                <c:pt idx="24">
                  <c:v>0.375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01"/>
          <c:min val="95"/>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Assumed shaft speed (% of 2,000 rpm)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At val="autoZero"/>
        <c:auto val="1"/>
        <c:lblAlgn val="ctr"/>
        <c:noMultiLvlLbl val="1"/>
        <c:majorUnit val="1"/>
      </c:valAx>
      <c:valAx>
        <c:axId val="2094734552"/>
        <c:scaling>
          <c:orientation val="minMax"/>
          <c:max val="3"/>
          <c:min val="0"/>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Comb score (log peak ÷ noise)</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At val="95"/>
        <c:crossBetween val="midCat"/>
        <c:majorUnit val="1"/>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Outer race</c:v>
                </c:pt>
              </c:strCache>
            </c:strRef>
          </c:tx>
          <c:spPr>
            <a:solidFill>
              <a:srgbClr val="F26B4F"/>
            </a:solidFill>
            <a:ln w="22225" cap="flat">
              <a:solidFill>
                <a:srgbClr val="F26B4F"/>
              </a:solidFill>
              <a:prstDash val="solid"/>
              <a:round/>
            </a:ln>
            <a:effectLst/>
          </c:spPr>
          <c:marker>
            <c:symbol val="none"/>
            <c:size val="6"/>
            <c:spPr>
              <a:solidFill>
                <a:srgbClr val="F26B4F"/>
              </a:solidFill>
              <a:ln w="9525" cap="flat">
                <a:solidFill>
                  <a:srgbClr val="F26B4F"/>
                </a:solidFill>
                <a:prstDash val="solid"/>
                <a:round/>
              </a:ln>
              <a:effectLst/>
            </c:spPr>
          </c:marker>
          <c:xVal>
            <c:numRef>
              <c:f>Sheet1!$A$2:$A$452</c:f>
              <c:numCache>
                <c:formatCode>General</c:formatCode>
                <c:ptCount val="451"/>
                <c:pt idx="0">
                  <c:v>-150</c:v>
                </c:pt>
                <c:pt idx="1">
                  <c:v>-149.67</c:v>
                </c:pt>
                <c:pt idx="2">
                  <c:v>-149.33</c:v>
                </c:pt>
                <c:pt idx="3">
                  <c:v>-149</c:v>
                </c:pt>
                <c:pt idx="4">
                  <c:v>-148.67</c:v>
                </c:pt>
                <c:pt idx="5">
                  <c:v>-148.33</c:v>
                </c:pt>
                <c:pt idx="6">
                  <c:v>-148</c:v>
                </c:pt>
                <c:pt idx="7">
                  <c:v>-147.67</c:v>
                </c:pt>
                <c:pt idx="8">
                  <c:v>-147.33</c:v>
                </c:pt>
                <c:pt idx="9">
                  <c:v>-147</c:v>
                </c:pt>
                <c:pt idx="10">
                  <c:v>-146.67</c:v>
                </c:pt>
                <c:pt idx="11">
                  <c:v>-146.33</c:v>
                </c:pt>
                <c:pt idx="12">
                  <c:v>-146</c:v>
                </c:pt>
                <c:pt idx="13">
                  <c:v>-145.67</c:v>
                </c:pt>
                <c:pt idx="14">
                  <c:v>-145.33</c:v>
                </c:pt>
                <c:pt idx="15">
                  <c:v>-145</c:v>
                </c:pt>
                <c:pt idx="16">
                  <c:v>-144.67</c:v>
                </c:pt>
                <c:pt idx="17">
                  <c:v>-144.33</c:v>
                </c:pt>
                <c:pt idx="18">
                  <c:v>-144</c:v>
                </c:pt>
                <c:pt idx="19">
                  <c:v>-143.67</c:v>
                </c:pt>
                <c:pt idx="20">
                  <c:v>-143.33</c:v>
                </c:pt>
                <c:pt idx="21">
                  <c:v>-143</c:v>
                </c:pt>
                <c:pt idx="22">
                  <c:v>-142.67</c:v>
                </c:pt>
                <c:pt idx="23">
                  <c:v>-142.33</c:v>
                </c:pt>
                <c:pt idx="24">
                  <c:v>-142</c:v>
                </c:pt>
                <c:pt idx="25">
                  <c:v>-141.67</c:v>
                </c:pt>
                <c:pt idx="26">
                  <c:v>-141.33</c:v>
                </c:pt>
                <c:pt idx="27">
                  <c:v>-141</c:v>
                </c:pt>
                <c:pt idx="28">
                  <c:v>-140.67</c:v>
                </c:pt>
                <c:pt idx="29">
                  <c:v>-140.33</c:v>
                </c:pt>
                <c:pt idx="30">
                  <c:v>-140</c:v>
                </c:pt>
                <c:pt idx="31">
                  <c:v>-139.67</c:v>
                </c:pt>
                <c:pt idx="32">
                  <c:v>-139.33</c:v>
                </c:pt>
                <c:pt idx="33">
                  <c:v>-139</c:v>
                </c:pt>
                <c:pt idx="34">
                  <c:v>-138.67</c:v>
                </c:pt>
                <c:pt idx="35">
                  <c:v>-138.33</c:v>
                </c:pt>
                <c:pt idx="36">
                  <c:v>-138</c:v>
                </c:pt>
                <c:pt idx="37">
                  <c:v>-137.67</c:v>
                </c:pt>
                <c:pt idx="38">
                  <c:v>-137.33</c:v>
                </c:pt>
                <c:pt idx="39">
                  <c:v>-137</c:v>
                </c:pt>
                <c:pt idx="40">
                  <c:v>-136.67</c:v>
                </c:pt>
                <c:pt idx="41">
                  <c:v>-136.33</c:v>
                </c:pt>
                <c:pt idx="42">
                  <c:v>-136</c:v>
                </c:pt>
                <c:pt idx="43">
                  <c:v>-135.67</c:v>
                </c:pt>
                <c:pt idx="44">
                  <c:v>-135.33</c:v>
                </c:pt>
                <c:pt idx="45">
                  <c:v>-135</c:v>
                </c:pt>
                <c:pt idx="46">
                  <c:v>-134.67</c:v>
                </c:pt>
                <c:pt idx="47">
                  <c:v>-134.33</c:v>
                </c:pt>
                <c:pt idx="48">
                  <c:v>-134</c:v>
                </c:pt>
                <c:pt idx="49">
                  <c:v>-133.67</c:v>
                </c:pt>
                <c:pt idx="50">
                  <c:v>-133.33</c:v>
                </c:pt>
                <c:pt idx="51">
                  <c:v>-133</c:v>
                </c:pt>
                <c:pt idx="52">
                  <c:v>-132.67</c:v>
                </c:pt>
                <c:pt idx="53">
                  <c:v>-132.33</c:v>
                </c:pt>
                <c:pt idx="54">
                  <c:v>-132</c:v>
                </c:pt>
                <c:pt idx="55">
                  <c:v>-131.67</c:v>
                </c:pt>
                <c:pt idx="56">
                  <c:v>-131.33</c:v>
                </c:pt>
                <c:pt idx="57">
                  <c:v>-131</c:v>
                </c:pt>
                <c:pt idx="58">
                  <c:v>-130.67</c:v>
                </c:pt>
                <c:pt idx="59">
                  <c:v>-130.33</c:v>
                </c:pt>
                <c:pt idx="60">
                  <c:v>-130</c:v>
                </c:pt>
                <c:pt idx="61">
                  <c:v>-129.67</c:v>
                </c:pt>
                <c:pt idx="62">
                  <c:v>-129.33</c:v>
                </c:pt>
                <c:pt idx="63">
                  <c:v>-129</c:v>
                </c:pt>
                <c:pt idx="64">
                  <c:v>-128.67</c:v>
                </c:pt>
                <c:pt idx="65">
                  <c:v>-128.33</c:v>
                </c:pt>
                <c:pt idx="66">
                  <c:v>-128</c:v>
                </c:pt>
                <c:pt idx="67">
                  <c:v>-127.67</c:v>
                </c:pt>
                <c:pt idx="68">
                  <c:v>-127.33</c:v>
                </c:pt>
                <c:pt idx="69">
                  <c:v>-127</c:v>
                </c:pt>
                <c:pt idx="70">
                  <c:v>-126.67</c:v>
                </c:pt>
                <c:pt idx="71">
                  <c:v>-126.33</c:v>
                </c:pt>
                <c:pt idx="72">
                  <c:v>-126</c:v>
                </c:pt>
                <c:pt idx="73">
                  <c:v>-125.67</c:v>
                </c:pt>
                <c:pt idx="74">
                  <c:v>-125.33</c:v>
                </c:pt>
                <c:pt idx="75">
                  <c:v>-125</c:v>
                </c:pt>
                <c:pt idx="76">
                  <c:v>-124.67</c:v>
                </c:pt>
                <c:pt idx="77">
                  <c:v>-124.33</c:v>
                </c:pt>
                <c:pt idx="78">
                  <c:v>-124</c:v>
                </c:pt>
                <c:pt idx="79">
                  <c:v>-123.67</c:v>
                </c:pt>
                <c:pt idx="80">
                  <c:v>-123.33</c:v>
                </c:pt>
                <c:pt idx="81">
                  <c:v>-123</c:v>
                </c:pt>
                <c:pt idx="82">
                  <c:v>-122.67</c:v>
                </c:pt>
                <c:pt idx="83">
                  <c:v>-122.33</c:v>
                </c:pt>
                <c:pt idx="84">
                  <c:v>-122</c:v>
                </c:pt>
                <c:pt idx="85">
                  <c:v>-121.67</c:v>
                </c:pt>
                <c:pt idx="86">
                  <c:v>-121.33</c:v>
                </c:pt>
                <c:pt idx="87">
                  <c:v>-121</c:v>
                </c:pt>
                <c:pt idx="88">
                  <c:v>-120.67</c:v>
                </c:pt>
                <c:pt idx="89">
                  <c:v>-120.33</c:v>
                </c:pt>
                <c:pt idx="90">
                  <c:v>-120</c:v>
                </c:pt>
                <c:pt idx="91">
                  <c:v>-119.67</c:v>
                </c:pt>
                <c:pt idx="92">
                  <c:v>-119.33</c:v>
                </c:pt>
                <c:pt idx="93">
                  <c:v>-119</c:v>
                </c:pt>
                <c:pt idx="94">
                  <c:v>-118.67</c:v>
                </c:pt>
                <c:pt idx="95">
                  <c:v>-118.33</c:v>
                </c:pt>
                <c:pt idx="96">
                  <c:v>-118</c:v>
                </c:pt>
                <c:pt idx="97">
                  <c:v>-117.67</c:v>
                </c:pt>
                <c:pt idx="98">
                  <c:v>-117.33</c:v>
                </c:pt>
                <c:pt idx="99">
                  <c:v>-117</c:v>
                </c:pt>
                <c:pt idx="100">
                  <c:v>-116.67</c:v>
                </c:pt>
                <c:pt idx="101">
                  <c:v>-116.33</c:v>
                </c:pt>
                <c:pt idx="102">
                  <c:v>-116</c:v>
                </c:pt>
                <c:pt idx="103">
                  <c:v>-115.67</c:v>
                </c:pt>
                <c:pt idx="104">
                  <c:v>-115.33</c:v>
                </c:pt>
                <c:pt idx="105">
                  <c:v>-115</c:v>
                </c:pt>
                <c:pt idx="106">
                  <c:v>-114.67</c:v>
                </c:pt>
                <c:pt idx="107">
                  <c:v>-114.33</c:v>
                </c:pt>
                <c:pt idx="108">
                  <c:v>-114</c:v>
                </c:pt>
                <c:pt idx="109">
                  <c:v>-113.67</c:v>
                </c:pt>
                <c:pt idx="110">
                  <c:v>-113.33</c:v>
                </c:pt>
                <c:pt idx="111">
                  <c:v>-113</c:v>
                </c:pt>
                <c:pt idx="112">
                  <c:v>-112.67</c:v>
                </c:pt>
                <c:pt idx="113">
                  <c:v>-112.33</c:v>
                </c:pt>
                <c:pt idx="114">
                  <c:v>-112</c:v>
                </c:pt>
                <c:pt idx="115">
                  <c:v>-111.67</c:v>
                </c:pt>
                <c:pt idx="116">
                  <c:v>-111.33</c:v>
                </c:pt>
                <c:pt idx="117">
                  <c:v>-111</c:v>
                </c:pt>
                <c:pt idx="118">
                  <c:v>-110.67</c:v>
                </c:pt>
                <c:pt idx="119">
                  <c:v>-110.33</c:v>
                </c:pt>
                <c:pt idx="120">
                  <c:v>-110</c:v>
                </c:pt>
                <c:pt idx="121">
                  <c:v>-109.67</c:v>
                </c:pt>
                <c:pt idx="122">
                  <c:v>-109.33</c:v>
                </c:pt>
                <c:pt idx="123">
                  <c:v>-109</c:v>
                </c:pt>
                <c:pt idx="124">
                  <c:v>-108.67</c:v>
                </c:pt>
                <c:pt idx="125">
                  <c:v>-108.33</c:v>
                </c:pt>
                <c:pt idx="126">
                  <c:v>-108</c:v>
                </c:pt>
                <c:pt idx="127">
                  <c:v>-107.67</c:v>
                </c:pt>
                <c:pt idx="128">
                  <c:v>-107.33</c:v>
                </c:pt>
                <c:pt idx="129">
                  <c:v>-107</c:v>
                </c:pt>
                <c:pt idx="130">
                  <c:v>-106.67</c:v>
                </c:pt>
                <c:pt idx="131">
                  <c:v>-106.33</c:v>
                </c:pt>
                <c:pt idx="132">
                  <c:v>-106</c:v>
                </c:pt>
                <c:pt idx="133">
                  <c:v>-105.67</c:v>
                </c:pt>
                <c:pt idx="134">
                  <c:v>-105.33</c:v>
                </c:pt>
                <c:pt idx="135">
                  <c:v>-105</c:v>
                </c:pt>
                <c:pt idx="136">
                  <c:v>-104.67</c:v>
                </c:pt>
                <c:pt idx="137">
                  <c:v>-104.33</c:v>
                </c:pt>
                <c:pt idx="138">
                  <c:v>-104</c:v>
                </c:pt>
                <c:pt idx="139">
                  <c:v>-103.67</c:v>
                </c:pt>
                <c:pt idx="140">
                  <c:v>-103.33</c:v>
                </c:pt>
                <c:pt idx="141">
                  <c:v>-103</c:v>
                </c:pt>
                <c:pt idx="142">
                  <c:v>-102.67</c:v>
                </c:pt>
                <c:pt idx="143">
                  <c:v>-102.33</c:v>
                </c:pt>
                <c:pt idx="144">
                  <c:v>-102</c:v>
                </c:pt>
                <c:pt idx="145">
                  <c:v>-101.67</c:v>
                </c:pt>
                <c:pt idx="146">
                  <c:v>-101.33</c:v>
                </c:pt>
                <c:pt idx="147">
                  <c:v>-101</c:v>
                </c:pt>
                <c:pt idx="148">
                  <c:v>-100.67</c:v>
                </c:pt>
                <c:pt idx="149">
                  <c:v>-100.33</c:v>
                </c:pt>
                <c:pt idx="150">
                  <c:v>-100</c:v>
                </c:pt>
                <c:pt idx="151">
                  <c:v>-99.67</c:v>
                </c:pt>
                <c:pt idx="152">
                  <c:v>-99.33</c:v>
                </c:pt>
                <c:pt idx="153">
                  <c:v>-99</c:v>
                </c:pt>
                <c:pt idx="154">
                  <c:v>-98.67</c:v>
                </c:pt>
                <c:pt idx="155">
                  <c:v>-98.33</c:v>
                </c:pt>
                <c:pt idx="156">
                  <c:v>-98</c:v>
                </c:pt>
                <c:pt idx="157">
                  <c:v>-97.67</c:v>
                </c:pt>
                <c:pt idx="158">
                  <c:v>-97.33</c:v>
                </c:pt>
                <c:pt idx="159">
                  <c:v>-97</c:v>
                </c:pt>
                <c:pt idx="160">
                  <c:v>-96.67</c:v>
                </c:pt>
                <c:pt idx="161">
                  <c:v>-96.33</c:v>
                </c:pt>
                <c:pt idx="162">
                  <c:v>-96</c:v>
                </c:pt>
                <c:pt idx="163">
                  <c:v>-95.67</c:v>
                </c:pt>
                <c:pt idx="164">
                  <c:v>-95.33</c:v>
                </c:pt>
                <c:pt idx="165">
                  <c:v>-95</c:v>
                </c:pt>
                <c:pt idx="166">
                  <c:v>-94.67</c:v>
                </c:pt>
                <c:pt idx="167">
                  <c:v>-94.33</c:v>
                </c:pt>
                <c:pt idx="168">
                  <c:v>-94</c:v>
                </c:pt>
                <c:pt idx="169">
                  <c:v>-93.67</c:v>
                </c:pt>
                <c:pt idx="170">
                  <c:v>-93.33</c:v>
                </c:pt>
                <c:pt idx="171">
                  <c:v>-93</c:v>
                </c:pt>
                <c:pt idx="172">
                  <c:v>-92.67</c:v>
                </c:pt>
                <c:pt idx="173">
                  <c:v>-92.33</c:v>
                </c:pt>
                <c:pt idx="174">
                  <c:v>-92</c:v>
                </c:pt>
                <c:pt idx="175">
                  <c:v>-91.67</c:v>
                </c:pt>
                <c:pt idx="176">
                  <c:v>-91.33</c:v>
                </c:pt>
                <c:pt idx="177">
                  <c:v>-91</c:v>
                </c:pt>
                <c:pt idx="178">
                  <c:v>-90.67</c:v>
                </c:pt>
                <c:pt idx="179">
                  <c:v>-90.33</c:v>
                </c:pt>
                <c:pt idx="180">
                  <c:v>-90</c:v>
                </c:pt>
                <c:pt idx="181">
                  <c:v>-89.67</c:v>
                </c:pt>
                <c:pt idx="182">
                  <c:v>-89.33</c:v>
                </c:pt>
                <c:pt idx="183">
                  <c:v>-89</c:v>
                </c:pt>
                <c:pt idx="184">
                  <c:v>-88.67</c:v>
                </c:pt>
                <c:pt idx="185">
                  <c:v>-88.33</c:v>
                </c:pt>
                <c:pt idx="186">
                  <c:v>-88</c:v>
                </c:pt>
                <c:pt idx="187">
                  <c:v>-87.67</c:v>
                </c:pt>
                <c:pt idx="188">
                  <c:v>-87.33</c:v>
                </c:pt>
                <c:pt idx="189">
                  <c:v>-87</c:v>
                </c:pt>
                <c:pt idx="190">
                  <c:v>-86.67</c:v>
                </c:pt>
                <c:pt idx="191">
                  <c:v>-86.33</c:v>
                </c:pt>
                <c:pt idx="192">
                  <c:v>-86</c:v>
                </c:pt>
                <c:pt idx="193">
                  <c:v>-85.67</c:v>
                </c:pt>
                <c:pt idx="194">
                  <c:v>-85.33</c:v>
                </c:pt>
                <c:pt idx="195">
                  <c:v>-85</c:v>
                </c:pt>
                <c:pt idx="196">
                  <c:v>-84.67</c:v>
                </c:pt>
                <c:pt idx="197">
                  <c:v>-84.33</c:v>
                </c:pt>
                <c:pt idx="198">
                  <c:v>-84</c:v>
                </c:pt>
                <c:pt idx="199">
                  <c:v>-83.67</c:v>
                </c:pt>
                <c:pt idx="200">
                  <c:v>-83.33</c:v>
                </c:pt>
                <c:pt idx="201">
                  <c:v>-83</c:v>
                </c:pt>
                <c:pt idx="202">
                  <c:v>-82.67</c:v>
                </c:pt>
                <c:pt idx="203">
                  <c:v>-82.33</c:v>
                </c:pt>
                <c:pt idx="204">
                  <c:v>-82</c:v>
                </c:pt>
                <c:pt idx="205">
                  <c:v>-81.67</c:v>
                </c:pt>
                <c:pt idx="206">
                  <c:v>-81.33</c:v>
                </c:pt>
                <c:pt idx="207">
                  <c:v>-81</c:v>
                </c:pt>
                <c:pt idx="208">
                  <c:v>-80.67</c:v>
                </c:pt>
                <c:pt idx="209">
                  <c:v>-80.33</c:v>
                </c:pt>
                <c:pt idx="210">
                  <c:v>-80</c:v>
                </c:pt>
                <c:pt idx="211">
                  <c:v>-79.67</c:v>
                </c:pt>
                <c:pt idx="212">
                  <c:v>-79.33</c:v>
                </c:pt>
                <c:pt idx="213">
                  <c:v>-79</c:v>
                </c:pt>
                <c:pt idx="214">
                  <c:v>-78.67</c:v>
                </c:pt>
                <c:pt idx="215">
                  <c:v>-78.33</c:v>
                </c:pt>
                <c:pt idx="216">
                  <c:v>-78</c:v>
                </c:pt>
                <c:pt idx="217">
                  <c:v>-77.67</c:v>
                </c:pt>
                <c:pt idx="218">
                  <c:v>-77.33</c:v>
                </c:pt>
                <c:pt idx="219">
                  <c:v>-77</c:v>
                </c:pt>
                <c:pt idx="220">
                  <c:v>-76.67</c:v>
                </c:pt>
                <c:pt idx="221">
                  <c:v>-76.33</c:v>
                </c:pt>
                <c:pt idx="222">
                  <c:v>-76</c:v>
                </c:pt>
                <c:pt idx="223">
                  <c:v>-75.67</c:v>
                </c:pt>
                <c:pt idx="224">
                  <c:v>-75.33</c:v>
                </c:pt>
                <c:pt idx="225">
                  <c:v>-75</c:v>
                </c:pt>
                <c:pt idx="226">
                  <c:v>-74.67</c:v>
                </c:pt>
                <c:pt idx="227">
                  <c:v>-74.33</c:v>
                </c:pt>
                <c:pt idx="228">
                  <c:v>-74</c:v>
                </c:pt>
                <c:pt idx="229">
                  <c:v>-73.67</c:v>
                </c:pt>
                <c:pt idx="230">
                  <c:v>-73.33</c:v>
                </c:pt>
                <c:pt idx="231">
                  <c:v>-73</c:v>
                </c:pt>
                <c:pt idx="232">
                  <c:v>-72.67</c:v>
                </c:pt>
                <c:pt idx="233">
                  <c:v>-72.33</c:v>
                </c:pt>
                <c:pt idx="234">
                  <c:v>-72</c:v>
                </c:pt>
                <c:pt idx="235">
                  <c:v>-71.67</c:v>
                </c:pt>
                <c:pt idx="236">
                  <c:v>-71.33</c:v>
                </c:pt>
                <c:pt idx="237">
                  <c:v>-71</c:v>
                </c:pt>
                <c:pt idx="238">
                  <c:v>-70.67</c:v>
                </c:pt>
                <c:pt idx="239">
                  <c:v>-70.33</c:v>
                </c:pt>
                <c:pt idx="240">
                  <c:v>-70</c:v>
                </c:pt>
                <c:pt idx="241">
                  <c:v>-69.67</c:v>
                </c:pt>
                <c:pt idx="242">
                  <c:v>-69.33</c:v>
                </c:pt>
                <c:pt idx="243">
                  <c:v>-69</c:v>
                </c:pt>
                <c:pt idx="244">
                  <c:v>-68.67</c:v>
                </c:pt>
                <c:pt idx="245">
                  <c:v>-68.33</c:v>
                </c:pt>
                <c:pt idx="246">
                  <c:v>-68</c:v>
                </c:pt>
                <c:pt idx="247">
                  <c:v>-67.67</c:v>
                </c:pt>
                <c:pt idx="248">
                  <c:v>-67.33</c:v>
                </c:pt>
                <c:pt idx="249">
                  <c:v>-67</c:v>
                </c:pt>
                <c:pt idx="250">
                  <c:v>-66.67</c:v>
                </c:pt>
                <c:pt idx="251">
                  <c:v>-66.33</c:v>
                </c:pt>
                <c:pt idx="252">
                  <c:v>-66</c:v>
                </c:pt>
                <c:pt idx="253">
                  <c:v>-65.67</c:v>
                </c:pt>
                <c:pt idx="254">
                  <c:v>-65.33</c:v>
                </c:pt>
                <c:pt idx="255">
                  <c:v>-65</c:v>
                </c:pt>
                <c:pt idx="256">
                  <c:v>-64.67</c:v>
                </c:pt>
                <c:pt idx="257">
                  <c:v>-64.33</c:v>
                </c:pt>
                <c:pt idx="258">
                  <c:v>-64</c:v>
                </c:pt>
                <c:pt idx="259">
                  <c:v>-63.67</c:v>
                </c:pt>
                <c:pt idx="260">
                  <c:v>-63.33</c:v>
                </c:pt>
                <c:pt idx="261">
                  <c:v>-63</c:v>
                </c:pt>
                <c:pt idx="262">
                  <c:v>-62.67</c:v>
                </c:pt>
                <c:pt idx="263">
                  <c:v>-62.33</c:v>
                </c:pt>
                <c:pt idx="264">
                  <c:v>-62</c:v>
                </c:pt>
                <c:pt idx="265">
                  <c:v>-61.67</c:v>
                </c:pt>
                <c:pt idx="266">
                  <c:v>-61.33</c:v>
                </c:pt>
                <c:pt idx="267">
                  <c:v>-61</c:v>
                </c:pt>
                <c:pt idx="268">
                  <c:v>-60.67</c:v>
                </c:pt>
                <c:pt idx="269">
                  <c:v>-60.33</c:v>
                </c:pt>
                <c:pt idx="270">
                  <c:v>-60</c:v>
                </c:pt>
                <c:pt idx="271">
                  <c:v>-59.67</c:v>
                </c:pt>
                <c:pt idx="272">
                  <c:v>-59.33</c:v>
                </c:pt>
                <c:pt idx="273">
                  <c:v>-59</c:v>
                </c:pt>
                <c:pt idx="274">
                  <c:v>-58.67</c:v>
                </c:pt>
                <c:pt idx="275">
                  <c:v>-58.33</c:v>
                </c:pt>
                <c:pt idx="276">
                  <c:v>-58</c:v>
                </c:pt>
                <c:pt idx="277">
                  <c:v>-57.67</c:v>
                </c:pt>
                <c:pt idx="278">
                  <c:v>-57.33</c:v>
                </c:pt>
                <c:pt idx="279">
                  <c:v>-57</c:v>
                </c:pt>
                <c:pt idx="280">
                  <c:v>-56.67</c:v>
                </c:pt>
                <c:pt idx="281">
                  <c:v>-56.33</c:v>
                </c:pt>
                <c:pt idx="282">
                  <c:v>-56</c:v>
                </c:pt>
                <c:pt idx="283">
                  <c:v>-55.67</c:v>
                </c:pt>
                <c:pt idx="284">
                  <c:v>-55.33</c:v>
                </c:pt>
                <c:pt idx="285">
                  <c:v>-55</c:v>
                </c:pt>
                <c:pt idx="286">
                  <c:v>-54.67</c:v>
                </c:pt>
                <c:pt idx="287">
                  <c:v>-54.33</c:v>
                </c:pt>
                <c:pt idx="288">
                  <c:v>-54</c:v>
                </c:pt>
                <c:pt idx="289">
                  <c:v>-53.67</c:v>
                </c:pt>
                <c:pt idx="290">
                  <c:v>-53.33</c:v>
                </c:pt>
                <c:pt idx="291">
                  <c:v>-53</c:v>
                </c:pt>
                <c:pt idx="292">
                  <c:v>-52.67</c:v>
                </c:pt>
                <c:pt idx="293">
                  <c:v>-52.33</c:v>
                </c:pt>
                <c:pt idx="294">
                  <c:v>-52</c:v>
                </c:pt>
                <c:pt idx="295">
                  <c:v>-51.67</c:v>
                </c:pt>
                <c:pt idx="296">
                  <c:v>-51.33</c:v>
                </c:pt>
                <c:pt idx="297">
                  <c:v>-51</c:v>
                </c:pt>
                <c:pt idx="298">
                  <c:v>-50.67</c:v>
                </c:pt>
                <c:pt idx="299">
                  <c:v>-50.33</c:v>
                </c:pt>
                <c:pt idx="300">
                  <c:v>-50</c:v>
                </c:pt>
                <c:pt idx="301">
                  <c:v>-49.67</c:v>
                </c:pt>
                <c:pt idx="302">
                  <c:v>-49.33</c:v>
                </c:pt>
                <c:pt idx="303">
                  <c:v>-49</c:v>
                </c:pt>
                <c:pt idx="304">
                  <c:v>-48.67</c:v>
                </c:pt>
                <c:pt idx="305">
                  <c:v>-48.33</c:v>
                </c:pt>
                <c:pt idx="306">
                  <c:v>-48</c:v>
                </c:pt>
                <c:pt idx="307">
                  <c:v>-47.67</c:v>
                </c:pt>
                <c:pt idx="308">
                  <c:v>-47.33</c:v>
                </c:pt>
                <c:pt idx="309">
                  <c:v>-47</c:v>
                </c:pt>
                <c:pt idx="310">
                  <c:v>-46.67</c:v>
                </c:pt>
                <c:pt idx="311">
                  <c:v>-46.33</c:v>
                </c:pt>
                <c:pt idx="312">
                  <c:v>-46</c:v>
                </c:pt>
                <c:pt idx="313">
                  <c:v>-45.67</c:v>
                </c:pt>
                <c:pt idx="314">
                  <c:v>-45.33</c:v>
                </c:pt>
                <c:pt idx="315">
                  <c:v>-45</c:v>
                </c:pt>
                <c:pt idx="316">
                  <c:v>-44.67</c:v>
                </c:pt>
                <c:pt idx="317">
                  <c:v>-44.33</c:v>
                </c:pt>
                <c:pt idx="318">
                  <c:v>-44</c:v>
                </c:pt>
                <c:pt idx="319">
                  <c:v>-43.67</c:v>
                </c:pt>
                <c:pt idx="320">
                  <c:v>-43.33</c:v>
                </c:pt>
                <c:pt idx="321">
                  <c:v>-43</c:v>
                </c:pt>
                <c:pt idx="322">
                  <c:v>-42.67</c:v>
                </c:pt>
                <c:pt idx="323">
                  <c:v>-42.33</c:v>
                </c:pt>
                <c:pt idx="324">
                  <c:v>-42</c:v>
                </c:pt>
                <c:pt idx="325">
                  <c:v>-41.67</c:v>
                </c:pt>
                <c:pt idx="326">
                  <c:v>-41.33</c:v>
                </c:pt>
                <c:pt idx="327">
                  <c:v>-41</c:v>
                </c:pt>
                <c:pt idx="328">
                  <c:v>-40.67</c:v>
                </c:pt>
                <c:pt idx="329">
                  <c:v>-40.33</c:v>
                </c:pt>
                <c:pt idx="330">
                  <c:v>-40</c:v>
                </c:pt>
                <c:pt idx="331">
                  <c:v>-39.67</c:v>
                </c:pt>
                <c:pt idx="332">
                  <c:v>-39.33</c:v>
                </c:pt>
                <c:pt idx="333">
                  <c:v>-39</c:v>
                </c:pt>
                <c:pt idx="334">
                  <c:v>-38.67</c:v>
                </c:pt>
                <c:pt idx="335">
                  <c:v>-38.33</c:v>
                </c:pt>
                <c:pt idx="336">
                  <c:v>-38</c:v>
                </c:pt>
                <c:pt idx="337">
                  <c:v>-37.67</c:v>
                </c:pt>
                <c:pt idx="338">
                  <c:v>-37.33</c:v>
                </c:pt>
                <c:pt idx="339">
                  <c:v>-37</c:v>
                </c:pt>
                <c:pt idx="340">
                  <c:v>-36.67</c:v>
                </c:pt>
                <c:pt idx="341">
                  <c:v>-36.33</c:v>
                </c:pt>
                <c:pt idx="342">
                  <c:v>-36</c:v>
                </c:pt>
                <c:pt idx="343">
                  <c:v>-35.67</c:v>
                </c:pt>
                <c:pt idx="344">
                  <c:v>-35.33</c:v>
                </c:pt>
                <c:pt idx="345">
                  <c:v>-35</c:v>
                </c:pt>
                <c:pt idx="346">
                  <c:v>-34.67</c:v>
                </c:pt>
                <c:pt idx="347">
                  <c:v>-34.33</c:v>
                </c:pt>
                <c:pt idx="348">
                  <c:v>-34</c:v>
                </c:pt>
                <c:pt idx="349">
                  <c:v>-33.67</c:v>
                </c:pt>
                <c:pt idx="350">
                  <c:v>-33.33</c:v>
                </c:pt>
                <c:pt idx="351">
                  <c:v>-33</c:v>
                </c:pt>
                <c:pt idx="352">
                  <c:v>-32.67</c:v>
                </c:pt>
                <c:pt idx="353">
                  <c:v>-32.33</c:v>
                </c:pt>
                <c:pt idx="354">
                  <c:v>-32</c:v>
                </c:pt>
                <c:pt idx="355">
                  <c:v>-31.67</c:v>
                </c:pt>
                <c:pt idx="356">
                  <c:v>-31.33</c:v>
                </c:pt>
                <c:pt idx="357">
                  <c:v>-31</c:v>
                </c:pt>
                <c:pt idx="358">
                  <c:v>-30.67</c:v>
                </c:pt>
                <c:pt idx="359">
                  <c:v>-30.33</c:v>
                </c:pt>
                <c:pt idx="360">
                  <c:v>-30</c:v>
                </c:pt>
                <c:pt idx="361">
                  <c:v>-29.67</c:v>
                </c:pt>
                <c:pt idx="362">
                  <c:v>-29.33</c:v>
                </c:pt>
                <c:pt idx="363">
                  <c:v>-29</c:v>
                </c:pt>
                <c:pt idx="364">
                  <c:v>-28.67</c:v>
                </c:pt>
                <c:pt idx="365">
                  <c:v>-28.33</c:v>
                </c:pt>
                <c:pt idx="366">
                  <c:v>-28</c:v>
                </c:pt>
                <c:pt idx="367">
                  <c:v>-27.67</c:v>
                </c:pt>
                <c:pt idx="368">
                  <c:v>-27.33</c:v>
                </c:pt>
                <c:pt idx="369">
                  <c:v>-27</c:v>
                </c:pt>
                <c:pt idx="370">
                  <c:v>-26.67</c:v>
                </c:pt>
                <c:pt idx="371">
                  <c:v>-26.33</c:v>
                </c:pt>
                <c:pt idx="372">
                  <c:v>-26</c:v>
                </c:pt>
                <c:pt idx="373">
                  <c:v>-25.67</c:v>
                </c:pt>
                <c:pt idx="374">
                  <c:v>-25.33</c:v>
                </c:pt>
                <c:pt idx="375">
                  <c:v>-25</c:v>
                </c:pt>
                <c:pt idx="376">
                  <c:v>-24.67</c:v>
                </c:pt>
                <c:pt idx="377">
                  <c:v>-24.33</c:v>
                </c:pt>
                <c:pt idx="378">
                  <c:v>-24</c:v>
                </c:pt>
                <c:pt idx="379">
                  <c:v>-23.67</c:v>
                </c:pt>
                <c:pt idx="380">
                  <c:v>-23.33</c:v>
                </c:pt>
                <c:pt idx="381">
                  <c:v>-23</c:v>
                </c:pt>
                <c:pt idx="382">
                  <c:v>-22.67</c:v>
                </c:pt>
                <c:pt idx="383">
                  <c:v>-22.33</c:v>
                </c:pt>
                <c:pt idx="384">
                  <c:v>-22</c:v>
                </c:pt>
                <c:pt idx="385">
                  <c:v>-21.67</c:v>
                </c:pt>
                <c:pt idx="386">
                  <c:v>-21.33</c:v>
                </c:pt>
                <c:pt idx="387">
                  <c:v>-21</c:v>
                </c:pt>
                <c:pt idx="388">
                  <c:v>-20.67</c:v>
                </c:pt>
                <c:pt idx="389">
                  <c:v>-20.33</c:v>
                </c:pt>
                <c:pt idx="390">
                  <c:v>-20</c:v>
                </c:pt>
                <c:pt idx="391">
                  <c:v>-19.67</c:v>
                </c:pt>
                <c:pt idx="392">
                  <c:v>-19.33</c:v>
                </c:pt>
                <c:pt idx="393">
                  <c:v>-19</c:v>
                </c:pt>
                <c:pt idx="394">
                  <c:v>-18.67</c:v>
                </c:pt>
                <c:pt idx="395">
                  <c:v>-18.33</c:v>
                </c:pt>
                <c:pt idx="396">
                  <c:v>-18</c:v>
                </c:pt>
                <c:pt idx="397">
                  <c:v>-17.67</c:v>
                </c:pt>
                <c:pt idx="398">
                  <c:v>-17.33</c:v>
                </c:pt>
                <c:pt idx="399">
                  <c:v>-17</c:v>
                </c:pt>
                <c:pt idx="400">
                  <c:v>-16.67</c:v>
                </c:pt>
                <c:pt idx="401">
                  <c:v>-16.33</c:v>
                </c:pt>
                <c:pt idx="402">
                  <c:v>-16</c:v>
                </c:pt>
                <c:pt idx="403">
                  <c:v>-15.67</c:v>
                </c:pt>
                <c:pt idx="404">
                  <c:v>-15.33</c:v>
                </c:pt>
                <c:pt idx="405">
                  <c:v>-15</c:v>
                </c:pt>
                <c:pt idx="406">
                  <c:v>-14.67</c:v>
                </c:pt>
                <c:pt idx="407">
                  <c:v>-14.33</c:v>
                </c:pt>
                <c:pt idx="408">
                  <c:v>-14</c:v>
                </c:pt>
                <c:pt idx="409">
                  <c:v>-13.67</c:v>
                </c:pt>
                <c:pt idx="410">
                  <c:v>-13.33</c:v>
                </c:pt>
                <c:pt idx="411">
                  <c:v>-13</c:v>
                </c:pt>
                <c:pt idx="412">
                  <c:v>-12.67</c:v>
                </c:pt>
                <c:pt idx="413">
                  <c:v>-12.33</c:v>
                </c:pt>
                <c:pt idx="414">
                  <c:v>-12</c:v>
                </c:pt>
                <c:pt idx="415">
                  <c:v>-11.67</c:v>
                </c:pt>
                <c:pt idx="416">
                  <c:v>-11.33</c:v>
                </c:pt>
                <c:pt idx="417">
                  <c:v>-11</c:v>
                </c:pt>
                <c:pt idx="418">
                  <c:v>-10.67</c:v>
                </c:pt>
                <c:pt idx="419">
                  <c:v>-10.33</c:v>
                </c:pt>
                <c:pt idx="420">
                  <c:v>-10</c:v>
                </c:pt>
                <c:pt idx="421">
                  <c:v>-9.67</c:v>
                </c:pt>
                <c:pt idx="422">
                  <c:v>-9.33</c:v>
                </c:pt>
                <c:pt idx="423">
                  <c:v>-9</c:v>
                </c:pt>
                <c:pt idx="424">
                  <c:v>-8.67</c:v>
                </c:pt>
                <c:pt idx="425">
                  <c:v>-8.33</c:v>
                </c:pt>
                <c:pt idx="426">
                  <c:v>-8</c:v>
                </c:pt>
                <c:pt idx="427">
                  <c:v>-7.67</c:v>
                </c:pt>
                <c:pt idx="428">
                  <c:v>-7.33</c:v>
                </c:pt>
                <c:pt idx="429">
                  <c:v>-7</c:v>
                </c:pt>
                <c:pt idx="430">
                  <c:v>-6.67</c:v>
                </c:pt>
                <c:pt idx="431">
                  <c:v>-6.33</c:v>
                </c:pt>
                <c:pt idx="432">
                  <c:v>-6</c:v>
                </c:pt>
                <c:pt idx="433">
                  <c:v>-5.67</c:v>
                </c:pt>
                <c:pt idx="434">
                  <c:v>-5.33</c:v>
                </c:pt>
                <c:pt idx="435">
                  <c:v>-5</c:v>
                </c:pt>
                <c:pt idx="436">
                  <c:v>-4.67</c:v>
                </c:pt>
                <c:pt idx="437">
                  <c:v>-4.33</c:v>
                </c:pt>
                <c:pt idx="438">
                  <c:v>-4</c:v>
                </c:pt>
                <c:pt idx="439">
                  <c:v>-3.67</c:v>
                </c:pt>
                <c:pt idx="440">
                  <c:v>-3.33</c:v>
                </c:pt>
                <c:pt idx="441">
                  <c:v>-3</c:v>
                </c:pt>
                <c:pt idx="442">
                  <c:v>-2.67</c:v>
                </c:pt>
                <c:pt idx="443">
                  <c:v>-2.33</c:v>
                </c:pt>
                <c:pt idx="444">
                  <c:v>-2</c:v>
                </c:pt>
                <c:pt idx="445">
                  <c:v>-1.67</c:v>
                </c:pt>
                <c:pt idx="446">
                  <c:v>-1.33</c:v>
                </c:pt>
                <c:pt idx="447">
                  <c:v>-1</c:v>
                </c:pt>
                <c:pt idx="448">
                  <c:v>-0.67</c:v>
                </c:pt>
                <c:pt idx="449">
                  <c:v>-0.33</c:v>
                </c:pt>
                <c:pt idx="450">
                  <c:v>0</c:v>
                </c:pt>
              </c:numCache>
            </c:numRef>
          </c:xVal>
          <c:yVal>
            <c:numRef>
              <c:f>Sheet1!$B$2:$B$452</c:f>
              <c:numCache>
                <c:formatCode>General</c:formatCode>
                <c:ptCount val="451"/>
                <c:pt idx="0">
                  <c:v>3.61</c:v>
                </c:pt>
                <c:pt idx="1">
                  <c:v>3.61</c:v>
                </c:pt>
                <c:pt idx="2">
                  <c:v>3.22</c:v>
                </c:pt>
                <c:pt idx="3">
                  <c:v>3.38</c:v>
                </c:pt>
                <c:pt idx="4">
                  <c:v>3.28</c:v>
                </c:pt>
                <c:pt idx="5">
                  <c:v>3.28</c:v>
                </c:pt>
                <c:pt idx="6">
                  <c:v>2.94</c:v>
                </c:pt>
                <c:pt idx="7">
                  <c:v>2.59</c:v>
                </c:pt>
                <c:pt idx="8">
                  <c:v>2.71</c:v>
                </c:pt>
                <c:pt idx="9">
                  <c:v>2.61</c:v>
                </c:pt>
                <c:pt idx="10">
                  <c:v>2.61</c:v>
                </c:pt>
                <c:pt idx="11">
                  <c:v>2.35</c:v>
                </c:pt>
                <c:pt idx="12">
                  <c:v>4.22</c:v>
                </c:pt>
                <c:pt idx="13">
                  <c:v>4.71</c:v>
                </c:pt>
                <c:pt idx="14">
                  <c:v>4.63</c:v>
                </c:pt>
                <c:pt idx="15">
                  <c:v>4.05</c:v>
                </c:pt>
                <c:pt idx="16">
                  <c:v>0.86</c:v>
                </c:pt>
                <c:pt idx="17">
                  <c:v>-0.31</c:v>
                </c:pt>
                <c:pt idx="18">
                  <c:v>2.19</c:v>
                </c:pt>
                <c:pt idx="19">
                  <c:v>3.2</c:v>
                </c:pt>
                <c:pt idx="20">
                  <c:v>3.2</c:v>
                </c:pt>
                <c:pt idx="21">
                  <c:v>1.65</c:v>
                </c:pt>
                <c:pt idx="22">
                  <c:v>0.37</c:v>
                </c:pt>
                <c:pt idx="23">
                  <c:v>0.2</c:v>
                </c:pt>
                <c:pt idx="24">
                  <c:v>-0.09</c:v>
                </c:pt>
                <c:pt idx="25">
                  <c:v>2.05</c:v>
                </c:pt>
                <c:pt idx="26">
                  <c:v>1.93</c:v>
                </c:pt>
                <c:pt idx="27">
                  <c:v>1.93</c:v>
                </c:pt>
                <c:pt idx="28">
                  <c:v>3.32</c:v>
                </c:pt>
                <c:pt idx="29">
                  <c:v>3.27</c:v>
                </c:pt>
                <c:pt idx="30">
                  <c:v>3.17</c:v>
                </c:pt>
                <c:pt idx="31">
                  <c:v>2.74</c:v>
                </c:pt>
                <c:pt idx="32">
                  <c:v>2.85</c:v>
                </c:pt>
                <c:pt idx="33">
                  <c:v>2.68</c:v>
                </c:pt>
                <c:pt idx="34">
                  <c:v>3.27</c:v>
                </c:pt>
                <c:pt idx="35">
                  <c:v>2.01</c:v>
                </c:pt>
                <c:pt idx="36">
                  <c:v>1.14</c:v>
                </c:pt>
                <c:pt idx="37">
                  <c:v>1.14</c:v>
                </c:pt>
                <c:pt idx="38">
                  <c:v>2.2</c:v>
                </c:pt>
                <c:pt idx="39">
                  <c:v>2.13</c:v>
                </c:pt>
                <c:pt idx="40">
                  <c:v>2.41</c:v>
                </c:pt>
                <c:pt idx="41">
                  <c:v>1.23</c:v>
                </c:pt>
                <c:pt idx="42">
                  <c:v>0.89</c:v>
                </c:pt>
                <c:pt idx="43">
                  <c:v>0.51</c:v>
                </c:pt>
                <c:pt idx="44">
                  <c:v>1.41</c:v>
                </c:pt>
                <c:pt idx="45">
                  <c:v>3.37</c:v>
                </c:pt>
                <c:pt idx="46">
                  <c:v>3.49</c:v>
                </c:pt>
                <c:pt idx="47">
                  <c:v>1.67</c:v>
                </c:pt>
                <c:pt idx="48">
                  <c:v>0.1</c:v>
                </c:pt>
                <c:pt idx="49">
                  <c:v>-0.15</c:v>
                </c:pt>
                <c:pt idx="50">
                  <c:v>0.56</c:v>
                </c:pt>
                <c:pt idx="51">
                  <c:v>3.54</c:v>
                </c:pt>
                <c:pt idx="52">
                  <c:v>3.31</c:v>
                </c:pt>
                <c:pt idx="53">
                  <c:v>3.18</c:v>
                </c:pt>
                <c:pt idx="54">
                  <c:v>2.8</c:v>
                </c:pt>
                <c:pt idx="55">
                  <c:v>2.41</c:v>
                </c:pt>
                <c:pt idx="56">
                  <c:v>0.81</c:v>
                </c:pt>
                <c:pt idx="57">
                  <c:v>0.27</c:v>
                </c:pt>
                <c:pt idx="58">
                  <c:v>-0.27</c:v>
                </c:pt>
                <c:pt idx="59">
                  <c:v>-0.17</c:v>
                </c:pt>
                <c:pt idx="60">
                  <c:v>-0.16</c:v>
                </c:pt>
                <c:pt idx="61">
                  <c:v>0.97</c:v>
                </c:pt>
                <c:pt idx="62">
                  <c:v>2.55</c:v>
                </c:pt>
                <c:pt idx="63">
                  <c:v>4.11</c:v>
                </c:pt>
                <c:pt idx="64">
                  <c:v>4.02</c:v>
                </c:pt>
                <c:pt idx="65">
                  <c:v>2.35</c:v>
                </c:pt>
                <c:pt idx="66">
                  <c:v>-0.11</c:v>
                </c:pt>
                <c:pt idx="67">
                  <c:v>-0.54</c:v>
                </c:pt>
                <c:pt idx="68">
                  <c:v>0.1</c:v>
                </c:pt>
                <c:pt idx="69">
                  <c:v>0.17</c:v>
                </c:pt>
                <c:pt idx="70">
                  <c:v>0.52</c:v>
                </c:pt>
                <c:pt idx="71">
                  <c:v>1.73</c:v>
                </c:pt>
                <c:pt idx="72">
                  <c:v>2.24</c:v>
                </c:pt>
                <c:pt idx="73">
                  <c:v>2.24</c:v>
                </c:pt>
                <c:pt idx="74">
                  <c:v>2.22</c:v>
                </c:pt>
                <c:pt idx="75">
                  <c:v>2.75</c:v>
                </c:pt>
                <c:pt idx="76">
                  <c:v>2.6</c:v>
                </c:pt>
                <c:pt idx="77">
                  <c:v>3.35</c:v>
                </c:pt>
                <c:pt idx="78">
                  <c:v>3.63</c:v>
                </c:pt>
                <c:pt idx="79">
                  <c:v>3.54</c:v>
                </c:pt>
                <c:pt idx="80">
                  <c:v>3.58</c:v>
                </c:pt>
                <c:pt idx="81">
                  <c:v>2.37</c:v>
                </c:pt>
                <c:pt idx="82">
                  <c:v>2.57</c:v>
                </c:pt>
                <c:pt idx="83">
                  <c:v>2.57</c:v>
                </c:pt>
                <c:pt idx="84">
                  <c:v>3.46</c:v>
                </c:pt>
                <c:pt idx="85">
                  <c:v>3.44</c:v>
                </c:pt>
                <c:pt idx="86">
                  <c:v>3.44</c:v>
                </c:pt>
                <c:pt idx="87">
                  <c:v>1.13</c:v>
                </c:pt>
                <c:pt idx="88">
                  <c:v>3.33</c:v>
                </c:pt>
                <c:pt idx="89">
                  <c:v>1.19</c:v>
                </c:pt>
                <c:pt idx="90">
                  <c:v>3.39</c:v>
                </c:pt>
                <c:pt idx="91">
                  <c:v>1.39</c:v>
                </c:pt>
                <c:pt idx="92">
                  <c:v>2.82</c:v>
                </c:pt>
                <c:pt idx="93">
                  <c:v>1.18</c:v>
                </c:pt>
                <c:pt idx="94">
                  <c:v>2.34</c:v>
                </c:pt>
                <c:pt idx="95">
                  <c:v>1.03</c:v>
                </c:pt>
                <c:pt idx="96">
                  <c:v>1.16</c:v>
                </c:pt>
                <c:pt idx="97">
                  <c:v>0.07</c:v>
                </c:pt>
                <c:pt idx="98">
                  <c:v>0.39</c:v>
                </c:pt>
                <c:pt idx="99">
                  <c:v>1.4</c:v>
                </c:pt>
                <c:pt idx="100">
                  <c:v>2.61</c:v>
                </c:pt>
                <c:pt idx="101">
                  <c:v>3.3</c:v>
                </c:pt>
                <c:pt idx="102">
                  <c:v>2.99</c:v>
                </c:pt>
                <c:pt idx="103">
                  <c:v>-0.7</c:v>
                </c:pt>
                <c:pt idx="104">
                  <c:v>0.95</c:v>
                </c:pt>
                <c:pt idx="105">
                  <c:v>0.73</c:v>
                </c:pt>
                <c:pt idx="106">
                  <c:v>1.61</c:v>
                </c:pt>
                <c:pt idx="107">
                  <c:v>0.35</c:v>
                </c:pt>
                <c:pt idx="108">
                  <c:v>0.35</c:v>
                </c:pt>
                <c:pt idx="109">
                  <c:v>0.35</c:v>
                </c:pt>
                <c:pt idx="110">
                  <c:v>1.61</c:v>
                </c:pt>
                <c:pt idx="111">
                  <c:v>1.39</c:v>
                </c:pt>
                <c:pt idx="112">
                  <c:v>0.03</c:v>
                </c:pt>
                <c:pt idx="113">
                  <c:v>-0.85</c:v>
                </c:pt>
                <c:pt idx="114">
                  <c:v>-0.62</c:v>
                </c:pt>
                <c:pt idx="115">
                  <c:v>-0.83</c:v>
                </c:pt>
                <c:pt idx="116">
                  <c:v>-0.08</c:v>
                </c:pt>
                <c:pt idx="117">
                  <c:v>0.44</c:v>
                </c:pt>
                <c:pt idx="118">
                  <c:v>1.82</c:v>
                </c:pt>
                <c:pt idx="119">
                  <c:v>2.4</c:v>
                </c:pt>
                <c:pt idx="120">
                  <c:v>1.21</c:v>
                </c:pt>
                <c:pt idx="121">
                  <c:v>1.21</c:v>
                </c:pt>
                <c:pt idx="122">
                  <c:v>2.25</c:v>
                </c:pt>
                <c:pt idx="123">
                  <c:v>2.98</c:v>
                </c:pt>
                <c:pt idx="124">
                  <c:v>2.98</c:v>
                </c:pt>
                <c:pt idx="125">
                  <c:v>0.91</c:v>
                </c:pt>
                <c:pt idx="126">
                  <c:v>0.83</c:v>
                </c:pt>
                <c:pt idx="127">
                  <c:v>-0.78</c:v>
                </c:pt>
                <c:pt idx="128">
                  <c:v>-0.01</c:v>
                </c:pt>
                <c:pt idx="129">
                  <c:v>0.6</c:v>
                </c:pt>
                <c:pt idx="130">
                  <c:v>-0.15</c:v>
                </c:pt>
                <c:pt idx="131">
                  <c:v>-0.15</c:v>
                </c:pt>
                <c:pt idx="132">
                  <c:v>-0.55</c:v>
                </c:pt>
                <c:pt idx="133">
                  <c:v>2.14</c:v>
                </c:pt>
                <c:pt idx="134">
                  <c:v>2.3</c:v>
                </c:pt>
                <c:pt idx="135">
                  <c:v>3.08</c:v>
                </c:pt>
                <c:pt idx="136">
                  <c:v>1.32</c:v>
                </c:pt>
                <c:pt idx="137">
                  <c:v>0.04</c:v>
                </c:pt>
                <c:pt idx="138">
                  <c:v>0.25</c:v>
                </c:pt>
                <c:pt idx="139">
                  <c:v>-0.35</c:v>
                </c:pt>
                <c:pt idx="140">
                  <c:v>0.41</c:v>
                </c:pt>
                <c:pt idx="141">
                  <c:v>0.32</c:v>
                </c:pt>
                <c:pt idx="142">
                  <c:v>2.29</c:v>
                </c:pt>
                <c:pt idx="143">
                  <c:v>3.49</c:v>
                </c:pt>
                <c:pt idx="144">
                  <c:v>4.14</c:v>
                </c:pt>
                <c:pt idx="145">
                  <c:v>4.14</c:v>
                </c:pt>
                <c:pt idx="146">
                  <c:v>3.41</c:v>
                </c:pt>
                <c:pt idx="147">
                  <c:v>2.36</c:v>
                </c:pt>
                <c:pt idx="148">
                  <c:v>1.96</c:v>
                </c:pt>
                <c:pt idx="149">
                  <c:v>2.09</c:v>
                </c:pt>
                <c:pt idx="150">
                  <c:v>3.33</c:v>
                </c:pt>
                <c:pt idx="151">
                  <c:v>2.97</c:v>
                </c:pt>
                <c:pt idx="152">
                  <c:v>3.74</c:v>
                </c:pt>
                <c:pt idx="153">
                  <c:v>1.9</c:v>
                </c:pt>
                <c:pt idx="154">
                  <c:v>3.41</c:v>
                </c:pt>
                <c:pt idx="155">
                  <c:v>2.79</c:v>
                </c:pt>
                <c:pt idx="156">
                  <c:v>1.29</c:v>
                </c:pt>
                <c:pt idx="157">
                  <c:v>0.78</c:v>
                </c:pt>
                <c:pt idx="158">
                  <c:v>1.23</c:v>
                </c:pt>
                <c:pt idx="159">
                  <c:v>1.23</c:v>
                </c:pt>
                <c:pt idx="160">
                  <c:v>1.13</c:v>
                </c:pt>
                <c:pt idx="161">
                  <c:v>0.64</c:v>
                </c:pt>
                <c:pt idx="162">
                  <c:v>1.22</c:v>
                </c:pt>
                <c:pt idx="163">
                  <c:v>1.02</c:v>
                </c:pt>
                <c:pt idx="164">
                  <c:v>1.02</c:v>
                </c:pt>
                <c:pt idx="165">
                  <c:v>1.81</c:v>
                </c:pt>
                <c:pt idx="166">
                  <c:v>1.38</c:v>
                </c:pt>
                <c:pt idx="167">
                  <c:v>0.31</c:v>
                </c:pt>
                <c:pt idx="168">
                  <c:v>0.08</c:v>
                </c:pt>
                <c:pt idx="169">
                  <c:v>0.08</c:v>
                </c:pt>
                <c:pt idx="170">
                  <c:v>-0.26</c:v>
                </c:pt>
                <c:pt idx="171">
                  <c:v>0.66</c:v>
                </c:pt>
                <c:pt idx="172">
                  <c:v>1.56</c:v>
                </c:pt>
                <c:pt idx="173">
                  <c:v>1.13</c:v>
                </c:pt>
                <c:pt idx="174">
                  <c:v>2.02</c:v>
                </c:pt>
                <c:pt idx="175">
                  <c:v>0.43</c:v>
                </c:pt>
                <c:pt idx="176">
                  <c:v>1.02</c:v>
                </c:pt>
                <c:pt idx="177">
                  <c:v>-0.1</c:v>
                </c:pt>
                <c:pt idx="178">
                  <c:v>0.12</c:v>
                </c:pt>
                <c:pt idx="179">
                  <c:v>2.01</c:v>
                </c:pt>
                <c:pt idx="180">
                  <c:v>3.7</c:v>
                </c:pt>
                <c:pt idx="181">
                  <c:v>3.46</c:v>
                </c:pt>
                <c:pt idx="182">
                  <c:v>3.1</c:v>
                </c:pt>
                <c:pt idx="183">
                  <c:v>1.49</c:v>
                </c:pt>
                <c:pt idx="184">
                  <c:v>1.98</c:v>
                </c:pt>
                <c:pt idx="185">
                  <c:v>2.26</c:v>
                </c:pt>
                <c:pt idx="186">
                  <c:v>3.05</c:v>
                </c:pt>
                <c:pt idx="187">
                  <c:v>3.05</c:v>
                </c:pt>
                <c:pt idx="188">
                  <c:v>3.04</c:v>
                </c:pt>
                <c:pt idx="189">
                  <c:v>3.05</c:v>
                </c:pt>
                <c:pt idx="190">
                  <c:v>2.84</c:v>
                </c:pt>
                <c:pt idx="191">
                  <c:v>2.77</c:v>
                </c:pt>
                <c:pt idx="192">
                  <c:v>1.43</c:v>
                </c:pt>
                <c:pt idx="193">
                  <c:v>2.41</c:v>
                </c:pt>
                <c:pt idx="194">
                  <c:v>1.65</c:v>
                </c:pt>
                <c:pt idx="195">
                  <c:v>2.63</c:v>
                </c:pt>
                <c:pt idx="196">
                  <c:v>2.53</c:v>
                </c:pt>
                <c:pt idx="197">
                  <c:v>3.02</c:v>
                </c:pt>
                <c:pt idx="198">
                  <c:v>3.01</c:v>
                </c:pt>
                <c:pt idx="199">
                  <c:v>0.55</c:v>
                </c:pt>
                <c:pt idx="200">
                  <c:v>-0.07</c:v>
                </c:pt>
                <c:pt idx="201">
                  <c:v>0.38</c:v>
                </c:pt>
                <c:pt idx="202">
                  <c:v>1.16</c:v>
                </c:pt>
                <c:pt idx="203">
                  <c:v>2.84</c:v>
                </c:pt>
                <c:pt idx="204">
                  <c:v>1.96</c:v>
                </c:pt>
                <c:pt idx="205">
                  <c:v>2.07</c:v>
                </c:pt>
                <c:pt idx="206">
                  <c:v>0.25</c:v>
                </c:pt>
                <c:pt idx="207">
                  <c:v>0.07</c:v>
                </c:pt>
                <c:pt idx="208">
                  <c:v>0.07</c:v>
                </c:pt>
                <c:pt idx="209">
                  <c:v>-0.12</c:v>
                </c:pt>
                <c:pt idx="210">
                  <c:v>1.57</c:v>
                </c:pt>
                <c:pt idx="211">
                  <c:v>0.29</c:v>
                </c:pt>
                <c:pt idx="212">
                  <c:v>-0.01</c:v>
                </c:pt>
                <c:pt idx="213">
                  <c:v>-0.7</c:v>
                </c:pt>
                <c:pt idx="214">
                  <c:v>-0.56</c:v>
                </c:pt>
                <c:pt idx="215">
                  <c:v>-0.4</c:v>
                </c:pt>
                <c:pt idx="216">
                  <c:v>0.44</c:v>
                </c:pt>
                <c:pt idx="217">
                  <c:v>0.44</c:v>
                </c:pt>
                <c:pt idx="218">
                  <c:v>1.71</c:v>
                </c:pt>
                <c:pt idx="219">
                  <c:v>0.46</c:v>
                </c:pt>
                <c:pt idx="220">
                  <c:v>2.02</c:v>
                </c:pt>
                <c:pt idx="221">
                  <c:v>-0.54</c:v>
                </c:pt>
                <c:pt idx="222">
                  <c:v>0.11</c:v>
                </c:pt>
                <c:pt idx="223">
                  <c:v>-0.81</c:v>
                </c:pt>
                <c:pt idx="224">
                  <c:v>-0.07</c:v>
                </c:pt>
                <c:pt idx="225">
                  <c:v>0.06</c:v>
                </c:pt>
                <c:pt idx="226">
                  <c:v>2.12</c:v>
                </c:pt>
                <c:pt idx="227">
                  <c:v>2.12</c:v>
                </c:pt>
                <c:pt idx="228">
                  <c:v>3.36</c:v>
                </c:pt>
                <c:pt idx="229">
                  <c:v>2.98</c:v>
                </c:pt>
                <c:pt idx="230">
                  <c:v>4.91</c:v>
                </c:pt>
                <c:pt idx="231">
                  <c:v>5.62</c:v>
                </c:pt>
                <c:pt idx="232">
                  <c:v>5.62</c:v>
                </c:pt>
                <c:pt idx="233">
                  <c:v>6.76</c:v>
                </c:pt>
                <c:pt idx="234">
                  <c:v>6.76</c:v>
                </c:pt>
                <c:pt idx="235">
                  <c:v>6.77</c:v>
                </c:pt>
                <c:pt idx="236">
                  <c:v>7.3</c:v>
                </c:pt>
                <c:pt idx="237">
                  <c:v>7.71</c:v>
                </c:pt>
                <c:pt idx="238">
                  <c:v>7.91</c:v>
                </c:pt>
                <c:pt idx="239">
                  <c:v>8.39</c:v>
                </c:pt>
                <c:pt idx="240">
                  <c:v>8.29</c:v>
                </c:pt>
                <c:pt idx="241">
                  <c:v>8.42</c:v>
                </c:pt>
                <c:pt idx="242">
                  <c:v>8.2</c:v>
                </c:pt>
                <c:pt idx="243">
                  <c:v>8.59</c:v>
                </c:pt>
                <c:pt idx="244">
                  <c:v>8.93</c:v>
                </c:pt>
                <c:pt idx="245">
                  <c:v>9.44</c:v>
                </c:pt>
                <c:pt idx="246">
                  <c:v>9.34</c:v>
                </c:pt>
                <c:pt idx="247">
                  <c:v>9.37</c:v>
                </c:pt>
                <c:pt idx="248">
                  <c:v>9.17</c:v>
                </c:pt>
                <c:pt idx="249">
                  <c:v>9.25</c:v>
                </c:pt>
                <c:pt idx="250">
                  <c:v>9.82</c:v>
                </c:pt>
                <c:pt idx="251">
                  <c:v>10.3</c:v>
                </c:pt>
                <c:pt idx="252">
                  <c:v>10.62</c:v>
                </c:pt>
                <c:pt idx="253">
                  <c:v>10.35</c:v>
                </c:pt>
                <c:pt idx="254">
                  <c:v>9.14</c:v>
                </c:pt>
                <c:pt idx="255">
                  <c:v>8.34</c:v>
                </c:pt>
                <c:pt idx="256">
                  <c:v>8.27</c:v>
                </c:pt>
                <c:pt idx="257">
                  <c:v>8.55</c:v>
                </c:pt>
                <c:pt idx="258">
                  <c:v>9.02</c:v>
                </c:pt>
                <c:pt idx="259">
                  <c:v>9.02</c:v>
                </c:pt>
                <c:pt idx="260">
                  <c:v>9.45</c:v>
                </c:pt>
                <c:pt idx="261">
                  <c:v>8.81</c:v>
                </c:pt>
                <c:pt idx="262">
                  <c:v>8.81</c:v>
                </c:pt>
                <c:pt idx="263">
                  <c:v>8.92</c:v>
                </c:pt>
                <c:pt idx="264">
                  <c:v>8.67</c:v>
                </c:pt>
                <c:pt idx="265">
                  <c:v>9.29</c:v>
                </c:pt>
                <c:pt idx="266">
                  <c:v>9.54</c:v>
                </c:pt>
                <c:pt idx="267">
                  <c:v>10.02</c:v>
                </c:pt>
                <c:pt idx="268">
                  <c:v>9.87</c:v>
                </c:pt>
                <c:pt idx="269">
                  <c:v>10.02</c:v>
                </c:pt>
                <c:pt idx="270">
                  <c:v>10.14</c:v>
                </c:pt>
                <c:pt idx="271">
                  <c:v>10.4</c:v>
                </c:pt>
                <c:pt idx="272">
                  <c:v>10.74</c:v>
                </c:pt>
                <c:pt idx="273">
                  <c:v>10.32</c:v>
                </c:pt>
                <c:pt idx="274">
                  <c:v>9.7</c:v>
                </c:pt>
                <c:pt idx="275">
                  <c:v>9.53</c:v>
                </c:pt>
                <c:pt idx="276">
                  <c:v>9.53</c:v>
                </c:pt>
                <c:pt idx="277">
                  <c:v>11.06</c:v>
                </c:pt>
                <c:pt idx="278">
                  <c:v>10.82</c:v>
                </c:pt>
                <c:pt idx="279">
                  <c:v>11.24</c:v>
                </c:pt>
                <c:pt idx="280">
                  <c:v>11.24</c:v>
                </c:pt>
                <c:pt idx="281">
                  <c:v>10.86</c:v>
                </c:pt>
                <c:pt idx="282">
                  <c:v>11.1</c:v>
                </c:pt>
                <c:pt idx="283">
                  <c:v>11.24</c:v>
                </c:pt>
                <c:pt idx="284">
                  <c:v>11.45</c:v>
                </c:pt>
                <c:pt idx="285">
                  <c:v>11</c:v>
                </c:pt>
                <c:pt idx="286">
                  <c:v>10.94</c:v>
                </c:pt>
                <c:pt idx="287">
                  <c:v>11.38</c:v>
                </c:pt>
                <c:pt idx="288">
                  <c:v>11.51</c:v>
                </c:pt>
                <c:pt idx="289">
                  <c:v>11.51</c:v>
                </c:pt>
                <c:pt idx="290">
                  <c:v>11.47</c:v>
                </c:pt>
                <c:pt idx="291">
                  <c:v>11.11</c:v>
                </c:pt>
                <c:pt idx="292">
                  <c:v>10.99</c:v>
                </c:pt>
                <c:pt idx="293">
                  <c:v>10.81</c:v>
                </c:pt>
                <c:pt idx="294">
                  <c:v>11.01</c:v>
                </c:pt>
                <c:pt idx="295">
                  <c:v>11.19</c:v>
                </c:pt>
                <c:pt idx="296">
                  <c:v>11.42</c:v>
                </c:pt>
                <c:pt idx="297">
                  <c:v>11.42</c:v>
                </c:pt>
                <c:pt idx="298">
                  <c:v>11.26</c:v>
                </c:pt>
                <c:pt idx="299">
                  <c:v>10.78</c:v>
                </c:pt>
                <c:pt idx="300">
                  <c:v>10.78</c:v>
                </c:pt>
                <c:pt idx="301">
                  <c:v>11.64</c:v>
                </c:pt>
                <c:pt idx="302">
                  <c:v>12</c:v>
                </c:pt>
                <c:pt idx="303">
                  <c:v>11.32</c:v>
                </c:pt>
                <c:pt idx="304">
                  <c:v>11.45</c:v>
                </c:pt>
                <c:pt idx="305">
                  <c:v>11.21</c:v>
                </c:pt>
                <c:pt idx="306">
                  <c:v>11.34</c:v>
                </c:pt>
                <c:pt idx="307">
                  <c:v>11.44</c:v>
                </c:pt>
                <c:pt idx="308">
                  <c:v>11.65</c:v>
                </c:pt>
                <c:pt idx="309">
                  <c:v>11.35</c:v>
                </c:pt>
                <c:pt idx="310">
                  <c:v>11.54</c:v>
                </c:pt>
                <c:pt idx="311">
                  <c:v>12.78</c:v>
                </c:pt>
                <c:pt idx="312">
                  <c:v>13.61</c:v>
                </c:pt>
                <c:pt idx="313">
                  <c:v>14.05</c:v>
                </c:pt>
                <c:pt idx="314">
                  <c:v>15.84</c:v>
                </c:pt>
                <c:pt idx="315">
                  <c:v>15.5</c:v>
                </c:pt>
                <c:pt idx="316">
                  <c:v>15.61</c:v>
                </c:pt>
                <c:pt idx="317">
                  <c:v>16.21</c:v>
                </c:pt>
                <c:pt idx="318">
                  <c:v>16.84</c:v>
                </c:pt>
                <c:pt idx="319">
                  <c:v>15.8</c:v>
                </c:pt>
                <c:pt idx="320">
                  <c:v>15.28</c:v>
                </c:pt>
                <c:pt idx="321">
                  <c:v>15.28</c:v>
                </c:pt>
                <c:pt idx="322">
                  <c:v>15.32</c:v>
                </c:pt>
                <c:pt idx="323">
                  <c:v>14.77</c:v>
                </c:pt>
                <c:pt idx="324">
                  <c:v>14.03</c:v>
                </c:pt>
                <c:pt idx="325">
                  <c:v>14.03</c:v>
                </c:pt>
                <c:pt idx="326">
                  <c:v>14.02</c:v>
                </c:pt>
                <c:pt idx="327">
                  <c:v>15.04</c:v>
                </c:pt>
                <c:pt idx="328">
                  <c:v>14.33</c:v>
                </c:pt>
                <c:pt idx="329">
                  <c:v>14.01</c:v>
                </c:pt>
                <c:pt idx="330">
                  <c:v>12.83</c:v>
                </c:pt>
                <c:pt idx="331">
                  <c:v>11.75</c:v>
                </c:pt>
                <c:pt idx="332">
                  <c:v>12.06</c:v>
                </c:pt>
                <c:pt idx="333">
                  <c:v>11.36</c:v>
                </c:pt>
                <c:pt idx="334">
                  <c:v>11.69</c:v>
                </c:pt>
                <c:pt idx="335">
                  <c:v>10.91</c:v>
                </c:pt>
                <c:pt idx="336">
                  <c:v>10.18</c:v>
                </c:pt>
                <c:pt idx="337">
                  <c:v>9.94</c:v>
                </c:pt>
                <c:pt idx="338">
                  <c:v>9.84</c:v>
                </c:pt>
                <c:pt idx="339">
                  <c:v>10.09</c:v>
                </c:pt>
                <c:pt idx="340">
                  <c:v>10.2</c:v>
                </c:pt>
                <c:pt idx="341">
                  <c:v>10.36</c:v>
                </c:pt>
                <c:pt idx="342">
                  <c:v>10.57</c:v>
                </c:pt>
                <c:pt idx="343">
                  <c:v>11</c:v>
                </c:pt>
                <c:pt idx="344">
                  <c:v>11</c:v>
                </c:pt>
                <c:pt idx="345">
                  <c:v>10.48</c:v>
                </c:pt>
                <c:pt idx="346">
                  <c:v>9.94</c:v>
                </c:pt>
                <c:pt idx="347">
                  <c:v>9.9</c:v>
                </c:pt>
                <c:pt idx="348">
                  <c:v>9.83</c:v>
                </c:pt>
                <c:pt idx="349">
                  <c:v>10.15</c:v>
                </c:pt>
                <c:pt idx="350">
                  <c:v>10.15</c:v>
                </c:pt>
                <c:pt idx="351">
                  <c:v>9.5</c:v>
                </c:pt>
                <c:pt idx="352">
                  <c:v>9.5</c:v>
                </c:pt>
                <c:pt idx="353">
                  <c:v>9.64</c:v>
                </c:pt>
                <c:pt idx="354">
                  <c:v>10.35</c:v>
                </c:pt>
                <c:pt idx="355">
                  <c:v>10.25</c:v>
                </c:pt>
                <c:pt idx="356">
                  <c:v>8.96</c:v>
                </c:pt>
                <c:pt idx="357">
                  <c:v>8.05</c:v>
                </c:pt>
                <c:pt idx="358">
                  <c:v>8.18</c:v>
                </c:pt>
                <c:pt idx="359">
                  <c:v>8.57</c:v>
                </c:pt>
                <c:pt idx="360">
                  <c:v>9.11</c:v>
                </c:pt>
                <c:pt idx="361">
                  <c:v>8.51</c:v>
                </c:pt>
                <c:pt idx="362">
                  <c:v>10.86</c:v>
                </c:pt>
                <c:pt idx="363">
                  <c:v>10.86</c:v>
                </c:pt>
                <c:pt idx="364">
                  <c:v>11.13</c:v>
                </c:pt>
                <c:pt idx="365">
                  <c:v>11.12</c:v>
                </c:pt>
                <c:pt idx="366">
                  <c:v>10.78</c:v>
                </c:pt>
                <c:pt idx="367">
                  <c:v>11.14</c:v>
                </c:pt>
                <c:pt idx="368">
                  <c:v>10.79</c:v>
                </c:pt>
                <c:pt idx="369">
                  <c:v>11.47</c:v>
                </c:pt>
                <c:pt idx="370">
                  <c:v>11.28</c:v>
                </c:pt>
                <c:pt idx="371">
                  <c:v>11.83</c:v>
                </c:pt>
                <c:pt idx="372">
                  <c:v>12.91</c:v>
                </c:pt>
                <c:pt idx="373">
                  <c:v>13.46</c:v>
                </c:pt>
                <c:pt idx="374">
                  <c:v>14.02</c:v>
                </c:pt>
                <c:pt idx="375">
                  <c:v>14.2</c:v>
                </c:pt>
                <c:pt idx="376">
                  <c:v>14.19</c:v>
                </c:pt>
                <c:pt idx="377">
                  <c:v>14.44</c:v>
                </c:pt>
                <c:pt idx="378">
                  <c:v>14.61</c:v>
                </c:pt>
                <c:pt idx="379">
                  <c:v>14.77</c:v>
                </c:pt>
                <c:pt idx="380">
                  <c:v>15.06</c:v>
                </c:pt>
                <c:pt idx="381">
                  <c:v>15.47</c:v>
                </c:pt>
                <c:pt idx="382">
                  <c:v>15.14</c:v>
                </c:pt>
                <c:pt idx="383">
                  <c:v>15.06</c:v>
                </c:pt>
                <c:pt idx="384">
                  <c:v>15.06</c:v>
                </c:pt>
                <c:pt idx="385">
                  <c:v>15.17</c:v>
                </c:pt>
                <c:pt idx="386">
                  <c:v>15.05</c:v>
                </c:pt>
                <c:pt idx="387">
                  <c:v>15.09</c:v>
                </c:pt>
                <c:pt idx="388">
                  <c:v>15.12</c:v>
                </c:pt>
                <c:pt idx="389">
                  <c:v>15</c:v>
                </c:pt>
                <c:pt idx="390">
                  <c:v>14.97</c:v>
                </c:pt>
                <c:pt idx="391">
                  <c:v>14.73</c:v>
                </c:pt>
                <c:pt idx="392">
                  <c:v>14.11</c:v>
                </c:pt>
                <c:pt idx="393">
                  <c:v>14.41</c:v>
                </c:pt>
                <c:pt idx="394">
                  <c:v>14.41</c:v>
                </c:pt>
                <c:pt idx="395">
                  <c:v>14.24</c:v>
                </c:pt>
                <c:pt idx="396">
                  <c:v>14</c:v>
                </c:pt>
                <c:pt idx="397">
                  <c:v>13.59</c:v>
                </c:pt>
                <c:pt idx="398">
                  <c:v>13.49</c:v>
                </c:pt>
                <c:pt idx="399">
                  <c:v>11.5</c:v>
                </c:pt>
                <c:pt idx="400">
                  <c:v>10.52</c:v>
                </c:pt>
                <c:pt idx="401">
                  <c:v>10.27</c:v>
                </c:pt>
                <c:pt idx="402">
                  <c:v>10.46</c:v>
                </c:pt>
                <c:pt idx="403">
                  <c:v>10.32</c:v>
                </c:pt>
                <c:pt idx="404">
                  <c:v>10.32</c:v>
                </c:pt>
                <c:pt idx="405">
                  <c:v>10.1</c:v>
                </c:pt>
                <c:pt idx="406">
                  <c:v>9.87</c:v>
                </c:pt>
                <c:pt idx="407">
                  <c:v>9.94</c:v>
                </c:pt>
                <c:pt idx="408">
                  <c:v>9.46</c:v>
                </c:pt>
                <c:pt idx="409">
                  <c:v>10</c:v>
                </c:pt>
                <c:pt idx="410">
                  <c:v>10.12</c:v>
                </c:pt>
                <c:pt idx="411">
                  <c:v>10.54</c:v>
                </c:pt>
                <c:pt idx="412">
                  <c:v>11.7</c:v>
                </c:pt>
                <c:pt idx="413">
                  <c:v>12.97</c:v>
                </c:pt>
                <c:pt idx="414">
                  <c:v>13.37</c:v>
                </c:pt>
                <c:pt idx="415">
                  <c:v>14.03</c:v>
                </c:pt>
                <c:pt idx="416">
                  <c:v>14.42</c:v>
                </c:pt>
                <c:pt idx="417">
                  <c:v>14.97</c:v>
                </c:pt>
                <c:pt idx="418">
                  <c:v>15.24</c:v>
                </c:pt>
                <c:pt idx="419">
                  <c:v>14.01</c:v>
                </c:pt>
                <c:pt idx="420">
                  <c:v>10.96</c:v>
                </c:pt>
                <c:pt idx="421">
                  <c:v>11.58</c:v>
                </c:pt>
                <c:pt idx="422">
                  <c:v>12.43</c:v>
                </c:pt>
                <c:pt idx="423">
                  <c:v>13.12</c:v>
                </c:pt>
                <c:pt idx="424">
                  <c:v>12.58</c:v>
                </c:pt>
                <c:pt idx="425">
                  <c:v>12.35</c:v>
                </c:pt>
                <c:pt idx="426">
                  <c:v>12.35</c:v>
                </c:pt>
                <c:pt idx="427">
                  <c:v>14.33</c:v>
                </c:pt>
                <c:pt idx="428">
                  <c:v>13.6</c:v>
                </c:pt>
                <c:pt idx="429">
                  <c:v>12.12</c:v>
                </c:pt>
                <c:pt idx="430">
                  <c:v>11.28</c:v>
                </c:pt>
                <c:pt idx="431">
                  <c:v>11.23</c:v>
                </c:pt>
                <c:pt idx="432">
                  <c:v>11.7</c:v>
                </c:pt>
                <c:pt idx="433">
                  <c:v>12.6</c:v>
                </c:pt>
                <c:pt idx="434">
                  <c:v>11.92</c:v>
                </c:pt>
                <c:pt idx="435">
                  <c:v>10.33</c:v>
                </c:pt>
                <c:pt idx="436">
                  <c:v>10.23</c:v>
                </c:pt>
                <c:pt idx="437">
                  <c:v>10.39</c:v>
                </c:pt>
                <c:pt idx="438">
                  <c:v>10.39</c:v>
                </c:pt>
                <c:pt idx="439">
                  <c:v>10.74</c:v>
                </c:pt>
                <c:pt idx="440">
                  <c:v>11.12</c:v>
                </c:pt>
                <c:pt idx="441">
                  <c:v>10.57</c:v>
                </c:pt>
                <c:pt idx="442">
                  <c:v>10.71</c:v>
                </c:pt>
                <c:pt idx="443">
                  <c:v>10.61</c:v>
                </c:pt>
                <c:pt idx="444">
                  <c:v>11.38</c:v>
                </c:pt>
                <c:pt idx="445">
                  <c:v>12.29</c:v>
                </c:pt>
                <c:pt idx="446">
                  <c:v>11.92</c:v>
                </c:pt>
                <c:pt idx="447">
                  <c:v>11.78</c:v>
                </c:pt>
                <c:pt idx="448">
                  <c:v>10.99</c:v>
                </c:pt>
                <c:pt idx="449">
                  <c:v>12.38</c:v>
                </c:pt>
                <c:pt idx="450">
                  <c:v>11.74</c:v>
                </c:pt>
              </c:numCache>
            </c:numRef>
          </c:yVal>
          <c:smooth val="0"/>
        </c:ser>
        <c:ser>
          <c:idx val="1"/>
          <c:order val="1"/>
          <c:tx>
            <c:strRef>
              <c:f>Sheet1!$C$1</c:f>
              <c:strCache>
                <c:ptCount val="1"/>
                <c:pt idx="0">
                  <c:v>Inner race</c:v>
                </c:pt>
              </c:strCache>
            </c:strRef>
          </c:tx>
          <c:spPr>
            <a:solidFill>
              <a:srgbClr val="1F8A8A"/>
            </a:solidFill>
            <a:ln w="22225" cap="flat">
              <a:solidFill>
                <a:srgbClr val="1F8A8A"/>
              </a:solidFill>
              <a:prstDash val="solid"/>
              <a:round/>
            </a:ln>
            <a:effectLst/>
          </c:spPr>
          <c:marker>
            <c:symbol val="none"/>
            <c:size val="6"/>
            <c:spPr>
              <a:solidFill>
                <a:srgbClr val="1F8A8A"/>
              </a:solidFill>
              <a:ln w="9525" cap="flat">
                <a:solidFill>
                  <a:srgbClr val="1F8A8A"/>
                </a:solidFill>
                <a:prstDash val="solid"/>
                <a:round/>
              </a:ln>
              <a:effectLst/>
            </c:spPr>
          </c:marker>
          <c:xVal>
            <c:numRef>
              <c:f>Sheet1!$A$2:$A$452</c:f>
              <c:numCache>
                <c:formatCode>General</c:formatCode>
                <c:ptCount val="451"/>
                <c:pt idx="0">
                  <c:v>-150</c:v>
                </c:pt>
                <c:pt idx="1">
                  <c:v>-149.67</c:v>
                </c:pt>
                <c:pt idx="2">
                  <c:v>-149.33</c:v>
                </c:pt>
                <c:pt idx="3">
                  <c:v>-149</c:v>
                </c:pt>
                <c:pt idx="4">
                  <c:v>-148.67</c:v>
                </c:pt>
                <c:pt idx="5">
                  <c:v>-148.33</c:v>
                </c:pt>
                <c:pt idx="6">
                  <c:v>-148</c:v>
                </c:pt>
                <c:pt idx="7">
                  <c:v>-147.67</c:v>
                </c:pt>
                <c:pt idx="8">
                  <c:v>-147.33</c:v>
                </c:pt>
                <c:pt idx="9">
                  <c:v>-147</c:v>
                </c:pt>
                <c:pt idx="10">
                  <c:v>-146.67</c:v>
                </c:pt>
                <c:pt idx="11">
                  <c:v>-146.33</c:v>
                </c:pt>
                <c:pt idx="12">
                  <c:v>-146</c:v>
                </c:pt>
                <c:pt idx="13">
                  <c:v>-145.67</c:v>
                </c:pt>
                <c:pt idx="14">
                  <c:v>-145.33</c:v>
                </c:pt>
                <c:pt idx="15">
                  <c:v>-145</c:v>
                </c:pt>
                <c:pt idx="16">
                  <c:v>-144.67</c:v>
                </c:pt>
                <c:pt idx="17">
                  <c:v>-144.33</c:v>
                </c:pt>
                <c:pt idx="18">
                  <c:v>-144</c:v>
                </c:pt>
                <c:pt idx="19">
                  <c:v>-143.67</c:v>
                </c:pt>
                <c:pt idx="20">
                  <c:v>-143.33</c:v>
                </c:pt>
                <c:pt idx="21">
                  <c:v>-143</c:v>
                </c:pt>
                <c:pt idx="22">
                  <c:v>-142.67</c:v>
                </c:pt>
                <c:pt idx="23">
                  <c:v>-142.33</c:v>
                </c:pt>
                <c:pt idx="24">
                  <c:v>-142</c:v>
                </c:pt>
                <c:pt idx="25">
                  <c:v>-141.67</c:v>
                </c:pt>
                <c:pt idx="26">
                  <c:v>-141.33</c:v>
                </c:pt>
                <c:pt idx="27">
                  <c:v>-141</c:v>
                </c:pt>
                <c:pt idx="28">
                  <c:v>-140.67</c:v>
                </c:pt>
                <c:pt idx="29">
                  <c:v>-140.33</c:v>
                </c:pt>
                <c:pt idx="30">
                  <c:v>-140</c:v>
                </c:pt>
                <c:pt idx="31">
                  <c:v>-139.67</c:v>
                </c:pt>
                <c:pt idx="32">
                  <c:v>-139.33</c:v>
                </c:pt>
                <c:pt idx="33">
                  <c:v>-139</c:v>
                </c:pt>
                <c:pt idx="34">
                  <c:v>-138.67</c:v>
                </c:pt>
                <c:pt idx="35">
                  <c:v>-138.33</c:v>
                </c:pt>
                <c:pt idx="36">
                  <c:v>-138</c:v>
                </c:pt>
                <c:pt idx="37">
                  <c:v>-137.67</c:v>
                </c:pt>
                <c:pt idx="38">
                  <c:v>-137.33</c:v>
                </c:pt>
                <c:pt idx="39">
                  <c:v>-137</c:v>
                </c:pt>
                <c:pt idx="40">
                  <c:v>-136.67</c:v>
                </c:pt>
                <c:pt idx="41">
                  <c:v>-136.33</c:v>
                </c:pt>
                <c:pt idx="42">
                  <c:v>-136</c:v>
                </c:pt>
                <c:pt idx="43">
                  <c:v>-135.67</c:v>
                </c:pt>
                <c:pt idx="44">
                  <c:v>-135.33</c:v>
                </c:pt>
                <c:pt idx="45">
                  <c:v>-135</c:v>
                </c:pt>
                <c:pt idx="46">
                  <c:v>-134.67</c:v>
                </c:pt>
                <c:pt idx="47">
                  <c:v>-134.33</c:v>
                </c:pt>
                <c:pt idx="48">
                  <c:v>-134</c:v>
                </c:pt>
                <c:pt idx="49">
                  <c:v>-133.67</c:v>
                </c:pt>
                <c:pt idx="50">
                  <c:v>-133.33</c:v>
                </c:pt>
                <c:pt idx="51">
                  <c:v>-133</c:v>
                </c:pt>
                <c:pt idx="52">
                  <c:v>-132.67</c:v>
                </c:pt>
                <c:pt idx="53">
                  <c:v>-132.33</c:v>
                </c:pt>
                <c:pt idx="54">
                  <c:v>-132</c:v>
                </c:pt>
                <c:pt idx="55">
                  <c:v>-131.67</c:v>
                </c:pt>
                <c:pt idx="56">
                  <c:v>-131.33</c:v>
                </c:pt>
                <c:pt idx="57">
                  <c:v>-131</c:v>
                </c:pt>
                <c:pt idx="58">
                  <c:v>-130.67</c:v>
                </c:pt>
                <c:pt idx="59">
                  <c:v>-130.33</c:v>
                </c:pt>
                <c:pt idx="60">
                  <c:v>-130</c:v>
                </c:pt>
                <c:pt idx="61">
                  <c:v>-129.67</c:v>
                </c:pt>
                <c:pt idx="62">
                  <c:v>-129.33</c:v>
                </c:pt>
                <c:pt idx="63">
                  <c:v>-129</c:v>
                </c:pt>
                <c:pt idx="64">
                  <c:v>-128.67</c:v>
                </c:pt>
                <c:pt idx="65">
                  <c:v>-128.33</c:v>
                </c:pt>
                <c:pt idx="66">
                  <c:v>-128</c:v>
                </c:pt>
                <c:pt idx="67">
                  <c:v>-127.67</c:v>
                </c:pt>
                <c:pt idx="68">
                  <c:v>-127.33</c:v>
                </c:pt>
                <c:pt idx="69">
                  <c:v>-127</c:v>
                </c:pt>
                <c:pt idx="70">
                  <c:v>-126.67</c:v>
                </c:pt>
                <c:pt idx="71">
                  <c:v>-126.33</c:v>
                </c:pt>
                <c:pt idx="72">
                  <c:v>-126</c:v>
                </c:pt>
                <c:pt idx="73">
                  <c:v>-125.67</c:v>
                </c:pt>
                <c:pt idx="74">
                  <c:v>-125.33</c:v>
                </c:pt>
                <c:pt idx="75">
                  <c:v>-125</c:v>
                </c:pt>
                <c:pt idx="76">
                  <c:v>-124.67</c:v>
                </c:pt>
                <c:pt idx="77">
                  <c:v>-124.33</c:v>
                </c:pt>
                <c:pt idx="78">
                  <c:v>-124</c:v>
                </c:pt>
                <c:pt idx="79">
                  <c:v>-123.67</c:v>
                </c:pt>
                <c:pt idx="80">
                  <c:v>-123.33</c:v>
                </c:pt>
                <c:pt idx="81">
                  <c:v>-123</c:v>
                </c:pt>
                <c:pt idx="82">
                  <c:v>-122.67</c:v>
                </c:pt>
                <c:pt idx="83">
                  <c:v>-122.33</c:v>
                </c:pt>
                <c:pt idx="84">
                  <c:v>-122</c:v>
                </c:pt>
                <c:pt idx="85">
                  <c:v>-121.67</c:v>
                </c:pt>
                <c:pt idx="86">
                  <c:v>-121.33</c:v>
                </c:pt>
                <c:pt idx="87">
                  <c:v>-121</c:v>
                </c:pt>
                <c:pt idx="88">
                  <c:v>-120.67</c:v>
                </c:pt>
                <c:pt idx="89">
                  <c:v>-120.33</c:v>
                </c:pt>
                <c:pt idx="90">
                  <c:v>-120</c:v>
                </c:pt>
                <c:pt idx="91">
                  <c:v>-119.67</c:v>
                </c:pt>
                <c:pt idx="92">
                  <c:v>-119.33</c:v>
                </c:pt>
                <c:pt idx="93">
                  <c:v>-119</c:v>
                </c:pt>
                <c:pt idx="94">
                  <c:v>-118.67</c:v>
                </c:pt>
                <c:pt idx="95">
                  <c:v>-118.33</c:v>
                </c:pt>
                <c:pt idx="96">
                  <c:v>-118</c:v>
                </c:pt>
                <c:pt idx="97">
                  <c:v>-117.67</c:v>
                </c:pt>
                <c:pt idx="98">
                  <c:v>-117.33</c:v>
                </c:pt>
                <c:pt idx="99">
                  <c:v>-117</c:v>
                </c:pt>
                <c:pt idx="100">
                  <c:v>-116.67</c:v>
                </c:pt>
                <c:pt idx="101">
                  <c:v>-116.33</c:v>
                </c:pt>
                <c:pt idx="102">
                  <c:v>-116</c:v>
                </c:pt>
                <c:pt idx="103">
                  <c:v>-115.67</c:v>
                </c:pt>
                <c:pt idx="104">
                  <c:v>-115.33</c:v>
                </c:pt>
                <c:pt idx="105">
                  <c:v>-115</c:v>
                </c:pt>
                <c:pt idx="106">
                  <c:v>-114.67</c:v>
                </c:pt>
                <c:pt idx="107">
                  <c:v>-114.33</c:v>
                </c:pt>
                <c:pt idx="108">
                  <c:v>-114</c:v>
                </c:pt>
                <c:pt idx="109">
                  <c:v>-113.67</c:v>
                </c:pt>
                <c:pt idx="110">
                  <c:v>-113.33</c:v>
                </c:pt>
                <c:pt idx="111">
                  <c:v>-113</c:v>
                </c:pt>
                <c:pt idx="112">
                  <c:v>-112.67</c:v>
                </c:pt>
                <c:pt idx="113">
                  <c:v>-112.33</c:v>
                </c:pt>
                <c:pt idx="114">
                  <c:v>-112</c:v>
                </c:pt>
                <c:pt idx="115">
                  <c:v>-111.67</c:v>
                </c:pt>
                <c:pt idx="116">
                  <c:v>-111.33</c:v>
                </c:pt>
                <c:pt idx="117">
                  <c:v>-111</c:v>
                </c:pt>
                <c:pt idx="118">
                  <c:v>-110.67</c:v>
                </c:pt>
                <c:pt idx="119">
                  <c:v>-110.33</c:v>
                </c:pt>
                <c:pt idx="120">
                  <c:v>-110</c:v>
                </c:pt>
                <c:pt idx="121">
                  <c:v>-109.67</c:v>
                </c:pt>
                <c:pt idx="122">
                  <c:v>-109.33</c:v>
                </c:pt>
                <c:pt idx="123">
                  <c:v>-109</c:v>
                </c:pt>
                <c:pt idx="124">
                  <c:v>-108.67</c:v>
                </c:pt>
                <c:pt idx="125">
                  <c:v>-108.33</c:v>
                </c:pt>
                <c:pt idx="126">
                  <c:v>-108</c:v>
                </c:pt>
                <c:pt idx="127">
                  <c:v>-107.67</c:v>
                </c:pt>
                <c:pt idx="128">
                  <c:v>-107.33</c:v>
                </c:pt>
                <c:pt idx="129">
                  <c:v>-107</c:v>
                </c:pt>
                <c:pt idx="130">
                  <c:v>-106.67</c:v>
                </c:pt>
                <c:pt idx="131">
                  <c:v>-106.33</c:v>
                </c:pt>
                <c:pt idx="132">
                  <c:v>-106</c:v>
                </c:pt>
                <c:pt idx="133">
                  <c:v>-105.67</c:v>
                </c:pt>
                <c:pt idx="134">
                  <c:v>-105.33</c:v>
                </c:pt>
                <c:pt idx="135">
                  <c:v>-105</c:v>
                </c:pt>
                <c:pt idx="136">
                  <c:v>-104.67</c:v>
                </c:pt>
                <c:pt idx="137">
                  <c:v>-104.33</c:v>
                </c:pt>
                <c:pt idx="138">
                  <c:v>-104</c:v>
                </c:pt>
                <c:pt idx="139">
                  <c:v>-103.67</c:v>
                </c:pt>
                <c:pt idx="140">
                  <c:v>-103.33</c:v>
                </c:pt>
                <c:pt idx="141">
                  <c:v>-103</c:v>
                </c:pt>
                <c:pt idx="142">
                  <c:v>-102.67</c:v>
                </c:pt>
                <c:pt idx="143">
                  <c:v>-102.33</c:v>
                </c:pt>
                <c:pt idx="144">
                  <c:v>-102</c:v>
                </c:pt>
                <c:pt idx="145">
                  <c:v>-101.67</c:v>
                </c:pt>
                <c:pt idx="146">
                  <c:v>-101.33</c:v>
                </c:pt>
                <c:pt idx="147">
                  <c:v>-101</c:v>
                </c:pt>
                <c:pt idx="148">
                  <c:v>-100.67</c:v>
                </c:pt>
                <c:pt idx="149">
                  <c:v>-100.33</c:v>
                </c:pt>
                <c:pt idx="150">
                  <c:v>-100</c:v>
                </c:pt>
                <c:pt idx="151">
                  <c:v>-99.67</c:v>
                </c:pt>
                <c:pt idx="152">
                  <c:v>-99.33</c:v>
                </c:pt>
                <c:pt idx="153">
                  <c:v>-99</c:v>
                </c:pt>
                <c:pt idx="154">
                  <c:v>-98.67</c:v>
                </c:pt>
                <c:pt idx="155">
                  <c:v>-98.33</c:v>
                </c:pt>
                <c:pt idx="156">
                  <c:v>-98</c:v>
                </c:pt>
                <c:pt idx="157">
                  <c:v>-97.67</c:v>
                </c:pt>
                <c:pt idx="158">
                  <c:v>-97.33</c:v>
                </c:pt>
                <c:pt idx="159">
                  <c:v>-97</c:v>
                </c:pt>
                <c:pt idx="160">
                  <c:v>-96.67</c:v>
                </c:pt>
                <c:pt idx="161">
                  <c:v>-96.33</c:v>
                </c:pt>
                <c:pt idx="162">
                  <c:v>-96</c:v>
                </c:pt>
                <c:pt idx="163">
                  <c:v>-95.67</c:v>
                </c:pt>
                <c:pt idx="164">
                  <c:v>-95.33</c:v>
                </c:pt>
                <c:pt idx="165">
                  <c:v>-95</c:v>
                </c:pt>
                <c:pt idx="166">
                  <c:v>-94.67</c:v>
                </c:pt>
                <c:pt idx="167">
                  <c:v>-94.33</c:v>
                </c:pt>
                <c:pt idx="168">
                  <c:v>-94</c:v>
                </c:pt>
                <c:pt idx="169">
                  <c:v>-93.67</c:v>
                </c:pt>
                <c:pt idx="170">
                  <c:v>-93.33</c:v>
                </c:pt>
                <c:pt idx="171">
                  <c:v>-93</c:v>
                </c:pt>
                <c:pt idx="172">
                  <c:v>-92.67</c:v>
                </c:pt>
                <c:pt idx="173">
                  <c:v>-92.33</c:v>
                </c:pt>
                <c:pt idx="174">
                  <c:v>-92</c:v>
                </c:pt>
                <c:pt idx="175">
                  <c:v>-91.67</c:v>
                </c:pt>
                <c:pt idx="176">
                  <c:v>-91.33</c:v>
                </c:pt>
                <c:pt idx="177">
                  <c:v>-91</c:v>
                </c:pt>
                <c:pt idx="178">
                  <c:v>-90.67</c:v>
                </c:pt>
                <c:pt idx="179">
                  <c:v>-90.33</c:v>
                </c:pt>
                <c:pt idx="180">
                  <c:v>-90</c:v>
                </c:pt>
                <c:pt idx="181">
                  <c:v>-89.67</c:v>
                </c:pt>
                <c:pt idx="182">
                  <c:v>-89.33</c:v>
                </c:pt>
                <c:pt idx="183">
                  <c:v>-89</c:v>
                </c:pt>
                <c:pt idx="184">
                  <c:v>-88.67</c:v>
                </c:pt>
                <c:pt idx="185">
                  <c:v>-88.33</c:v>
                </c:pt>
                <c:pt idx="186">
                  <c:v>-88</c:v>
                </c:pt>
                <c:pt idx="187">
                  <c:v>-87.67</c:v>
                </c:pt>
                <c:pt idx="188">
                  <c:v>-87.33</c:v>
                </c:pt>
                <c:pt idx="189">
                  <c:v>-87</c:v>
                </c:pt>
                <c:pt idx="190">
                  <c:v>-86.67</c:v>
                </c:pt>
                <c:pt idx="191">
                  <c:v>-86.33</c:v>
                </c:pt>
                <c:pt idx="192">
                  <c:v>-86</c:v>
                </c:pt>
                <c:pt idx="193">
                  <c:v>-85.67</c:v>
                </c:pt>
                <c:pt idx="194">
                  <c:v>-85.33</c:v>
                </c:pt>
                <c:pt idx="195">
                  <c:v>-85</c:v>
                </c:pt>
                <c:pt idx="196">
                  <c:v>-84.67</c:v>
                </c:pt>
                <c:pt idx="197">
                  <c:v>-84.33</c:v>
                </c:pt>
                <c:pt idx="198">
                  <c:v>-84</c:v>
                </c:pt>
                <c:pt idx="199">
                  <c:v>-83.67</c:v>
                </c:pt>
                <c:pt idx="200">
                  <c:v>-83.33</c:v>
                </c:pt>
                <c:pt idx="201">
                  <c:v>-83</c:v>
                </c:pt>
                <c:pt idx="202">
                  <c:v>-82.67</c:v>
                </c:pt>
                <c:pt idx="203">
                  <c:v>-82.33</c:v>
                </c:pt>
                <c:pt idx="204">
                  <c:v>-82</c:v>
                </c:pt>
                <c:pt idx="205">
                  <c:v>-81.67</c:v>
                </c:pt>
                <c:pt idx="206">
                  <c:v>-81.33</c:v>
                </c:pt>
                <c:pt idx="207">
                  <c:v>-81</c:v>
                </c:pt>
                <c:pt idx="208">
                  <c:v>-80.67</c:v>
                </c:pt>
                <c:pt idx="209">
                  <c:v>-80.33</c:v>
                </c:pt>
                <c:pt idx="210">
                  <c:v>-80</c:v>
                </c:pt>
                <c:pt idx="211">
                  <c:v>-79.67</c:v>
                </c:pt>
                <c:pt idx="212">
                  <c:v>-79.33</c:v>
                </c:pt>
                <c:pt idx="213">
                  <c:v>-79</c:v>
                </c:pt>
                <c:pt idx="214">
                  <c:v>-78.67</c:v>
                </c:pt>
                <c:pt idx="215">
                  <c:v>-78.33</c:v>
                </c:pt>
                <c:pt idx="216">
                  <c:v>-78</c:v>
                </c:pt>
                <c:pt idx="217">
                  <c:v>-77.67</c:v>
                </c:pt>
                <c:pt idx="218">
                  <c:v>-77.33</c:v>
                </c:pt>
                <c:pt idx="219">
                  <c:v>-77</c:v>
                </c:pt>
                <c:pt idx="220">
                  <c:v>-76.67</c:v>
                </c:pt>
                <c:pt idx="221">
                  <c:v>-76.33</c:v>
                </c:pt>
                <c:pt idx="222">
                  <c:v>-76</c:v>
                </c:pt>
                <c:pt idx="223">
                  <c:v>-75.67</c:v>
                </c:pt>
                <c:pt idx="224">
                  <c:v>-75.33</c:v>
                </c:pt>
                <c:pt idx="225">
                  <c:v>-75</c:v>
                </c:pt>
                <c:pt idx="226">
                  <c:v>-74.67</c:v>
                </c:pt>
                <c:pt idx="227">
                  <c:v>-74.33</c:v>
                </c:pt>
                <c:pt idx="228">
                  <c:v>-74</c:v>
                </c:pt>
                <c:pt idx="229">
                  <c:v>-73.67</c:v>
                </c:pt>
                <c:pt idx="230">
                  <c:v>-73.33</c:v>
                </c:pt>
                <c:pt idx="231">
                  <c:v>-73</c:v>
                </c:pt>
                <c:pt idx="232">
                  <c:v>-72.67</c:v>
                </c:pt>
                <c:pt idx="233">
                  <c:v>-72.33</c:v>
                </c:pt>
                <c:pt idx="234">
                  <c:v>-72</c:v>
                </c:pt>
                <c:pt idx="235">
                  <c:v>-71.67</c:v>
                </c:pt>
                <c:pt idx="236">
                  <c:v>-71.33</c:v>
                </c:pt>
                <c:pt idx="237">
                  <c:v>-71</c:v>
                </c:pt>
                <c:pt idx="238">
                  <c:v>-70.67</c:v>
                </c:pt>
                <c:pt idx="239">
                  <c:v>-70.33</c:v>
                </c:pt>
                <c:pt idx="240">
                  <c:v>-70</c:v>
                </c:pt>
                <c:pt idx="241">
                  <c:v>-69.67</c:v>
                </c:pt>
                <c:pt idx="242">
                  <c:v>-69.33</c:v>
                </c:pt>
                <c:pt idx="243">
                  <c:v>-69</c:v>
                </c:pt>
                <c:pt idx="244">
                  <c:v>-68.67</c:v>
                </c:pt>
                <c:pt idx="245">
                  <c:v>-68.33</c:v>
                </c:pt>
                <c:pt idx="246">
                  <c:v>-68</c:v>
                </c:pt>
                <c:pt idx="247">
                  <c:v>-67.67</c:v>
                </c:pt>
                <c:pt idx="248">
                  <c:v>-67.33</c:v>
                </c:pt>
                <c:pt idx="249">
                  <c:v>-67</c:v>
                </c:pt>
                <c:pt idx="250">
                  <c:v>-66.67</c:v>
                </c:pt>
                <c:pt idx="251">
                  <c:v>-66.33</c:v>
                </c:pt>
                <c:pt idx="252">
                  <c:v>-66</c:v>
                </c:pt>
                <c:pt idx="253">
                  <c:v>-65.67</c:v>
                </c:pt>
                <c:pt idx="254">
                  <c:v>-65.33</c:v>
                </c:pt>
                <c:pt idx="255">
                  <c:v>-65</c:v>
                </c:pt>
                <c:pt idx="256">
                  <c:v>-64.67</c:v>
                </c:pt>
                <c:pt idx="257">
                  <c:v>-64.33</c:v>
                </c:pt>
                <c:pt idx="258">
                  <c:v>-64</c:v>
                </c:pt>
                <c:pt idx="259">
                  <c:v>-63.67</c:v>
                </c:pt>
                <c:pt idx="260">
                  <c:v>-63.33</c:v>
                </c:pt>
                <c:pt idx="261">
                  <c:v>-63</c:v>
                </c:pt>
                <c:pt idx="262">
                  <c:v>-62.67</c:v>
                </c:pt>
                <c:pt idx="263">
                  <c:v>-62.33</c:v>
                </c:pt>
                <c:pt idx="264">
                  <c:v>-62</c:v>
                </c:pt>
                <c:pt idx="265">
                  <c:v>-61.67</c:v>
                </c:pt>
                <c:pt idx="266">
                  <c:v>-61.33</c:v>
                </c:pt>
                <c:pt idx="267">
                  <c:v>-61</c:v>
                </c:pt>
                <c:pt idx="268">
                  <c:v>-60.67</c:v>
                </c:pt>
                <c:pt idx="269">
                  <c:v>-60.33</c:v>
                </c:pt>
                <c:pt idx="270">
                  <c:v>-60</c:v>
                </c:pt>
                <c:pt idx="271">
                  <c:v>-59.67</c:v>
                </c:pt>
                <c:pt idx="272">
                  <c:v>-59.33</c:v>
                </c:pt>
                <c:pt idx="273">
                  <c:v>-59</c:v>
                </c:pt>
                <c:pt idx="274">
                  <c:v>-58.67</c:v>
                </c:pt>
                <c:pt idx="275">
                  <c:v>-58.33</c:v>
                </c:pt>
                <c:pt idx="276">
                  <c:v>-58</c:v>
                </c:pt>
                <c:pt idx="277">
                  <c:v>-57.67</c:v>
                </c:pt>
                <c:pt idx="278">
                  <c:v>-57.33</c:v>
                </c:pt>
                <c:pt idx="279">
                  <c:v>-57</c:v>
                </c:pt>
                <c:pt idx="280">
                  <c:v>-56.67</c:v>
                </c:pt>
                <c:pt idx="281">
                  <c:v>-56.33</c:v>
                </c:pt>
                <c:pt idx="282">
                  <c:v>-56</c:v>
                </c:pt>
                <c:pt idx="283">
                  <c:v>-55.67</c:v>
                </c:pt>
                <c:pt idx="284">
                  <c:v>-55.33</c:v>
                </c:pt>
                <c:pt idx="285">
                  <c:v>-55</c:v>
                </c:pt>
                <c:pt idx="286">
                  <c:v>-54.67</c:v>
                </c:pt>
                <c:pt idx="287">
                  <c:v>-54.33</c:v>
                </c:pt>
                <c:pt idx="288">
                  <c:v>-54</c:v>
                </c:pt>
                <c:pt idx="289">
                  <c:v>-53.67</c:v>
                </c:pt>
                <c:pt idx="290">
                  <c:v>-53.33</c:v>
                </c:pt>
                <c:pt idx="291">
                  <c:v>-53</c:v>
                </c:pt>
                <c:pt idx="292">
                  <c:v>-52.67</c:v>
                </c:pt>
                <c:pt idx="293">
                  <c:v>-52.33</c:v>
                </c:pt>
                <c:pt idx="294">
                  <c:v>-52</c:v>
                </c:pt>
                <c:pt idx="295">
                  <c:v>-51.67</c:v>
                </c:pt>
                <c:pt idx="296">
                  <c:v>-51.33</c:v>
                </c:pt>
                <c:pt idx="297">
                  <c:v>-51</c:v>
                </c:pt>
                <c:pt idx="298">
                  <c:v>-50.67</c:v>
                </c:pt>
                <c:pt idx="299">
                  <c:v>-50.33</c:v>
                </c:pt>
                <c:pt idx="300">
                  <c:v>-50</c:v>
                </c:pt>
                <c:pt idx="301">
                  <c:v>-49.67</c:v>
                </c:pt>
                <c:pt idx="302">
                  <c:v>-49.33</c:v>
                </c:pt>
                <c:pt idx="303">
                  <c:v>-49</c:v>
                </c:pt>
                <c:pt idx="304">
                  <c:v>-48.67</c:v>
                </c:pt>
                <c:pt idx="305">
                  <c:v>-48.33</c:v>
                </c:pt>
                <c:pt idx="306">
                  <c:v>-48</c:v>
                </c:pt>
                <c:pt idx="307">
                  <c:v>-47.67</c:v>
                </c:pt>
                <c:pt idx="308">
                  <c:v>-47.33</c:v>
                </c:pt>
                <c:pt idx="309">
                  <c:v>-47</c:v>
                </c:pt>
                <c:pt idx="310">
                  <c:v>-46.67</c:v>
                </c:pt>
                <c:pt idx="311">
                  <c:v>-46.33</c:v>
                </c:pt>
                <c:pt idx="312">
                  <c:v>-46</c:v>
                </c:pt>
                <c:pt idx="313">
                  <c:v>-45.67</c:v>
                </c:pt>
                <c:pt idx="314">
                  <c:v>-45.33</c:v>
                </c:pt>
                <c:pt idx="315">
                  <c:v>-45</c:v>
                </c:pt>
                <c:pt idx="316">
                  <c:v>-44.67</c:v>
                </c:pt>
                <c:pt idx="317">
                  <c:v>-44.33</c:v>
                </c:pt>
                <c:pt idx="318">
                  <c:v>-44</c:v>
                </c:pt>
                <c:pt idx="319">
                  <c:v>-43.67</c:v>
                </c:pt>
                <c:pt idx="320">
                  <c:v>-43.33</c:v>
                </c:pt>
                <c:pt idx="321">
                  <c:v>-43</c:v>
                </c:pt>
                <c:pt idx="322">
                  <c:v>-42.67</c:v>
                </c:pt>
                <c:pt idx="323">
                  <c:v>-42.33</c:v>
                </c:pt>
                <c:pt idx="324">
                  <c:v>-42</c:v>
                </c:pt>
                <c:pt idx="325">
                  <c:v>-41.67</c:v>
                </c:pt>
                <c:pt idx="326">
                  <c:v>-41.33</c:v>
                </c:pt>
                <c:pt idx="327">
                  <c:v>-41</c:v>
                </c:pt>
                <c:pt idx="328">
                  <c:v>-40.67</c:v>
                </c:pt>
                <c:pt idx="329">
                  <c:v>-40.33</c:v>
                </c:pt>
                <c:pt idx="330">
                  <c:v>-40</c:v>
                </c:pt>
                <c:pt idx="331">
                  <c:v>-39.67</c:v>
                </c:pt>
                <c:pt idx="332">
                  <c:v>-39.33</c:v>
                </c:pt>
                <c:pt idx="333">
                  <c:v>-39</c:v>
                </c:pt>
                <c:pt idx="334">
                  <c:v>-38.67</c:v>
                </c:pt>
                <c:pt idx="335">
                  <c:v>-38.33</c:v>
                </c:pt>
                <c:pt idx="336">
                  <c:v>-38</c:v>
                </c:pt>
                <c:pt idx="337">
                  <c:v>-37.67</c:v>
                </c:pt>
                <c:pt idx="338">
                  <c:v>-37.33</c:v>
                </c:pt>
                <c:pt idx="339">
                  <c:v>-37</c:v>
                </c:pt>
                <c:pt idx="340">
                  <c:v>-36.67</c:v>
                </c:pt>
                <c:pt idx="341">
                  <c:v>-36.33</c:v>
                </c:pt>
                <c:pt idx="342">
                  <c:v>-36</c:v>
                </c:pt>
                <c:pt idx="343">
                  <c:v>-35.67</c:v>
                </c:pt>
                <c:pt idx="344">
                  <c:v>-35.33</c:v>
                </c:pt>
                <c:pt idx="345">
                  <c:v>-35</c:v>
                </c:pt>
                <c:pt idx="346">
                  <c:v>-34.67</c:v>
                </c:pt>
                <c:pt idx="347">
                  <c:v>-34.33</c:v>
                </c:pt>
                <c:pt idx="348">
                  <c:v>-34</c:v>
                </c:pt>
                <c:pt idx="349">
                  <c:v>-33.67</c:v>
                </c:pt>
                <c:pt idx="350">
                  <c:v>-33.33</c:v>
                </c:pt>
                <c:pt idx="351">
                  <c:v>-33</c:v>
                </c:pt>
                <c:pt idx="352">
                  <c:v>-32.67</c:v>
                </c:pt>
                <c:pt idx="353">
                  <c:v>-32.33</c:v>
                </c:pt>
                <c:pt idx="354">
                  <c:v>-32</c:v>
                </c:pt>
                <c:pt idx="355">
                  <c:v>-31.67</c:v>
                </c:pt>
                <c:pt idx="356">
                  <c:v>-31.33</c:v>
                </c:pt>
                <c:pt idx="357">
                  <c:v>-31</c:v>
                </c:pt>
                <c:pt idx="358">
                  <c:v>-30.67</c:v>
                </c:pt>
                <c:pt idx="359">
                  <c:v>-30.33</c:v>
                </c:pt>
                <c:pt idx="360">
                  <c:v>-30</c:v>
                </c:pt>
                <c:pt idx="361">
                  <c:v>-29.67</c:v>
                </c:pt>
                <c:pt idx="362">
                  <c:v>-29.33</c:v>
                </c:pt>
                <c:pt idx="363">
                  <c:v>-29</c:v>
                </c:pt>
                <c:pt idx="364">
                  <c:v>-28.67</c:v>
                </c:pt>
                <c:pt idx="365">
                  <c:v>-28.33</c:v>
                </c:pt>
                <c:pt idx="366">
                  <c:v>-28</c:v>
                </c:pt>
                <c:pt idx="367">
                  <c:v>-27.67</c:v>
                </c:pt>
                <c:pt idx="368">
                  <c:v>-27.33</c:v>
                </c:pt>
                <c:pt idx="369">
                  <c:v>-27</c:v>
                </c:pt>
                <c:pt idx="370">
                  <c:v>-26.67</c:v>
                </c:pt>
                <c:pt idx="371">
                  <c:v>-26.33</c:v>
                </c:pt>
                <c:pt idx="372">
                  <c:v>-26</c:v>
                </c:pt>
                <c:pt idx="373">
                  <c:v>-25.67</c:v>
                </c:pt>
                <c:pt idx="374">
                  <c:v>-25.33</c:v>
                </c:pt>
                <c:pt idx="375">
                  <c:v>-25</c:v>
                </c:pt>
                <c:pt idx="376">
                  <c:v>-24.67</c:v>
                </c:pt>
                <c:pt idx="377">
                  <c:v>-24.33</c:v>
                </c:pt>
                <c:pt idx="378">
                  <c:v>-24</c:v>
                </c:pt>
                <c:pt idx="379">
                  <c:v>-23.67</c:v>
                </c:pt>
                <c:pt idx="380">
                  <c:v>-23.33</c:v>
                </c:pt>
                <c:pt idx="381">
                  <c:v>-23</c:v>
                </c:pt>
                <c:pt idx="382">
                  <c:v>-22.67</c:v>
                </c:pt>
                <c:pt idx="383">
                  <c:v>-22.33</c:v>
                </c:pt>
                <c:pt idx="384">
                  <c:v>-22</c:v>
                </c:pt>
                <c:pt idx="385">
                  <c:v>-21.67</c:v>
                </c:pt>
                <c:pt idx="386">
                  <c:v>-21.33</c:v>
                </c:pt>
                <c:pt idx="387">
                  <c:v>-21</c:v>
                </c:pt>
                <c:pt idx="388">
                  <c:v>-20.67</c:v>
                </c:pt>
                <c:pt idx="389">
                  <c:v>-20.33</c:v>
                </c:pt>
                <c:pt idx="390">
                  <c:v>-20</c:v>
                </c:pt>
                <c:pt idx="391">
                  <c:v>-19.67</c:v>
                </c:pt>
                <c:pt idx="392">
                  <c:v>-19.33</c:v>
                </c:pt>
                <c:pt idx="393">
                  <c:v>-19</c:v>
                </c:pt>
                <c:pt idx="394">
                  <c:v>-18.67</c:v>
                </c:pt>
                <c:pt idx="395">
                  <c:v>-18.33</c:v>
                </c:pt>
                <c:pt idx="396">
                  <c:v>-18</c:v>
                </c:pt>
                <c:pt idx="397">
                  <c:v>-17.67</c:v>
                </c:pt>
                <c:pt idx="398">
                  <c:v>-17.33</c:v>
                </c:pt>
                <c:pt idx="399">
                  <c:v>-17</c:v>
                </c:pt>
                <c:pt idx="400">
                  <c:v>-16.67</c:v>
                </c:pt>
                <c:pt idx="401">
                  <c:v>-16.33</c:v>
                </c:pt>
                <c:pt idx="402">
                  <c:v>-16</c:v>
                </c:pt>
                <c:pt idx="403">
                  <c:v>-15.67</c:v>
                </c:pt>
                <c:pt idx="404">
                  <c:v>-15.33</c:v>
                </c:pt>
                <c:pt idx="405">
                  <c:v>-15</c:v>
                </c:pt>
                <c:pt idx="406">
                  <c:v>-14.67</c:v>
                </c:pt>
                <c:pt idx="407">
                  <c:v>-14.33</c:v>
                </c:pt>
                <c:pt idx="408">
                  <c:v>-14</c:v>
                </c:pt>
                <c:pt idx="409">
                  <c:v>-13.67</c:v>
                </c:pt>
                <c:pt idx="410">
                  <c:v>-13.33</c:v>
                </c:pt>
                <c:pt idx="411">
                  <c:v>-13</c:v>
                </c:pt>
                <c:pt idx="412">
                  <c:v>-12.67</c:v>
                </c:pt>
                <c:pt idx="413">
                  <c:v>-12.33</c:v>
                </c:pt>
                <c:pt idx="414">
                  <c:v>-12</c:v>
                </c:pt>
                <c:pt idx="415">
                  <c:v>-11.67</c:v>
                </c:pt>
                <c:pt idx="416">
                  <c:v>-11.33</c:v>
                </c:pt>
                <c:pt idx="417">
                  <c:v>-11</c:v>
                </c:pt>
                <c:pt idx="418">
                  <c:v>-10.67</c:v>
                </c:pt>
                <c:pt idx="419">
                  <c:v>-10.33</c:v>
                </c:pt>
                <c:pt idx="420">
                  <c:v>-10</c:v>
                </c:pt>
                <c:pt idx="421">
                  <c:v>-9.67</c:v>
                </c:pt>
                <c:pt idx="422">
                  <c:v>-9.33</c:v>
                </c:pt>
                <c:pt idx="423">
                  <c:v>-9</c:v>
                </c:pt>
                <c:pt idx="424">
                  <c:v>-8.67</c:v>
                </c:pt>
                <c:pt idx="425">
                  <c:v>-8.33</c:v>
                </c:pt>
                <c:pt idx="426">
                  <c:v>-8</c:v>
                </c:pt>
                <c:pt idx="427">
                  <c:v>-7.67</c:v>
                </c:pt>
                <c:pt idx="428">
                  <c:v>-7.33</c:v>
                </c:pt>
                <c:pt idx="429">
                  <c:v>-7</c:v>
                </c:pt>
                <c:pt idx="430">
                  <c:v>-6.67</c:v>
                </c:pt>
                <c:pt idx="431">
                  <c:v>-6.33</c:v>
                </c:pt>
                <c:pt idx="432">
                  <c:v>-6</c:v>
                </c:pt>
                <c:pt idx="433">
                  <c:v>-5.67</c:v>
                </c:pt>
                <c:pt idx="434">
                  <c:v>-5.33</c:v>
                </c:pt>
                <c:pt idx="435">
                  <c:v>-5</c:v>
                </c:pt>
                <c:pt idx="436">
                  <c:v>-4.67</c:v>
                </c:pt>
                <c:pt idx="437">
                  <c:v>-4.33</c:v>
                </c:pt>
                <c:pt idx="438">
                  <c:v>-4</c:v>
                </c:pt>
                <c:pt idx="439">
                  <c:v>-3.67</c:v>
                </c:pt>
                <c:pt idx="440">
                  <c:v>-3.33</c:v>
                </c:pt>
                <c:pt idx="441">
                  <c:v>-3</c:v>
                </c:pt>
                <c:pt idx="442">
                  <c:v>-2.67</c:v>
                </c:pt>
                <c:pt idx="443">
                  <c:v>-2.33</c:v>
                </c:pt>
                <c:pt idx="444">
                  <c:v>-2</c:v>
                </c:pt>
                <c:pt idx="445">
                  <c:v>-1.67</c:v>
                </c:pt>
                <c:pt idx="446">
                  <c:v>-1.33</c:v>
                </c:pt>
                <c:pt idx="447">
                  <c:v>-1</c:v>
                </c:pt>
                <c:pt idx="448">
                  <c:v>-0.67</c:v>
                </c:pt>
                <c:pt idx="449">
                  <c:v>-0.33</c:v>
                </c:pt>
                <c:pt idx="450">
                  <c:v>0</c:v>
                </c:pt>
              </c:numCache>
            </c:numRef>
          </c:xVal>
          <c:yVal>
            <c:numRef>
              <c:f>Sheet1!$C$2:$C$452</c:f>
              <c:numCache>
                <c:formatCode>General</c:formatCode>
                <c:ptCount val="451"/>
                <c:pt idx="0">
                  <c:v>0.79</c:v>
                </c:pt>
                <c:pt idx="1">
                  <c:v>0.79</c:v>
                </c:pt>
                <c:pt idx="2">
                  <c:v>0.34</c:v>
                </c:pt>
                <c:pt idx="3">
                  <c:v>1.57</c:v>
                </c:pt>
                <c:pt idx="4">
                  <c:v>1.53</c:v>
                </c:pt>
                <c:pt idx="5">
                  <c:v>1.19</c:v>
                </c:pt>
                <c:pt idx="6">
                  <c:v>0.96</c:v>
                </c:pt>
                <c:pt idx="7">
                  <c:v>0.64</c:v>
                </c:pt>
                <c:pt idx="8">
                  <c:v>1.12</c:v>
                </c:pt>
                <c:pt idx="9">
                  <c:v>0.99</c:v>
                </c:pt>
                <c:pt idx="10">
                  <c:v>0.91</c:v>
                </c:pt>
                <c:pt idx="11">
                  <c:v>0.03</c:v>
                </c:pt>
                <c:pt idx="12">
                  <c:v>-0.71</c:v>
                </c:pt>
                <c:pt idx="13">
                  <c:v>0.13</c:v>
                </c:pt>
                <c:pt idx="14">
                  <c:v>0.67</c:v>
                </c:pt>
                <c:pt idx="15">
                  <c:v>0.96</c:v>
                </c:pt>
                <c:pt idx="16">
                  <c:v>0.96</c:v>
                </c:pt>
                <c:pt idx="17">
                  <c:v>0.66</c:v>
                </c:pt>
                <c:pt idx="18">
                  <c:v>0.22</c:v>
                </c:pt>
                <c:pt idx="19">
                  <c:v>0.22</c:v>
                </c:pt>
                <c:pt idx="20">
                  <c:v>0.52</c:v>
                </c:pt>
                <c:pt idx="21">
                  <c:v>1.07</c:v>
                </c:pt>
                <c:pt idx="22">
                  <c:v>0.09</c:v>
                </c:pt>
                <c:pt idx="23">
                  <c:v>-0.07</c:v>
                </c:pt>
                <c:pt idx="24">
                  <c:v>-0.05</c:v>
                </c:pt>
                <c:pt idx="25">
                  <c:v>0.6</c:v>
                </c:pt>
                <c:pt idx="26">
                  <c:v>0.58</c:v>
                </c:pt>
                <c:pt idx="27">
                  <c:v>0.6</c:v>
                </c:pt>
                <c:pt idx="28">
                  <c:v>0.98</c:v>
                </c:pt>
                <c:pt idx="29">
                  <c:v>1.65</c:v>
                </c:pt>
                <c:pt idx="30">
                  <c:v>1.5</c:v>
                </c:pt>
                <c:pt idx="31">
                  <c:v>1.63</c:v>
                </c:pt>
                <c:pt idx="32">
                  <c:v>1.25</c:v>
                </c:pt>
                <c:pt idx="33">
                  <c:v>1.46</c:v>
                </c:pt>
                <c:pt idx="34">
                  <c:v>1.12</c:v>
                </c:pt>
                <c:pt idx="35">
                  <c:v>0.85</c:v>
                </c:pt>
                <c:pt idx="36">
                  <c:v>1.09</c:v>
                </c:pt>
                <c:pt idx="37">
                  <c:v>0.86</c:v>
                </c:pt>
                <c:pt idx="38">
                  <c:v>0.98</c:v>
                </c:pt>
                <c:pt idx="39">
                  <c:v>0.62</c:v>
                </c:pt>
                <c:pt idx="40">
                  <c:v>0.39</c:v>
                </c:pt>
                <c:pt idx="41">
                  <c:v>0.68</c:v>
                </c:pt>
                <c:pt idx="42">
                  <c:v>-0.32</c:v>
                </c:pt>
                <c:pt idx="43">
                  <c:v>0.43</c:v>
                </c:pt>
                <c:pt idx="44">
                  <c:v>-0.15</c:v>
                </c:pt>
                <c:pt idx="45">
                  <c:v>0.04</c:v>
                </c:pt>
                <c:pt idx="46">
                  <c:v>-0.18</c:v>
                </c:pt>
                <c:pt idx="47">
                  <c:v>-0.24</c:v>
                </c:pt>
                <c:pt idx="48">
                  <c:v>-0.74</c:v>
                </c:pt>
                <c:pt idx="49">
                  <c:v>-0.04</c:v>
                </c:pt>
                <c:pt idx="50">
                  <c:v>0.05</c:v>
                </c:pt>
                <c:pt idx="51">
                  <c:v>0.47</c:v>
                </c:pt>
                <c:pt idx="52">
                  <c:v>0.02</c:v>
                </c:pt>
                <c:pt idx="53">
                  <c:v>0.49</c:v>
                </c:pt>
                <c:pt idx="54">
                  <c:v>0.74</c:v>
                </c:pt>
                <c:pt idx="55">
                  <c:v>1.25</c:v>
                </c:pt>
                <c:pt idx="56">
                  <c:v>0.35</c:v>
                </c:pt>
                <c:pt idx="57">
                  <c:v>0.51</c:v>
                </c:pt>
                <c:pt idx="58">
                  <c:v>-0.12</c:v>
                </c:pt>
                <c:pt idx="59">
                  <c:v>0.19</c:v>
                </c:pt>
                <c:pt idx="60">
                  <c:v>0.2</c:v>
                </c:pt>
                <c:pt idx="61">
                  <c:v>0.24</c:v>
                </c:pt>
                <c:pt idx="62">
                  <c:v>-0.3</c:v>
                </c:pt>
                <c:pt idx="63">
                  <c:v>-0.77</c:v>
                </c:pt>
                <c:pt idx="64">
                  <c:v>-0.58</c:v>
                </c:pt>
                <c:pt idx="65">
                  <c:v>-0.07</c:v>
                </c:pt>
                <c:pt idx="66">
                  <c:v>-0.03</c:v>
                </c:pt>
                <c:pt idx="67">
                  <c:v>-0.03</c:v>
                </c:pt>
                <c:pt idx="68">
                  <c:v>0.58</c:v>
                </c:pt>
                <c:pt idx="69">
                  <c:v>0.58</c:v>
                </c:pt>
                <c:pt idx="70">
                  <c:v>0.57</c:v>
                </c:pt>
                <c:pt idx="71">
                  <c:v>-0.09</c:v>
                </c:pt>
                <c:pt idx="72">
                  <c:v>-0.49</c:v>
                </c:pt>
                <c:pt idx="73">
                  <c:v>-0.24</c:v>
                </c:pt>
                <c:pt idx="74">
                  <c:v>-0.01</c:v>
                </c:pt>
                <c:pt idx="75">
                  <c:v>0.39</c:v>
                </c:pt>
                <c:pt idx="76">
                  <c:v>-0.1</c:v>
                </c:pt>
                <c:pt idx="77">
                  <c:v>0.91</c:v>
                </c:pt>
                <c:pt idx="78">
                  <c:v>1.32</c:v>
                </c:pt>
                <c:pt idx="79">
                  <c:v>1.29</c:v>
                </c:pt>
                <c:pt idx="80">
                  <c:v>0.44</c:v>
                </c:pt>
                <c:pt idx="81">
                  <c:v>0.64</c:v>
                </c:pt>
                <c:pt idx="82">
                  <c:v>0.66</c:v>
                </c:pt>
                <c:pt idx="83">
                  <c:v>0.43</c:v>
                </c:pt>
                <c:pt idx="84">
                  <c:v>0.18</c:v>
                </c:pt>
                <c:pt idx="85">
                  <c:v>-0.06</c:v>
                </c:pt>
                <c:pt idx="86">
                  <c:v>0.43</c:v>
                </c:pt>
                <c:pt idx="87">
                  <c:v>-0.06</c:v>
                </c:pt>
                <c:pt idx="88">
                  <c:v>0.48</c:v>
                </c:pt>
                <c:pt idx="89">
                  <c:v>-0.04</c:v>
                </c:pt>
                <c:pt idx="90">
                  <c:v>0.54</c:v>
                </c:pt>
                <c:pt idx="91">
                  <c:v>1.12</c:v>
                </c:pt>
                <c:pt idx="92">
                  <c:v>0.93</c:v>
                </c:pt>
                <c:pt idx="93">
                  <c:v>0.93</c:v>
                </c:pt>
                <c:pt idx="94">
                  <c:v>0.21</c:v>
                </c:pt>
                <c:pt idx="95">
                  <c:v>0.52</c:v>
                </c:pt>
                <c:pt idx="96">
                  <c:v>0.21</c:v>
                </c:pt>
                <c:pt idx="97">
                  <c:v>0.44</c:v>
                </c:pt>
                <c:pt idx="98">
                  <c:v>-0.11</c:v>
                </c:pt>
                <c:pt idx="99">
                  <c:v>0.04</c:v>
                </c:pt>
                <c:pt idx="100">
                  <c:v>0.84</c:v>
                </c:pt>
                <c:pt idx="101">
                  <c:v>0.7</c:v>
                </c:pt>
                <c:pt idx="102">
                  <c:v>0.55</c:v>
                </c:pt>
                <c:pt idx="103">
                  <c:v>0.15</c:v>
                </c:pt>
                <c:pt idx="104">
                  <c:v>0.31</c:v>
                </c:pt>
                <c:pt idx="105">
                  <c:v>0.31</c:v>
                </c:pt>
                <c:pt idx="106">
                  <c:v>0.31</c:v>
                </c:pt>
                <c:pt idx="107">
                  <c:v>0.12</c:v>
                </c:pt>
                <c:pt idx="108">
                  <c:v>-0.34</c:v>
                </c:pt>
                <c:pt idx="109">
                  <c:v>-0.32</c:v>
                </c:pt>
                <c:pt idx="110">
                  <c:v>-0.07</c:v>
                </c:pt>
                <c:pt idx="111">
                  <c:v>0.41</c:v>
                </c:pt>
                <c:pt idx="112">
                  <c:v>0.64</c:v>
                </c:pt>
                <c:pt idx="113">
                  <c:v>-0.55</c:v>
                </c:pt>
                <c:pt idx="114">
                  <c:v>-0.41</c:v>
                </c:pt>
                <c:pt idx="115">
                  <c:v>-0.4</c:v>
                </c:pt>
                <c:pt idx="116">
                  <c:v>0.2</c:v>
                </c:pt>
                <c:pt idx="117">
                  <c:v>0.22</c:v>
                </c:pt>
                <c:pt idx="118">
                  <c:v>-0.04</c:v>
                </c:pt>
                <c:pt idx="119">
                  <c:v>0.03</c:v>
                </c:pt>
                <c:pt idx="120">
                  <c:v>-0.26</c:v>
                </c:pt>
                <c:pt idx="121">
                  <c:v>0.17</c:v>
                </c:pt>
                <c:pt idx="122">
                  <c:v>0.28</c:v>
                </c:pt>
                <c:pt idx="123">
                  <c:v>0.43</c:v>
                </c:pt>
                <c:pt idx="124">
                  <c:v>0.43</c:v>
                </c:pt>
                <c:pt idx="125">
                  <c:v>0.43</c:v>
                </c:pt>
                <c:pt idx="126">
                  <c:v>0.08</c:v>
                </c:pt>
                <c:pt idx="127">
                  <c:v>0.08</c:v>
                </c:pt>
                <c:pt idx="128">
                  <c:v>-0.21</c:v>
                </c:pt>
                <c:pt idx="129">
                  <c:v>-0.2</c:v>
                </c:pt>
                <c:pt idx="130">
                  <c:v>-0.16</c:v>
                </c:pt>
                <c:pt idx="131">
                  <c:v>0.04</c:v>
                </c:pt>
                <c:pt idx="132">
                  <c:v>0.29</c:v>
                </c:pt>
                <c:pt idx="133">
                  <c:v>0.37</c:v>
                </c:pt>
                <c:pt idx="134">
                  <c:v>0.3</c:v>
                </c:pt>
                <c:pt idx="135">
                  <c:v>0.13</c:v>
                </c:pt>
                <c:pt idx="136">
                  <c:v>0.36</c:v>
                </c:pt>
                <c:pt idx="137">
                  <c:v>0.46</c:v>
                </c:pt>
                <c:pt idx="138">
                  <c:v>0.74</c:v>
                </c:pt>
                <c:pt idx="139">
                  <c:v>0.49</c:v>
                </c:pt>
                <c:pt idx="140">
                  <c:v>0.49</c:v>
                </c:pt>
                <c:pt idx="141">
                  <c:v>0.45</c:v>
                </c:pt>
                <c:pt idx="142">
                  <c:v>0.58</c:v>
                </c:pt>
                <c:pt idx="143">
                  <c:v>0.08</c:v>
                </c:pt>
                <c:pt idx="144">
                  <c:v>0.91</c:v>
                </c:pt>
                <c:pt idx="145">
                  <c:v>0.31</c:v>
                </c:pt>
                <c:pt idx="146">
                  <c:v>1.22</c:v>
                </c:pt>
                <c:pt idx="147">
                  <c:v>0.78</c:v>
                </c:pt>
                <c:pt idx="148">
                  <c:v>0.47</c:v>
                </c:pt>
                <c:pt idx="149">
                  <c:v>0.32</c:v>
                </c:pt>
                <c:pt idx="150">
                  <c:v>-0.88</c:v>
                </c:pt>
                <c:pt idx="151">
                  <c:v>1.34</c:v>
                </c:pt>
                <c:pt idx="152">
                  <c:v>0.23</c:v>
                </c:pt>
                <c:pt idx="153">
                  <c:v>0.48</c:v>
                </c:pt>
                <c:pt idx="154">
                  <c:v>-0.12</c:v>
                </c:pt>
                <c:pt idx="155">
                  <c:v>-0.17</c:v>
                </c:pt>
                <c:pt idx="156">
                  <c:v>-0.17</c:v>
                </c:pt>
                <c:pt idx="157">
                  <c:v>0.12</c:v>
                </c:pt>
                <c:pt idx="158">
                  <c:v>0.29</c:v>
                </c:pt>
                <c:pt idx="159">
                  <c:v>0.57</c:v>
                </c:pt>
                <c:pt idx="160">
                  <c:v>0.57</c:v>
                </c:pt>
                <c:pt idx="161">
                  <c:v>0.73</c:v>
                </c:pt>
                <c:pt idx="162">
                  <c:v>0.27</c:v>
                </c:pt>
                <c:pt idx="163">
                  <c:v>1.43</c:v>
                </c:pt>
                <c:pt idx="164">
                  <c:v>0.8</c:v>
                </c:pt>
                <c:pt idx="165">
                  <c:v>1.3</c:v>
                </c:pt>
                <c:pt idx="166">
                  <c:v>0.4</c:v>
                </c:pt>
                <c:pt idx="167">
                  <c:v>0.52</c:v>
                </c:pt>
                <c:pt idx="168">
                  <c:v>0.26</c:v>
                </c:pt>
                <c:pt idx="169">
                  <c:v>-0.15</c:v>
                </c:pt>
                <c:pt idx="170">
                  <c:v>-0.55</c:v>
                </c:pt>
                <c:pt idx="171">
                  <c:v>-0.55</c:v>
                </c:pt>
                <c:pt idx="172">
                  <c:v>-0.31</c:v>
                </c:pt>
                <c:pt idx="173">
                  <c:v>0.24</c:v>
                </c:pt>
                <c:pt idx="174">
                  <c:v>0.16</c:v>
                </c:pt>
                <c:pt idx="175">
                  <c:v>-0.47</c:v>
                </c:pt>
                <c:pt idx="176">
                  <c:v>-0.56</c:v>
                </c:pt>
                <c:pt idx="177">
                  <c:v>-0.54</c:v>
                </c:pt>
                <c:pt idx="178">
                  <c:v>0.99</c:v>
                </c:pt>
                <c:pt idx="179">
                  <c:v>1.08</c:v>
                </c:pt>
                <c:pt idx="180">
                  <c:v>1.08</c:v>
                </c:pt>
                <c:pt idx="181">
                  <c:v>-0.27</c:v>
                </c:pt>
                <c:pt idx="182">
                  <c:v>-0.22</c:v>
                </c:pt>
                <c:pt idx="183">
                  <c:v>-0.33</c:v>
                </c:pt>
                <c:pt idx="184">
                  <c:v>0.61</c:v>
                </c:pt>
                <c:pt idx="185">
                  <c:v>1.07</c:v>
                </c:pt>
                <c:pt idx="186">
                  <c:v>1.07</c:v>
                </c:pt>
                <c:pt idx="187">
                  <c:v>0.05</c:v>
                </c:pt>
                <c:pt idx="188">
                  <c:v>-0.46</c:v>
                </c:pt>
                <c:pt idx="189">
                  <c:v>-0.46</c:v>
                </c:pt>
                <c:pt idx="190">
                  <c:v>0.18</c:v>
                </c:pt>
                <c:pt idx="191">
                  <c:v>0.49</c:v>
                </c:pt>
                <c:pt idx="192">
                  <c:v>0.49</c:v>
                </c:pt>
                <c:pt idx="193">
                  <c:v>0.49</c:v>
                </c:pt>
                <c:pt idx="194">
                  <c:v>0.05</c:v>
                </c:pt>
                <c:pt idx="195">
                  <c:v>0.05</c:v>
                </c:pt>
                <c:pt idx="196">
                  <c:v>0.4</c:v>
                </c:pt>
                <c:pt idx="197">
                  <c:v>0.53</c:v>
                </c:pt>
                <c:pt idx="198">
                  <c:v>0.64</c:v>
                </c:pt>
                <c:pt idx="199">
                  <c:v>0.54</c:v>
                </c:pt>
                <c:pt idx="200">
                  <c:v>0.06</c:v>
                </c:pt>
                <c:pt idx="201">
                  <c:v>0.06</c:v>
                </c:pt>
                <c:pt idx="202">
                  <c:v>0.31</c:v>
                </c:pt>
                <c:pt idx="203">
                  <c:v>1.74</c:v>
                </c:pt>
                <c:pt idx="204">
                  <c:v>0.31</c:v>
                </c:pt>
                <c:pt idx="205">
                  <c:v>-0.24</c:v>
                </c:pt>
                <c:pt idx="206">
                  <c:v>-0.24</c:v>
                </c:pt>
                <c:pt idx="207">
                  <c:v>0.07</c:v>
                </c:pt>
                <c:pt idx="208">
                  <c:v>0.87</c:v>
                </c:pt>
                <c:pt idx="209">
                  <c:v>0.87</c:v>
                </c:pt>
                <c:pt idx="210">
                  <c:v>0.87</c:v>
                </c:pt>
                <c:pt idx="211">
                  <c:v>0.36</c:v>
                </c:pt>
                <c:pt idx="212">
                  <c:v>-0.26</c:v>
                </c:pt>
                <c:pt idx="213">
                  <c:v>-0.26</c:v>
                </c:pt>
                <c:pt idx="214">
                  <c:v>-0.15</c:v>
                </c:pt>
                <c:pt idx="215">
                  <c:v>-0.4</c:v>
                </c:pt>
                <c:pt idx="216">
                  <c:v>-0.12</c:v>
                </c:pt>
                <c:pt idx="217">
                  <c:v>0.07</c:v>
                </c:pt>
                <c:pt idx="218">
                  <c:v>0.25</c:v>
                </c:pt>
                <c:pt idx="219">
                  <c:v>0.23</c:v>
                </c:pt>
                <c:pt idx="220">
                  <c:v>0.23</c:v>
                </c:pt>
                <c:pt idx="221">
                  <c:v>0.12</c:v>
                </c:pt>
                <c:pt idx="222">
                  <c:v>0.07</c:v>
                </c:pt>
                <c:pt idx="223">
                  <c:v>-0.2</c:v>
                </c:pt>
                <c:pt idx="224">
                  <c:v>-0.07</c:v>
                </c:pt>
                <c:pt idx="225">
                  <c:v>0.65</c:v>
                </c:pt>
                <c:pt idx="226">
                  <c:v>0.69</c:v>
                </c:pt>
                <c:pt idx="227">
                  <c:v>0.63</c:v>
                </c:pt>
                <c:pt idx="228">
                  <c:v>0.1</c:v>
                </c:pt>
                <c:pt idx="229">
                  <c:v>-0.14</c:v>
                </c:pt>
                <c:pt idx="230">
                  <c:v>0.48</c:v>
                </c:pt>
                <c:pt idx="231">
                  <c:v>0.26</c:v>
                </c:pt>
                <c:pt idx="232">
                  <c:v>0.41</c:v>
                </c:pt>
                <c:pt idx="233">
                  <c:v>0.29</c:v>
                </c:pt>
                <c:pt idx="234">
                  <c:v>0.29</c:v>
                </c:pt>
                <c:pt idx="235">
                  <c:v>-0.03</c:v>
                </c:pt>
                <c:pt idx="236">
                  <c:v>0.22</c:v>
                </c:pt>
                <c:pt idx="237">
                  <c:v>-0.21</c:v>
                </c:pt>
                <c:pt idx="238">
                  <c:v>-0.03</c:v>
                </c:pt>
                <c:pt idx="239">
                  <c:v>-0.2</c:v>
                </c:pt>
                <c:pt idx="240">
                  <c:v>-0.09</c:v>
                </c:pt>
                <c:pt idx="241">
                  <c:v>0.22</c:v>
                </c:pt>
                <c:pt idx="242">
                  <c:v>0.68</c:v>
                </c:pt>
                <c:pt idx="243">
                  <c:v>0.21</c:v>
                </c:pt>
                <c:pt idx="244">
                  <c:v>-0.1</c:v>
                </c:pt>
                <c:pt idx="245">
                  <c:v>-0.38</c:v>
                </c:pt>
                <c:pt idx="246">
                  <c:v>-0.27</c:v>
                </c:pt>
                <c:pt idx="247">
                  <c:v>-0.27</c:v>
                </c:pt>
                <c:pt idx="248">
                  <c:v>0.15</c:v>
                </c:pt>
                <c:pt idx="249">
                  <c:v>0.15</c:v>
                </c:pt>
                <c:pt idx="250">
                  <c:v>-0.19</c:v>
                </c:pt>
                <c:pt idx="251">
                  <c:v>-0.67</c:v>
                </c:pt>
                <c:pt idx="252">
                  <c:v>-0.31</c:v>
                </c:pt>
                <c:pt idx="253">
                  <c:v>-0.83</c:v>
                </c:pt>
                <c:pt idx="254">
                  <c:v>-0.72</c:v>
                </c:pt>
                <c:pt idx="255">
                  <c:v>-0.38</c:v>
                </c:pt>
                <c:pt idx="256">
                  <c:v>0.18</c:v>
                </c:pt>
                <c:pt idx="257">
                  <c:v>0.31</c:v>
                </c:pt>
                <c:pt idx="258">
                  <c:v>0.3</c:v>
                </c:pt>
                <c:pt idx="259">
                  <c:v>0.44</c:v>
                </c:pt>
                <c:pt idx="260">
                  <c:v>-0.91</c:v>
                </c:pt>
                <c:pt idx="261">
                  <c:v>-0.91</c:v>
                </c:pt>
                <c:pt idx="262">
                  <c:v>-0.91</c:v>
                </c:pt>
                <c:pt idx="263">
                  <c:v>-0.6</c:v>
                </c:pt>
                <c:pt idx="264">
                  <c:v>-0.6</c:v>
                </c:pt>
                <c:pt idx="265">
                  <c:v>-0.33</c:v>
                </c:pt>
                <c:pt idx="266">
                  <c:v>-0.33</c:v>
                </c:pt>
                <c:pt idx="267">
                  <c:v>-0.43</c:v>
                </c:pt>
                <c:pt idx="268">
                  <c:v>-0.25</c:v>
                </c:pt>
                <c:pt idx="269">
                  <c:v>0.27</c:v>
                </c:pt>
                <c:pt idx="270">
                  <c:v>0.51</c:v>
                </c:pt>
                <c:pt idx="271">
                  <c:v>0.58</c:v>
                </c:pt>
                <c:pt idx="272">
                  <c:v>-0.01</c:v>
                </c:pt>
                <c:pt idx="273">
                  <c:v>-0.56</c:v>
                </c:pt>
                <c:pt idx="274">
                  <c:v>-0.56</c:v>
                </c:pt>
                <c:pt idx="275">
                  <c:v>-0.23</c:v>
                </c:pt>
                <c:pt idx="276">
                  <c:v>-0.23</c:v>
                </c:pt>
                <c:pt idx="277">
                  <c:v>-0.08</c:v>
                </c:pt>
                <c:pt idx="278">
                  <c:v>-0.08</c:v>
                </c:pt>
                <c:pt idx="279">
                  <c:v>0.06</c:v>
                </c:pt>
                <c:pt idx="280">
                  <c:v>0.19</c:v>
                </c:pt>
                <c:pt idx="281">
                  <c:v>0.2</c:v>
                </c:pt>
                <c:pt idx="282">
                  <c:v>-0.36</c:v>
                </c:pt>
                <c:pt idx="283">
                  <c:v>-0.22</c:v>
                </c:pt>
                <c:pt idx="284">
                  <c:v>-0.42</c:v>
                </c:pt>
                <c:pt idx="285">
                  <c:v>-0.28</c:v>
                </c:pt>
                <c:pt idx="286">
                  <c:v>-0.11</c:v>
                </c:pt>
                <c:pt idx="287">
                  <c:v>-0.11</c:v>
                </c:pt>
                <c:pt idx="288">
                  <c:v>0.49</c:v>
                </c:pt>
                <c:pt idx="289">
                  <c:v>-0.15</c:v>
                </c:pt>
                <c:pt idx="290">
                  <c:v>0.14</c:v>
                </c:pt>
                <c:pt idx="291">
                  <c:v>-0.1</c:v>
                </c:pt>
                <c:pt idx="292">
                  <c:v>-0.1</c:v>
                </c:pt>
                <c:pt idx="293">
                  <c:v>-0.67</c:v>
                </c:pt>
                <c:pt idx="294">
                  <c:v>-0.36</c:v>
                </c:pt>
                <c:pt idx="295">
                  <c:v>-0.7</c:v>
                </c:pt>
                <c:pt idx="296">
                  <c:v>-0.66</c:v>
                </c:pt>
                <c:pt idx="297">
                  <c:v>-0.74</c:v>
                </c:pt>
                <c:pt idx="298">
                  <c:v>0.06</c:v>
                </c:pt>
                <c:pt idx="299">
                  <c:v>0.13</c:v>
                </c:pt>
                <c:pt idx="300">
                  <c:v>-0.32</c:v>
                </c:pt>
                <c:pt idx="301">
                  <c:v>-0.64</c:v>
                </c:pt>
                <c:pt idx="302">
                  <c:v>-0.6</c:v>
                </c:pt>
                <c:pt idx="303">
                  <c:v>-0.45</c:v>
                </c:pt>
                <c:pt idx="304">
                  <c:v>-0.45</c:v>
                </c:pt>
                <c:pt idx="305">
                  <c:v>-0.45</c:v>
                </c:pt>
                <c:pt idx="306">
                  <c:v>-0.22</c:v>
                </c:pt>
                <c:pt idx="307">
                  <c:v>-0.22</c:v>
                </c:pt>
                <c:pt idx="308">
                  <c:v>-0.05</c:v>
                </c:pt>
                <c:pt idx="309">
                  <c:v>-0.1</c:v>
                </c:pt>
                <c:pt idx="310">
                  <c:v>-0.33</c:v>
                </c:pt>
                <c:pt idx="311">
                  <c:v>-0.47</c:v>
                </c:pt>
                <c:pt idx="312">
                  <c:v>-0.47</c:v>
                </c:pt>
                <c:pt idx="313">
                  <c:v>0.25</c:v>
                </c:pt>
                <c:pt idx="314">
                  <c:v>0.98</c:v>
                </c:pt>
                <c:pt idx="315">
                  <c:v>0.6</c:v>
                </c:pt>
                <c:pt idx="316">
                  <c:v>0.62</c:v>
                </c:pt>
                <c:pt idx="317">
                  <c:v>0.34</c:v>
                </c:pt>
                <c:pt idx="318">
                  <c:v>0.7</c:v>
                </c:pt>
                <c:pt idx="319">
                  <c:v>0.92</c:v>
                </c:pt>
                <c:pt idx="320">
                  <c:v>0.99</c:v>
                </c:pt>
                <c:pt idx="321">
                  <c:v>0.7</c:v>
                </c:pt>
                <c:pt idx="322">
                  <c:v>0.7</c:v>
                </c:pt>
                <c:pt idx="323">
                  <c:v>0.88</c:v>
                </c:pt>
                <c:pt idx="324">
                  <c:v>1.05</c:v>
                </c:pt>
                <c:pt idx="325">
                  <c:v>0.82</c:v>
                </c:pt>
                <c:pt idx="326">
                  <c:v>0.82</c:v>
                </c:pt>
                <c:pt idx="327">
                  <c:v>0.94</c:v>
                </c:pt>
                <c:pt idx="328">
                  <c:v>0.96</c:v>
                </c:pt>
                <c:pt idx="329">
                  <c:v>0.73</c:v>
                </c:pt>
                <c:pt idx="330">
                  <c:v>0.5</c:v>
                </c:pt>
                <c:pt idx="331">
                  <c:v>0.14</c:v>
                </c:pt>
                <c:pt idx="332">
                  <c:v>0.14</c:v>
                </c:pt>
                <c:pt idx="333">
                  <c:v>-0.18</c:v>
                </c:pt>
                <c:pt idx="334">
                  <c:v>-0.62</c:v>
                </c:pt>
                <c:pt idx="335">
                  <c:v>-0.33</c:v>
                </c:pt>
                <c:pt idx="336">
                  <c:v>0.28</c:v>
                </c:pt>
                <c:pt idx="337">
                  <c:v>0.3</c:v>
                </c:pt>
                <c:pt idx="338">
                  <c:v>-0.13</c:v>
                </c:pt>
                <c:pt idx="339">
                  <c:v>-0.61</c:v>
                </c:pt>
                <c:pt idx="340">
                  <c:v>-0.66</c:v>
                </c:pt>
                <c:pt idx="341">
                  <c:v>-0.3</c:v>
                </c:pt>
                <c:pt idx="342">
                  <c:v>0.3</c:v>
                </c:pt>
                <c:pt idx="343">
                  <c:v>0.21</c:v>
                </c:pt>
                <c:pt idx="344">
                  <c:v>0.3</c:v>
                </c:pt>
                <c:pt idx="345">
                  <c:v>0.42</c:v>
                </c:pt>
                <c:pt idx="346">
                  <c:v>0.15</c:v>
                </c:pt>
                <c:pt idx="347">
                  <c:v>0.05</c:v>
                </c:pt>
                <c:pt idx="348">
                  <c:v>-0.41</c:v>
                </c:pt>
                <c:pt idx="349">
                  <c:v>-0.13</c:v>
                </c:pt>
                <c:pt idx="350">
                  <c:v>0.15</c:v>
                </c:pt>
                <c:pt idx="351">
                  <c:v>0.41</c:v>
                </c:pt>
                <c:pt idx="352">
                  <c:v>0.38</c:v>
                </c:pt>
                <c:pt idx="353">
                  <c:v>0.27</c:v>
                </c:pt>
                <c:pt idx="354">
                  <c:v>-0.2</c:v>
                </c:pt>
                <c:pt idx="355">
                  <c:v>-0.2</c:v>
                </c:pt>
                <c:pt idx="356">
                  <c:v>-0.5</c:v>
                </c:pt>
                <c:pt idx="357">
                  <c:v>-0.2</c:v>
                </c:pt>
                <c:pt idx="358">
                  <c:v>-0.2</c:v>
                </c:pt>
                <c:pt idx="359">
                  <c:v>0.27</c:v>
                </c:pt>
                <c:pt idx="360">
                  <c:v>0.6</c:v>
                </c:pt>
                <c:pt idx="361">
                  <c:v>0.73</c:v>
                </c:pt>
                <c:pt idx="362">
                  <c:v>0.28</c:v>
                </c:pt>
                <c:pt idx="363">
                  <c:v>-0.21</c:v>
                </c:pt>
                <c:pt idx="364">
                  <c:v>-0.21</c:v>
                </c:pt>
                <c:pt idx="365">
                  <c:v>-0.13</c:v>
                </c:pt>
                <c:pt idx="366">
                  <c:v>0.11</c:v>
                </c:pt>
                <c:pt idx="367">
                  <c:v>0.89</c:v>
                </c:pt>
                <c:pt idx="368">
                  <c:v>0.27</c:v>
                </c:pt>
                <c:pt idx="369">
                  <c:v>0.1</c:v>
                </c:pt>
                <c:pt idx="370">
                  <c:v>0.1</c:v>
                </c:pt>
                <c:pt idx="371">
                  <c:v>0.73</c:v>
                </c:pt>
                <c:pt idx="372">
                  <c:v>0.95</c:v>
                </c:pt>
                <c:pt idx="373">
                  <c:v>0.34</c:v>
                </c:pt>
                <c:pt idx="374">
                  <c:v>0.34</c:v>
                </c:pt>
                <c:pt idx="375">
                  <c:v>1.32</c:v>
                </c:pt>
                <c:pt idx="376">
                  <c:v>0.8</c:v>
                </c:pt>
                <c:pt idx="377">
                  <c:v>0.77</c:v>
                </c:pt>
                <c:pt idx="378">
                  <c:v>0.77</c:v>
                </c:pt>
                <c:pt idx="379">
                  <c:v>0.53</c:v>
                </c:pt>
                <c:pt idx="380">
                  <c:v>-0.05</c:v>
                </c:pt>
                <c:pt idx="381">
                  <c:v>-0.07</c:v>
                </c:pt>
                <c:pt idx="382">
                  <c:v>0.25</c:v>
                </c:pt>
                <c:pt idx="383">
                  <c:v>0.27</c:v>
                </c:pt>
                <c:pt idx="384">
                  <c:v>0.27</c:v>
                </c:pt>
                <c:pt idx="385">
                  <c:v>0.18</c:v>
                </c:pt>
                <c:pt idx="386">
                  <c:v>0.14</c:v>
                </c:pt>
                <c:pt idx="387">
                  <c:v>0.14</c:v>
                </c:pt>
                <c:pt idx="388">
                  <c:v>-0.33</c:v>
                </c:pt>
                <c:pt idx="389">
                  <c:v>-0.4</c:v>
                </c:pt>
                <c:pt idx="390">
                  <c:v>-0.5</c:v>
                </c:pt>
                <c:pt idx="391">
                  <c:v>-0.53</c:v>
                </c:pt>
                <c:pt idx="392">
                  <c:v>-0.53</c:v>
                </c:pt>
                <c:pt idx="393">
                  <c:v>-0.47</c:v>
                </c:pt>
                <c:pt idx="394">
                  <c:v>-0.18</c:v>
                </c:pt>
                <c:pt idx="395">
                  <c:v>0.03</c:v>
                </c:pt>
                <c:pt idx="396">
                  <c:v>0.28</c:v>
                </c:pt>
                <c:pt idx="397">
                  <c:v>0.64</c:v>
                </c:pt>
                <c:pt idx="398">
                  <c:v>0.82</c:v>
                </c:pt>
                <c:pt idx="399">
                  <c:v>0.73</c:v>
                </c:pt>
                <c:pt idx="400">
                  <c:v>0.48</c:v>
                </c:pt>
                <c:pt idx="401">
                  <c:v>-0.12</c:v>
                </c:pt>
                <c:pt idx="402">
                  <c:v>-0.11</c:v>
                </c:pt>
                <c:pt idx="403">
                  <c:v>0.36</c:v>
                </c:pt>
                <c:pt idx="404">
                  <c:v>-0.19</c:v>
                </c:pt>
                <c:pt idx="405">
                  <c:v>-1.11</c:v>
                </c:pt>
                <c:pt idx="406">
                  <c:v>-0.89</c:v>
                </c:pt>
                <c:pt idx="407">
                  <c:v>-1.04</c:v>
                </c:pt>
                <c:pt idx="408">
                  <c:v>-0.67</c:v>
                </c:pt>
                <c:pt idx="409">
                  <c:v>-1.18</c:v>
                </c:pt>
                <c:pt idx="410">
                  <c:v>-0.64</c:v>
                </c:pt>
                <c:pt idx="411">
                  <c:v>-0.07</c:v>
                </c:pt>
                <c:pt idx="412">
                  <c:v>0.04</c:v>
                </c:pt>
                <c:pt idx="413">
                  <c:v>0.04</c:v>
                </c:pt>
                <c:pt idx="414">
                  <c:v>-0.1</c:v>
                </c:pt>
                <c:pt idx="415">
                  <c:v>-0.08</c:v>
                </c:pt>
                <c:pt idx="416">
                  <c:v>0.12</c:v>
                </c:pt>
                <c:pt idx="417">
                  <c:v>0.12</c:v>
                </c:pt>
                <c:pt idx="418">
                  <c:v>0.06</c:v>
                </c:pt>
                <c:pt idx="419">
                  <c:v>-0.48</c:v>
                </c:pt>
                <c:pt idx="420">
                  <c:v>-0.48</c:v>
                </c:pt>
                <c:pt idx="421">
                  <c:v>-0.13</c:v>
                </c:pt>
                <c:pt idx="422">
                  <c:v>0.39</c:v>
                </c:pt>
                <c:pt idx="423">
                  <c:v>0.69</c:v>
                </c:pt>
                <c:pt idx="424">
                  <c:v>0.45</c:v>
                </c:pt>
                <c:pt idx="425">
                  <c:v>0.2</c:v>
                </c:pt>
                <c:pt idx="426">
                  <c:v>0.11</c:v>
                </c:pt>
                <c:pt idx="427">
                  <c:v>0.29</c:v>
                </c:pt>
                <c:pt idx="428">
                  <c:v>0.29</c:v>
                </c:pt>
                <c:pt idx="429">
                  <c:v>0.52</c:v>
                </c:pt>
                <c:pt idx="430">
                  <c:v>0</c:v>
                </c:pt>
                <c:pt idx="431">
                  <c:v>0.1</c:v>
                </c:pt>
                <c:pt idx="432">
                  <c:v>-0.04</c:v>
                </c:pt>
                <c:pt idx="433">
                  <c:v>0.06</c:v>
                </c:pt>
                <c:pt idx="434">
                  <c:v>-0.19</c:v>
                </c:pt>
                <c:pt idx="435">
                  <c:v>0.2</c:v>
                </c:pt>
                <c:pt idx="436">
                  <c:v>-0.7</c:v>
                </c:pt>
                <c:pt idx="437">
                  <c:v>-0.52</c:v>
                </c:pt>
                <c:pt idx="438">
                  <c:v>-0.21</c:v>
                </c:pt>
                <c:pt idx="439">
                  <c:v>0.11</c:v>
                </c:pt>
                <c:pt idx="440">
                  <c:v>0.39</c:v>
                </c:pt>
                <c:pt idx="441">
                  <c:v>0.39</c:v>
                </c:pt>
                <c:pt idx="442">
                  <c:v>1.27</c:v>
                </c:pt>
                <c:pt idx="443">
                  <c:v>1.36</c:v>
                </c:pt>
                <c:pt idx="444">
                  <c:v>1.54</c:v>
                </c:pt>
                <c:pt idx="445">
                  <c:v>0.69</c:v>
                </c:pt>
                <c:pt idx="446">
                  <c:v>0.1</c:v>
                </c:pt>
                <c:pt idx="447">
                  <c:v>-0.1</c:v>
                </c:pt>
                <c:pt idx="448">
                  <c:v>0.55</c:v>
                </c:pt>
                <c:pt idx="449">
                  <c:v>0.95</c:v>
                </c:pt>
                <c:pt idx="450">
                  <c:v>0.95</c:v>
                </c:pt>
              </c:numCache>
            </c:numRef>
          </c:yVal>
          <c:smooth val="0"/>
        </c:ser>
        <c:ser>
          <c:idx val="2"/>
          <c:order val="2"/>
          <c:tx>
            <c:strRef>
              <c:f>Sheet1!$D$1</c:f>
              <c:strCache>
                <c:ptCount val="1"/>
                <c:pt idx="0">
                  <c:v>Rolling element</c:v>
                </c:pt>
              </c:strCache>
            </c:strRef>
          </c:tx>
          <c:spPr>
            <a:solidFill>
              <a:srgbClr val="5E6E70"/>
            </a:solidFill>
            <a:ln w="22225" cap="flat">
              <a:solidFill>
                <a:srgbClr val="5E6E70"/>
              </a:solidFill>
              <a:prstDash val="solid"/>
              <a:round/>
            </a:ln>
            <a:effectLst/>
          </c:spPr>
          <c:marker>
            <c:symbol val="none"/>
            <c:size val="6"/>
            <c:spPr>
              <a:solidFill>
                <a:srgbClr val="5E6E70"/>
              </a:solidFill>
              <a:ln w="9525" cap="flat">
                <a:solidFill>
                  <a:srgbClr val="5E6E70"/>
                </a:solidFill>
                <a:prstDash val="solid"/>
                <a:round/>
              </a:ln>
              <a:effectLst/>
            </c:spPr>
          </c:marker>
          <c:xVal>
            <c:numRef>
              <c:f>Sheet1!$A$2:$A$452</c:f>
              <c:numCache>
                <c:formatCode>General</c:formatCode>
                <c:ptCount val="451"/>
                <c:pt idx="0">
                  <c:v>-150</c:v>
                </c:pt>
                <c:pt idx="1">
                  <c:v>-149.67</c:v>
                </c:pt>
                <c:pt idx="2">
                  <c:v>-149.33</c:v>
                </c:pt>
                <c:pt idx="3">
                  <c:v>-149</c:v>
                </c:pt>
                <c:pt idx="4">
                  <c:v>-148.67</c:v>
                </c:pt>
                <c:pt idx="5">
                  <c:v>-148.33</c:v>
                </c:pt>
                <c:pt idx="6">
                  <c:v>-148</c:v>
                </c:pt>
                <c:pt idx="7">
                  <c:v>-147.67</c:v>
                </c:pt>
                <c:pt idx="8">
                  <c:v>-147.33</c:v>
                </c:pt>
                <c:pt idx="9">
                  <c:v>-147</c:v>
                </c:pt>
                <c:pt idx="10">
                  <c:v>-146.67</c:v>
                </c:pt>
                <c:pt idx="11">
                  <c:v>-146.33</c:v>
                </c:pt>
                <c:pt idx="12">
                  <c:v>-146</c:v>
                </c:pt>
                <c:pt idx="13">
                  <c:v>-145.67</c:v>
                </c:pt>
                <c:pt idx="14">
                  <c:v>-145.33</c:v>
                </c:pt>
                <c:pt idx="15">
                  <c:v>-145</c:v>
                </c:pt>
                <c:pt idx="16">
                  <c:v>-144.67</c:v>
                </c:pt>
                <c:pt idx="17">
                  <c:v>-144.33</c:v>
                </c:pt>
                <c:pt idx="18">
                  <c:v>-144</c:v>
                </c:pt>
                <c:pt idx="19">
                  <c:v>-143.67</c:v>
                </c:pt>
                <c:pt idx="20">
                  <c:v>-143.33</c:v>
                </c:pt>
                <c:pt idx="21">
                  <c:v>-143</c:v>
                </c:pt>
                <c:pt idx="22">
                  <c:v>-142.67</c:v>
                </c:pt>
                <c:pt idx="23">
                  <c:v>-142.33</c:v>
                </c:pt>
                <c:pt idx="24">
                  <c:v>-142</c:v>
                </c:pt>
                <c:pt idx="25">
                  <c:v>-141.67</c:v>
                </c:pt>
                <c:pt idx="26">
                  <c:v>-141.33</c:v>
                </c:pt>
                <c:pt idx="27">
                  <c:v>-141</c:v>
                </c:pt>
                <c:pt idx="28">
                  <c:v>-140.67</c:v>
                </c:pt>
                <c:pt idx="29">
                  <c:v>-140.33</c:v>
                </c:pt>
                <c:pt idx="30">
                  <c:v>-140</c:v>
                </c:pt>
                <c:pt idx="31">
                  <c:v>-139.67</c:v>
                </c:pt>
                <c:pt idx="32">
                  <c:v>-139.33</c:v>
                </c:pt>
                <c:pt idx="33">
                  <c:v>-139</c:v>
                </c:pt>
                <c:pt idx="34">
                  <c:v>-138.67</c:v>
                </c:pt>
                <c:pt idx="35">
                  <c:v>-138.33</c:v>
                </c:pt>
                <c:pt idx="36">
                  <c:v>-138</c:v>
                </c:pt>
                <c:pt idx="37">
                  <c:v>-137.67</c:v>
                </c:pt>
                <c:pt idx="38">
                  <c:v>-137.33</c:v>
                </c:pt>
                <c:pt idx="39">
                  <c:v>-137</c:v>
                </c:pt>
                <c:pt idx="40">
                  <c:v>-136.67</c:v>
                </c:pt>
                <c:pt idx="41">
                  <c:v>-136.33</c:v>
                </c:pt>
                <c:pt idx="42">
                  <c:v>-136</c:v>
                </c:pt>
                <c:pt idx="43">
                  <c:v>-135.67</c:v>
                </c:pt>
                <c:pt idx="44">
                  <c:v>-135.33</c:v>
                </c:pt>
                <c:pt idx="45">
                  <c:v>-135</c:v>
                </c:pt>
                <c:pt idx="46">
                  <c:v>-134.67</c:v>
                </c:pt>
                <c:pt idx="47">
                  <c:v>-134.33</c:v>
                </c:pt>
                <c:pt idx="48">
                  <c:v>-134</c:v>
                </c:pt>
                <c:pt idx="49">
                  <c:v>-133.67</c:v>
                </c:pt>
                <c:pt idx="50">
                  <c:v>-133.33</c:v>
                </c:pt>
                <c:pt idx="51">
                  <c:v>-133</c:v>
                </c:pt>
                <c:pt idx="52">
                  <c:v>-132.67</c:v>
                </c:pt>
                <c:pt idx="53">
                  <c:v>-132.33</c:v>
                </c:pt>
                <c:pt idx="54">
                  <c:v>-132</c:v>
                </c:pt>
                <c:pt idx="55">
                  <c:v>-131.67</c:v>
                </c:pt>
                <c:pt idx="56">
                  <c:v>-131.33</c:v>
                </c:pt>
                <c:pt idx="57">
                  <c:v>-131</c:v>
                </c:pt>
                <c:pt idx="58">
                  <c:v>-130.67</c:v>
                </c:pt>
                <c:pt idx="59">
                  <c:v>-130.33</c:v>
                </c:pt>
                <c:pt idx="60">
                  <c:v>-130</c:v>
                </c:pt>
                <c:pt idx="61">
                  <c:v>-129.67</c:v>
                </c:pt>
                <c:pt idx="62">
                  <c:v>-129.33</c:v>
                </c:pt>
                <c:pt idx="63">
                  <c:v>-129</c:v>
                </c:pt>
                <c:pt idx="64">
                  <c:v>-128.67</c:v>
                </c:pt>
                <c:pt idx="65">
                  <c:v>-128.33</c:v>
                </c:pt>
                <c:pt idx="66">
                  <c:v>-128</c:v>
                </c:pt>
                <c:pt idx="67">
                  <c:v>-127.67</c:v>
                </c:pt>
                <c:pt idx="68">
                  <c:v>-127.33</c:v>
                </c:pt>
                <c:pt idx="69">
                  <c:v>-127</c:v>
                </c:pt>
                <c:pt idx="70">
                  <c:v>-126.67</c:v>
                </c:pt>
                <c:pt idx="71">
                  <c:v>-126.33</c:v>
                </c:pt>
                <c:pt idx="72">
                  <c:v>-126</c:v>
                </c:pt>
                <c:pt idx="73">
                  <c:v>-125.67</c:v>
                </c:pt>
                <c:pt idx="74">
                  <c:v>-125.33</c:v>
                </c:pt>
                <c:pt idx="75">
                  <c:v>-125</c:v>
                </c:pt>
                <c:pt idx="76">
                  <c:v>-124.67</c:v>
                </c:pt>
                <c:pt idx="77">
                  <c:v>-124.33</c:v>
                </c:pt>
                <c:pt idx="78">
                  <c:v>-124</c:v>
                </c:pt>
                <c:pt idx="79">
                  <c:v>-123.67</c:v>
                </c:pt>
                <c:pt idx="80">
                  <c:v>-123.33</c:v>
                </c:pt>
                <c:pt idx="81">
                  <c:v>-123</c:v>
                </c:pt>
                <c:pt idx="82">
                  <c:v>-122.67</c:v>
                </c:pt>
                <c:pt idx="83">
                  <c:v>-122.33</c:v>
                </c:pt>
                <c:pt idx="84">
                  <c:v>-122</c:v>
                </c:pt>
                <c:pt idx="85">
                  <c:v>-121.67</c:v>
                </c:pt>
                <c:pt idx="86">
                  <c:v>-121.33</c:v>
                </c:pt>
                <c:pt idx="87">
                  <c:v>-121</c:v>
                </c:pt>
                <c:pt idx="88">
                  <c:v>-120.67</c:v>
                </c:pt>
                <c:pt idx="89">
                  <c:v>-120.33</c:v>
                </c:pt>
                <c:pt idx="90">
                  <c:v>-120</c:v>
                </c:pt>
                <c:pt idx="91">
                  <c:v>-119.67</c:v>
                </c:pt>
                <c:pt idx="92">
                  <c:v>-119.33</c:v>
                </c:pt>
                <c:pt idx="93">
                  <c:v>-119</c:v>
                </c:pt>
                <c:pt idx="94">
                  <c:v>-118.67</c:v>
                </c:pt>
                <c:pt idx="95">
                  <c:v>-118.33</c:v>
                </c:pt>
                <c:pt idx="96">
                  <c:v>-118</c:v>
                </c:pt>
                <c:pt idx="97">
                  <c:v>-117.67</c:v>
                </c:pt>
                <c:pt idx="98">
                  <c:v>-117.33</c:v>
                </c:pt>
                <c:pt idx="99">
                  <c:v>-117</c:v>
                </c:pt>
                <c:pt idx="100">
                  <c:v>-116.67</c:v>
                </c:pt>
                <c:pt idx="101">
                  <c:v>-116.33</c:v>
                </c:pt>
                <c:pt idx="102">
                  <c:v>-116</c:v>
                </c:pt>
                <c:pt idx="103">
                  <c:v>-115.67</c:v>
                </c:pt>
                <c:pt idx="104">
                  <c:v>-115.33</c:v>
                </c:pt>
                <c:pt idx="105">
                  <c:v>-115</c:v>
                </c:pt>
                <c:pt idx="106">
                  <c:v>-114.67</c:v>
                </c:pt>
                <c:pt idx="107">
                  <c:v>-114.33</c:v>
                </c:pt>
                <c:pt idx="108">
                  <c:v>-114</c:v>
                </c:pt>
                <c:pt idx="109">
                  <c:v>-113.67</c:v>
                </c:pt>
                <c:pt idx="110">
                  <c:v>-113.33</c:v>
                </c:pt>
                <c:pt idx="111">
                  <c:v>-113</c:v>
                </c:pt>
                <c:pt idx="112">
                  <c:v>-112.67</c:v>
                </c:pt>
                <c:pt idx="113">
                  <c:v>-112.33</c:v>
                </c:pt>
                <c:pt idx="114">
                  <c:v>-112</c:v>
                </c:pt>
                <c:pt idx="115">
                  <c:v>-111.67</c:v>
                </c:pt>
                <c:pt idx="116">
                  <c:v>-111.33</c:v>
                </c:pt>
                <c:pt idx="117">
                  <c:v>-111</c:v>
                </c:pt>
                <c:pt idx="118">
                  <c:v>-110.67</c:v>
                </c:pt>
                <c:pt idx="119">
                  <c:v>-110.33</c:v>
                </c:pt>
                <c:pt idx="120">
                  <c:v>-110</c:v>
                </c:pt>
                <c:pt idx="121">
                  <c:v>-109.67</c:v>
                </c:pt>
                <c:pt idx="122">
                  <c:v>-109.33</c:v>
                </c:pt>
                <c:pt idx="123">
                  <c:v>-109</c:v>
                </c:pt>
                <c:pt idx="124">
                  <c:v>-108.67</c:v>
                </c:pt>
                <c:pt idx="125">
                  <c:v>-108.33</c:v>
                </c:pt>
                <c:pt idx="126">
                  <c:v>-108</c:v>
                </c:pt>
                <c:pt idx="127">
                  <c:v>-107.67</c:v>
                </c:pt>
                <c:pt idx="128">
                  <c:v>-107.33</c:v>
                </c:pt>
                <c:pt idx="129">
                  <c:v>-107</c:v>
                </c:pt>
                <c:pt idx="130">
                  <c:v>-106.67</c:v>
                </c:pt>
                <c:pt idx="131">
                  <c:v>-106.33</c:v>
                </c:pt>
                <c:pt idx="132">
                  <c:v>-106</c:v>
                </c:pt>
                <c:pt idx="133">
                  <c:v>-105.67</c:v>
                </c:pt>
                <c:pt idx="134">
                  <c:v>-105.33</c:v>
                </c:pt>
                <c:pt idx="135">
                  <c:v>-105</c:v>
                </c:pt>
                <c:pt idx="136">
                  <c:v>-104.67</c:v>
                </c:pt>
                <c:pt idx="137">
                  <c:v>-104.33</c:v>
                </c:pt>
                <c:pt idx="138">
                  <c:v>-104</c:v>
                </c:pt>
                <c:pt idx="139">
                  <c:v>-103.67</c:v>
                </c:pt>
                <c:pt idx="140">
                  <c:v>-103.33</c:v>
                </c:pt>
                <c:pt idx="141">
                  <c:v>-103</c:v>
                </c:pt>
                <c:pt idx="142">
                  <c:v>-102.67</c:v>
                </c:pt>
                <c:pt idx="143">
                  <c:v>-102.33</c:v>
                </c:pt>
                <c:pt idx="144">
                  <c:v>-102</c:v>
                </c:pt>
                <c:pt idx="145">
                  <c:v>-101.67</c:v>
                </c:pt>
                <c:pt idx="146">
                  <c:v>-101.33</c:v>
                </c:pt>
                <c:pt idx="147">
                  <c:v>-101</c:v>
                </c:pt>
                <c:pt idx="148">
                  <c:v>-100.67</c:v>
                </c:pt>
                <c:pt idx="149">
                  <c:v>-100.33</c:v>
                </c:pt>
                <c:pt idx="150">
                  <c:v>-100</c:v>
                </c:pt>
                <c:pt idx="151">
                  <c:v>-99.67</c:v>
                </c:pt>
                <c:pt idx="152">
                  <c:v>-99.33</c:v>
                </c:pt>
                <c:pt idx="153">
                  <c:v>-99</c:v>
                </c:pt>
                <c:pt idx="154">
                  <c:v>-98.67</c:v>
                </c:pt>
                <c:pt idx="155">
                  <c:v>-98.33</c:v>
                </c:pt>
                <c:pt idx="156">
                  <c:v>-98</c:v>
                </c:pt>
                <c:pt idx="157">
                  <c:v>-97.67</c:v>
                </c:pt>
                <c:pt idx="158">
                  <c:v>-97.33</c:v>
                </c:pt>
                <c:pt idx="159">
                  <c:v>-97</c:v>
                </c:pt>
                <c:pt idx="160">
                  <c:v>-96.67</c:v>
                </c:pt>
                <c:pt idx="161">
                  <c:v>-96.33</c:v>
                </c:pt>
                <c:pt idx="162">
                  <c:v>-96</c:v>
                </c:pt>
                <c:pt idx="163">
                  <c:v>-95.67</c:v>
                </c:pt>
                <c:pt idx="164">
                  <c:v>-95.33</c:v>
                </c:pt>
                <c:pt idx="165">
                  <c:v>-95</c:v>
                </c:pt>
                <c:pt idx="166">
                  <c:v>-94.67</c:v>
                </c:pt>
                <c:pt idx="167">
                  <c:v>-94.33</c:v>
                </c:pt>
                <c:pt idx="168">
                  <c:v>-94</c:v>
                </c:pt>
                <c:pt idx="169">
                  <c:v>-93.67</c:v>
                </c:pt>
                <c:pt idx="170">
                  <c:v>-93.33</c:v>
                </c:pt>
                <c:pt idx="171">
                  <c:v>-93</c:v>
                </c:pt>
                <c:pt idx="172">
                  <c:v>-92.67</c:v>
                </c:pt>
                <c:pt idx="173">
                  <c:v>-92.33</c:v>
                </c:pt>
                <c:pt idx="174">
                  <c:v>-92</c:v>
                </c:pt>
                <c:pt idx="175">
                  <c:v>-91.67</c:v>
                </c:pt>
                <c:pt idx="176">
                  <c:v>-91.33</c:v>
                </c:pt>
                <c:pt idx="177">
                  <c:v>-91</c:v>
                </c:pt>
                <c:pt idx="178">
                  <c:v>-90.67</c:v>
                </c:pt>
                <c:pt idx="179">
                  <c:v>-90.33</c:v>
                </c:pt>
                <c:pt idx="180">
                  <c:v>-90</c:v>
                </c:pt>
                <c:pt idx="181">
                  <c:v>-89.67</c:v>
                </c:pt>
                <c:pt idx="182">
                  <c:v>-89.33</c:v>
                </c:pt>
                <c:pt idx="183">
                  <c:v>-89</c:v>
                </c:pt>
                <c:pt idx="184">
                  <c:v>-88.67</c:v>
                </c:pt>
                <c:pt idx="185">
                  <c:v>-88.33</c:v>
                </c:pt>
                <c:pt idx="186">
                  <c:v>-88</c:v>
                </c:pt>
                <c:pt idx="187">
                  <c:v>-87.67</c:v>
                </c:pt>
                <c:pt idx="188">
                  <c:v>-87.33</c:v>
                </c:pt>
                <c:pt idx="189">
                  <c:v>-87</c:v>
                </c:pt>
                <c:pt idx="190">
                  <c:v>-86.67</c:v>
                </c:pt>
                <c:pt idx="191">
                  <c:v>-86.33</c:v>
                </c:pt>
                <c:pt idx="192">
                  <c:v>-86</c:v>
                </c:pt>
                <c:pt idx="193">
                  <c:v>-85.67</c:v>
                </c:pt>
                <c:pt idx="194">
                  <c:v>-85.33</c:v>
                </c:pt>
                <c:pt idx="195">
                  <c:v>-85</c:v>
                </c:pt>
                <c:pt idx="196">
                  <c:v>-84.67</c:v>
                </c:pt>
                <c:pt idx="197">
                  <c:v>-84.33</c:v>
                </c:pt>
                <c:pt idx="198">
                  <c:v>-84</c:v>
                </c:pt>
                <c:pt idx="199">
                  <c:v>-83.67</c:v>
                </c:pt>
                <c:pt idx="200">
                  <c:v>-83.33</c:v>
                </c:pt>
                <c:pt idx="201">
                  <c:v>-83</c:v>
                </c:pt>
                <c:pt idx="202">
                  <c:v>-82.67</c:v>
                </c:pt>
                <c:pt idx="203">
                  <c:v>-82.33</c:v>
                </c:pt>
                <c:pt idx="204">
                  <c:v>-82</c:v>
                </c:pt>
                <c:pt idx="205">
                  <c:v>-81.67</c:v>
                </c:pt>
                <c:pt idx="206">
                  <c:v>-81.33</c:v>
                </c:pt>
                <c:pt idx="207">
                  <c:v>-81</c:v>
                </c:pt>
                <c:pt idx="208">
                  <c:v>-80.67</c:v>
                </c:pt>
                <c:pt idx="209">
                  <c:v>-80.33</c:v>
                </c:pt>
                <c:pt idx="210">
                  <c:v>-80</c:v>
                </c:pt>
                <c:pt idx="211">
                  <c:v>-79.67</c:v>
                </c:pt>
                <c:pt idx="212">
                  <c:v>-79.33</c:v>
                </c:pt>
                <c:pt idx="213">
                  <c:v>-79</c:v>
                </c:pt>
                <c:pt idx="214">
                  <c:v>-78.67</c:v>
                </c:pt>
                <c:pt idx="215">
                  <c:v>-78.33</c:v>
                </c:pt>
                <c:pt idx="216">
                  <c:v>-78</c:v>
                </c:pt>
                <c:pt idx="217">
                  <c:v>-77.67</c:v>
                </c:pt>
                <c:pt idx="218">
                  <c:v>-77.33</c:v>
                </c:pt>
                <c:pt idx="219">
                  <c:v>-77</c:v>
                </c:pt>
                <c:pt idx="220">
                  <c:v>-76.67</c:v>
                </c:pt>
                <c:pt idx="221">
                  <c:v>-76.33</c:v>
                </c:pt>
                <c:pt idx="222">
                  <c:v>-76</c:v>
                </c:pt>
                <c:pt idx="223">
                  <c:v>-75.67</c:v>
                </c:pt>
                <c:pt idx="224">
                  <c:v>-75.33</c:v>
                </c:pt>
                <c:pt idx="225">
                  <c:v>-75</c:v>
                </c:pt>
                <c:pt idx="226">
                  <c:v>-74.67</c:v>
                </c:pt>
                <c:pt idx="227">
                  <c:v>-74.33</c:v>
                </c:pt>
                <c:pt idx="228">
                  <c:v>-74</c:v>
                </c:pt>
                <c:pt idx="229">
                  <c:v>-73.67</c:v>
                </c:pt>
                <c:pt idx="230">
                  <c:v>-73.33</c:v>
                </c:pt>
                <c:pt idx="231">
                  <c:v>-73</c:v>
                </c:pt>
                <c:pt idx="232">
                  <c:v>-72.67</c:v>
                </c:pt>
                <c:pt idx="233">
                  <c:v>-72.33</c:v>
                </c:pt>
                <c:pt idx="234">
                  <c:v>-72</c:v>
                </c:pt>
                <c:pt idx="235">
                  <c:v>-71.67</c:v>
                </c:pt>
                <c:pt idx="236">
                  <c:v>-71.33</c:v>
                </c:pt>
                <c:pt idx="237">
                  <c:v>-71</c:v>
                </c:pt>
                <c:pt idx="238">
                  <c:v>-70.67</c:v>
                </c:pt>
                <c:pt idx="239">
                  <c:v>-70.33</c:v>
                </c:pt>
                <c:pt idx="240">
                  <c:v>-70</c:v>
                </c:pt>
                <c:pt idx="241">
                  <c:v>-69.67</c:v>
                </c:pt>
                <c:pt idx="242">
                  <c:v>-69.33</c:v>
                </c:pt>
                <c:pt idx="243">
                  <c:v>-69</c:v>
                </c:pt>
                <c:pt idx="244">
                  <c:v>-68.67</c:v>
                </c:pt>
                <c:pt idx="245">
                  <c:v>-68.33</c:v>
                </c:pt>
                <c:pt idx="246">
                  <c:v>-68</c:v>
                </c:pt>
                <c:pt idx="247">
                  <c:v>-67.67</c:v>
                </c:pt>
                <c:pt idx="248">
                  <c:v>-67.33</c:v>
                </c:pt>
                <c:pt idx="249">
                  <c:v>-67</c:v>
                </c:pt>
                <c:pt idx="250">
                  <c:v>-66.67</c:v>
                </c:pt>
                <c:pt idx="251">
                  <c:v>-66.33</c:v>
                </c:pt>
                <c:pt idx="252">
                  <c:v>-66</c:v>
                </c:pt>
                <c:pt idx="253">
                  <c:v>-65.67</c:v>
                </c:pt>
                <c:pt idx="254">
                  <c:v>-65.33</c:v>
                </c:pt>
                <c:pt idx="255">
                  <c:v>-65</c:v>
                </c:pt>
                <c:pt idx="256">
                  <c:v>-64.67</c:v>
                </c:pt>
                <c:pt idx="257">
                  <c:v>-64.33</c:v>
                </c:pt>
                <c:pt idx="258">
                  <c:v>-64</c:v>
                </c:pt>
                <c:pt idx="259">
                  <c:v>-63.67</c:v>
                </c:pt>
                <c:pt idx="260">
                  <c:v>-63.33</c:v>
                </c:pt>
                <c:pt idx="261">
                  <c:v>-63</c:v>
                </c:pt>
                <c:pt idx="262">
                  <c:v>-62.67</c:v>
                </c:pt>
                <c:pt idx="263">
                  <c:v>-62.33</c:v>
                </c:pt>
                <c:pt idx="264">
                  <c:v>-62</c:v>
                </c:pt>
                <c:pt idx="265">
                  <c:v>-61.67</c:v>
                </c:pt>
                <c:pt idx="266">
                  <c:v>-61.33</c:v>
                </c:pt>
                <c:pt idx="267">
                  <c:v>-61</c:v>
                </c:pt>
                <c:pt idx="268">
                  <c:v>-60.67</c:v>
                </c:pt>
                <c:pt idx="269">
                  <c:v>-60.33</c:v>
                </c:pt>
                <c:pt idx="270">
                  <c:v>-60</c:v>
                </c:pt>
                <c:pt idx="271">
                  <c:v>-59.67</c:v>
                </c:pt>
                <c:pt idx="272">
                  <c:v>-59.33</c:v>
                </c:pt>
                <c:pt idx="273">
                  <c:v>-59</c:v>
                </c:pt>
                <c:pt idx="274">
                  <c:v>-58.67</c:v>
                </c:pt>
                <c:pt idx="275">
                  <c:v>-58.33</c:v>
                </c:pt>
                <c:pt idx="276">
                  <c:v>-58</c:v>
                </c:pt>
                <c:pt idx="277">
                  <c:v>-57.67</c:v>
                </c:pt>
                <c:pt idx="278">
                  <c:v>-57.33</c:v>
                </c:pt>
                <c:pt idx="279">
                  <c:v>-57</c:v>
                </c:pt>
                <c:pt idx="280">
                  <c:v>-56.67</c:v>
                </c:pt>
                <c:pt idx="281">
                  <c:v>-56.33</c:v>
                </c:pt>
                <c:pt idx="282">
                  <c:v>-56</c:v>
                </c:pt>
                <c:pt idx="283">
                  <c:v>-55.67</c:v>
                </c:pt>
                <c:pt idx="284">
                  <c:v>-55.33</c:v>
                </c:pt>
                <c:pt idx="285">
                  <c:v>-55</c:v>
                </c:pt>
                <c:pt idx="286">
                  <c:v>-54.67</c:v>
                </c:pt>
                <c:pt idx="287">
                  <c:v>-54.33</c:v>
                </c:pt>
                <c:pt idx="288">
                  <c:v>-54</c:v>
                </c:pt>
                <c:pt idx="289">
                  <c:v>-53.67</c:v>
                </c:pt>
                <c:pt idx="290">
                  <c:v>-53.33</c:v>
                </c:pt>
                <c:pt idx="291">
                  <c:v>-53</c:v>
                </c:pt>
                <c:pt idx="292">
                  <c:v>-52.67</c:v>
                </c:pt>
                <c:pt idx="293">
                  <c:v>-52.33</c:v>
                </c:pt>
                <c:pt idx="294">
                  <c:v>-52</c:v>
                </c:pt>
                <c:pt idx="295">
                  <c:v>-51.67</c:v>
                </c:pt>
                <c:pt idx="296">
                  <c:v>-51.33</c:v>
                </c:pt>
                <c:pt idx="297">
                  <c:v>-51</c:v>
                </c:pt>
                <c:pt idx="298">
                  <c:v>-50.67</c:v>
                </c:pt>
                <c:pt idx="299">
                  <c:v>-50.33</c:v>
                </c:pt>
                <c:pt idx="300">
                  <c:v>-50</c:v>
                </c:pt>
                <c:pt idx="301">
                  <c:v>-49.67</c:v>
                </c:pt>
                <c:pt idx="302">
                  <c:v>-49.33</c:v>
                </c:pt>
                <c:pt idx="303">
                  <c:v>-49</c:v>
                </c:pt>
                <c:pt idx="304">
                  <c:v>-48.67</c:v>
                </c:pt>
                <c:pt idx="305">
                  <c:v>-48.33</c:v>
                </c:pt>
                <c:pt idx="306">
                  <c:v>-48</c:v>
                </c:pt>
                <c:pt idx="307">
                  <c:v>-47.67</c:v>
                </c:pt>
                <c:pt idx="308">
                  <c:v>-47.33</c:v>
                </c:pt>
                <c:pt idx="309">
                  <c:v>-47</c:v>
                </c:pt>
                <c:pt idx="310">
                  <c:v>-46.67</c:v>
                </c:pt>
                <c:pt idx="311">
                  <c:v>-46.33</c:v>
                </c:pt>
                <c:pt idx="312">
                  <c:v>-46</c:v>
                </c:pt>
                <c:pt idx="313">
                  <c:v>-45.67</c:v>
                </c:pt>
                <c:pt idx="314">
                  <c:v>-45.33</c:v>
                </c:pt>
                <c:pt idx="315">
                  <c:v>-45</c:v>
                </c:pt>
                <c:pt idx="316">
                  <c:v>-44.67</c:v>
                </c:pt>
                <c:pt idx="317">
                  <c:v>-44.33</c:v>
                </c:pt>
                <c:pt idx="318">
                  <c:v>-44</c:v>
                </c:pt>
                <c:pt idx="319">
                  <c:v>-43.67</c:v>
                </c:pt>
                <c:pt idx="320">
                  <c:v>-43.33</c:v>
                </c:pt>
                <c:pt idx="321">
                  <c:v>-43</c:v>
                </c:pt>
                <c:pt idx="322">
                  <c:v>-42.67</c:v>
                </c:pt>
                <c:pt idx="323">
                  <c:v>-42.33</c:v>
                </c:pt>
                <c:pt idx="324">
                  <c:v>-42</c:v>
                </c:pt>
                <c:pt idx="325">
                  <c:v>-41.67</c:v>
                </c:pt>
                <c:pt idx="326">
                  <c:v>-41.33</c:v>
                </c:pt>
                <c:pt idx="327">
                  <c:v>-41</c:v>
                </c:pt>
                <c:pt idx="328">
                  <c:v>-40.67</c:v>
                </c:pt>
                <c:pt idx="329">
                  <c:v>-40.33</c:v>
                </c:pt>
                <c:pt idx="330">
                  <c:v>-40</c:v>
                </c:pt>
                <c:pt idx="331">
                  <c:v>-39.67</c:v>
                </c:pt>
                <c:pt idx="332">
                  <c:v>-39.33</c:v>
                </c:pt>
                <c:pt idx="333">
                  <c:v>-39</c:v>
                </c:pt>
                <c:pt idx="334">
                  <c:v>-38.67</c:v>
                </c:pt>
                <c:pt idx="335">
                  <c:v>-38.33</c:v>
                </c:pt>
                <c:pt idx="336">
                  <c:v>-38</c:v>
                </c:pt>
                <c:pt idx="337">
                  <c:v>-37.67</c:v>
                </c:pt>
                <c:pt idx="338">
                  <c:v>-37.33</c:v>
                </c:pt>
                <c:pt idx="339">
                  <c:v>-37</c:v>
                </c:pt>
                <c:pt idx="340">
                  <c:v>-36.67</c:v>
                </c:pt>
                <c:pt idx="341">
                  <c:v>-36.33</c:v>
                </c:pt>
                <c:pt idx="342">
                  <c:v>-36</c:v>
                </c:pt>
                <c:pt idx="343">
                  <c:v>-35.67</c:v>
                </c:pt>
                <c:pt idx="344">
                  <c:v>-35.33</c:v>
                </c:pt>
                <c:pt idx="345">
                  <c:v>-35</c:v>
                </c:pt>
                <c:pt idx="346">
                  <c:v>-34.67</c:v>
                </c:pt>
                <c:pt idx="347">
                  <c:v>-34.33</c:v>
                </c:pt>
                <c:pt idx="348">
                  <c:v>-34</c:v>
                </c:pt>
                <c:pt idx="349">
                  <c:v>-33.67</c:v>
                </c:pt>
                <c:pt idx="350">
                  <c:v>-33.33</c:v>
                </c:pt>
                <c:pt idx="351">
                  <c:v>-33</c:v>
                </c:pt>
                <c:pt idx="352">
                  <c:v>-32.67</c:v>
                </c:pt>
                <c:pt idx="353">
                  <c:v>-32.33</c:v>
                </c:pt>
                <c:pt idx="354">
                  <c:v>-32</c:v>
                </c:pt>
                <c:pt idx="355">
                  <c:v>-31.67</c:v>
                </c:pt>
                <c:pt idx="356">
                  <c:v>-31.33</c:v>
                </c:pt>
                <c:pt idx="357">
                  <c:v>-31</c:v>
                </c:pt>
                <c:pt idx="358">
                  <c:v>-30.67</c:v>
                </c:pt>
                <c:pt idx="359">
                  <c:v>-30.33</c:v>
                </c:pt>
                <c:pt idx="360">
                  <c:v>-30</c:v>
                </c:pt>
                <c:pt idx="361">
                  <c:v>-29.67</c:v>
                </c:pt>
                <c:pt idx="362">
                  <c:v>-29.33</c:v>
                </c:pt>
                <c:pt idx="363">
                  <c:v>-29</c:v>
                </c:pt>
                <c:pt idx="364">
                  <c:v>-28.67</c:v>
                </c:pt>
                <c:pt idx="365">
                  <c:v>-28.33</c:v>
                </c:pt>
                <c:pt idx="366">
                  <c:v>-28</c:v>
                </c:pt>
                <c:pt idx="367">
                  <c:v>-27.67</c:v>
                </c:pt>
                <c:pt idx="368">
                  <c:v>-27.33</c:v>
                </c:pt>
                <c:pt idx="369">
                  <c:v>-27</c:v>
                </c:pt>
                <c:pt idx="370">
                  <c:v>-26.67</c:v>
                </c:pt>
                <c:pt idx="371">
                  <c:v>-26.33</c:v>
                </c:pt>
                <c:pt idx="372">
                  <c:v>-26</c:v>
                </c:pt>
                <c:pt idx="373">
                  <c:v>-25.67</c:v>
                </c:pt>
                <c:pt idx="374">
                  <c:v>-25.33</c:v>
                </c:pt>
                <c:pt idx="375">
                  <c:v>-25</c:v>
                </c:pt>
                <c:pt idx="376">
                  <c:v>-24.67</c:v>
                </c:pt>
                <c:pt idx="377">
                  <c:v>-24.33</c:v>
                </c:pt>
                <c:pt idx="378">
                  <c:v>-24</c:v>
                </c:pt>
                <c:pt idx="379">
                  <c:v>-23.67</c:v>
                </c:pt>
                <c:pt idx="380">
                  <c:v>-23.33</c:v>
                </c:pt>
                <c:pt idx="381">
                  <c:v>-23</c:v>
                </c:pt>
                <c:pt idx="382">
                  <c:v>-22.67</c:v>
                </c:pt>
                <c:pt idx="383">
                  <c:v>-22.33</c:v>
                </c:pt>
                <c:pt idx="384">
                  <c:v>-22</c:v>
                </c:pt>
                <c:pt idx="385">
                  <c:v>-21.67</c:v>
                </c:pt>
                <c:pt idx="386">
                  <c:v>-21.33</c:v>
                </c:pt>
                <c:pt idx="387">
                  <c:v>-21</c:v>
                </c:pt>
                <c:pt idx="388">
                  <c:v>-20.67</c:v>
                </c:pt>
                <c:pt idx="389">
                  <c:v>-20.33</c:v>
                </c:pt>
                <c:pt idx="390">
                  <c:v>-20</c:v>
                </c:pt>
                <c:pt idx="391">
                  <c:v>-19.67</c:v>
                </c:pt>
                <c:pt idx="392">
                  <c:v>-19.33</c:v>
                </c:pt>
                <c:pt idx="393">
                  <c:v>-19</c:v>
                </c:pt>
                <c:pt idx="394">
                  <c:v>-18.67</c:v>
                </c:pt>
                <c:pt idx="395">
                  <c:v>-18.33</c:v>
                </c:pt>
                <c:pt idx="396">
                  <c:v>-18</c:v>
                </c:pt>
                <c:pt idx="397">
                  <c:v>-17.67</c:v>
                </c:pt>
                <c:pt idx="398">
                  <c:v>-17.33</c:v>
                </c:pt>
                <c:pt idx="399">
                  <c:v>-17</c:v>
                </c:pt>
                <c:pt idx="400">
                  <c:v>-16.67</c:v>
                </c:pt>
                <c:pt idx="401">
                  <c:v>-16.33</c:v>
                </c:pt>
                <c:pt idx="402">
                  <c:v>-16</c:v>
                </c:pt>
                <c:pt idx="403">
                  <c:v>-15.67</c:v>
                </c:pt>
                <c:pt idx="404">
                  <c:v>-15.33</c:v>
                </c:pt>
                <c:pt idx="405">
                  <c:v>-15</c:v>
                </c:pt>
                <c:pt idx="406">
                  <c:v>-14.67</c:v>
                </c:pt>
                <c:pt idx="407">
                  <c:v>-14.33</c:v>
                </c:pt>
                <c:pt idx="408">
                  <c:v>-14</c:v>
                </c:pt>
                <c:pt idx="409">
                  <c:v>-13.67</c:v>
                </c:pt>
                <c:pt idx="410">
                  <c:v>-13.33</c:v>
                </c:pt>
                <c:pt idx="411">
                  <c:v>-13</c:v>
                </c:pt>
                <c:pt idx="412">
                  <c:v>-12.67</c:v>
                </c:pt>
                <c:pt idx="413">
                  <c:v>-12.33</c:v>
                </c:pt>
                <c:pt idx="414">
                  <c:v>-12</c:v>
                </c:pt>
                <c:pt idx="415">
                  <c:v>-11.67</c:v>
                </c:pt>
                <c:pt idx="416">
                  <c:v>-11.33</c:v>
                </c:pt>
                <c:pt idx="417">
                  <c:v>-11</c:v>
                </c:pt>
                <c:pt idx="418">
                  <c:v>-10.67</c:v>
                </c:pt>
                <c:pt idx="419">
                  <c:v>-10.33</c:v>
                </c:pt>
                <c:pt idx="420">
                  <c:v>-10</c:v>
                </c:pt>
                <c:pt idx="421">
                  <c:v>-9.67</c:v>
                </c:pt>
                <c:pt idx="422">
                  <c:v>-9.33</c:v>
                </c:pt>
                <c:pt idx="423">
                  <c:v>-9</c:v>
                </c:pt>
                <c:pt idx="424">
                  <c:v>-8.67</c:v>
                </c:pt>
                <c:pt idx="425">
                  <c:v>-8.33</c:v>
                </c:pt>
                <c:pt idx="426">
                  <c:v>-8</c:v>
                </c:pt>
                <c:pt idx="427">
                  <c:v>-7.67</c:v>
                </c:pt>
                <c:pt idx="428">
                  <c:v>-7.33</c:v>
                </c:pt>
                <c:pt idx="429">
                  <c:v>-7</c:v>
                </c:pt>
                <c:pt idx="430">
                  <c:v>-6.67</c:v>
                </c:pt>
                <c:pt idx="431">
                  <c:v>-6.33</c:v>
                </c:pt>
                <c:pt idx="432">
                  <c:v>-6</c:v>
                </c:pt>
                <c:pt idx="433">
                  <c:v>-5.67</c:v>
                </c:pt>
                <c:pt idx="434">
                  <c:v>-5.33</c:v>
                </c:pt>
                <c:pt idx="435">
                  <c:v>-5</c:v>
                </c:pt>
                <c:pt idx="436">
                  <c:v>-4.67</c:v>
                </c:pt>
                <c:pt idx="437">
                  <c:v>-4.33</c:v>
                </c:pt>
                <c:pt idx="438">
                  <c:v>-4</c:v>
                </c:pt>
                <c:pt idx="439">
                  <c:v>-3.67</c:v>
                </c:pt>
                <c:pt idx="440">
                  <c:v>-3.33</c:v>
                </c:pt>
                <c:pt idx="441">
                  <c:v>-3</c:v>
                </c:pt>
                <c:pt idx="442">
                  <c:v>-2.67</c:v>
                </c:pt>
                <c:pt idx="443">
                  <c:v>-2.33</c:v>
                </c:pt>
                <c:pt idx="444">
                  <c:v>-2</c:v>
                </c:pt>
                <c:pt idx="445">
                  <c:v>-1.67</c:v>
                </c:pt>
                <c:pt idx="446">
                  <c:v>-1.33</c:v>
                </c:pt>
                <c:pt idx="447">
                  <c:v>-1</c:v>
                </c:pt>
                <c:pt idx="448">
                  <c:v>-0.67</c:v>
                </c:pt>
                <c:pt idx="449">
                  <c:v>-0.33</c:v>
                </c:pt>
                <c:pt idx="450">
                  <c:v>0</c:v>
                </c:pt>
              </c:numCache>
            </c:numRef>
          </c:xVal>
          <c:yVal>
            <c:numRef>
              <c:f>Sheet1!$D$2:$D$452</c:f>
              <c:numCache>
                <c:formatCode>General</c:formatCode>
                <c:ptCount val="451"/>
                <c:pt idx="0">
                  <c:v>0.06</c:v>
                </c:pt>
                <c:pt idx="1">
                  <c:v>0.06</c:v>
                </c:pt>
                <c:pt idx="2">
                  <c:v>0.04</c:v>
                </c:pt>
                <c:pt idx="3">
                  <c:v>-0.07</c:v>
                </c:pt>
                <c:pt idx="4">
                  <c:v>0.16</c:v>
                </c:pt>
                <c:pt idx="5">
                  <c:v>-0.06</c:v>
                </c:pt>
                <c:pt idx="6">
                  <c:v>0</c:v>
                </c:pt>
                <c:pt idx="7">
                  <c:v>-0.02</c:v>
                </c:pt>
                <c:pt idx="8">
                  <c:v>0.28</c:v>
                </c:pt>
                <c:pt idx="9">
                  <c:v>0.3</c:v>
                </c:pt>
                <c:pt idx="10">
                  <c:v>0.09</c:v>
                </c:pt>
                <c:pt idx="11">
                  <c:v>0.09</c:v>
                </c:pt>
                <c:pt idx="12">
                  <c:v>0.23</c:v>
                </c:pt>
                <c:pt idx="13">
                  <c:v>0.17</c:v>
                </c:pt>
                <c:pt idx="14">
                  <c:v>0.24</c:v>
                </c:pt>
                <c:pt idx="15">
                  <c:v>-0.08</c:v>
                </c:pt>
                <c:pt idx="16">
                  <c:v>0.48</c:v>
                </c:pt>
                <c:pt idx="17">
                  <c:v>0.08</c:v>
                </c:pt>
                <c:pt idx="18">
                  <c:v>0.48</c:v>
                </c:pt>
                <c:pt idx="19">
                  <c:v>0.51</c:v>
                </c:pt>
                <c:pt idx="20">
                  <c:v>0.6</c:v>
                </c:pt>
                <c:pt idx="21">
                  <c:v>0.79</c:v>
                </c:pt>
                <c:pt idx="22">
                  <c:v>-0.21</c:v>
                </c:pt>
                <c:pt idx="23">
                  <c:v>-0.01</c:v>
                </c:pt>
                <c:pt idx="24">
                  <c:v>-0.25</c:v>
                </c:pt>
                <c:pt idx="25">
                  <c:v>-0.14</c:v>
                </c:pt>
                <c:pt idx="26">
                  <c:v>-0.48</c:v>
                </c:pt>
                <c:pt idx="27">
                  <c:v>-0.57</c:v>
                </c:pt>
                <c:pt idx="28">
                  <c:v>-0.57</c:v>
                </c:pt>
                <c:pt idx="29">
                  <c:v>-0.44</c:v>
                </c:pt>
                <c:pt idx="30">
                  <c:v>-0.18</c:v>
                </c:pt>
                <c:pt idx="31">
                  <c:v>-0.21</c:v>
                </c:pt>
                <c:pt idx="32">
                  <c:v>-0.11</c:v>
                </c:pt>
                <c:pt idx="33">
                  <c:v>-0.36</c:v>
                </c:pt>
                <c:pt idx="34">
                  <c:v>-0.25</c:v>
                </c:pt>
                <c:pt idx="35">
                  <c:v>-0.27</c:v>
                </c:pt>
                <c:pt idx="36">
                  <c:v>0.02</c:v>
                </c:pt>
                <c:pt idx="37">
                  <c:v>-0.04</c:v>
                </c:pt>
                <c:pt idx="38">
                  <c:v>-0.24</c:v>
                </c:pt>
                <c:pt idx="39">
                  <c:v>-0.57</c:v>
                </c:pt>
                <c:pt idx="40">
                  <c:v>-0.44</c:v>
                </c:pt>
                <c:pt idx="41">
                  <c:v>-0.48</c:v>
                </c:pt>
                <c:pt idx="42">
                  <c:v>-0.3</c:v>
                </c:pt>
                <c:pt idx="43">
                  <c:v>-0.3</c:v>
                </c:pt>
                <c:pt idx="44">
                  <c:v>-0.25</c:v>
                </c:pt>
                <c:pt idx="45">
                  <c:v>-0.09</c:v>
                </c:pt>
                <c:pt idx="46">
                  <c:v>-0.1</c:v>
                </c:pt>
                <c:pt idx="47">
                  <c:v>-0.28</c:v>
                </c:pt>
                <c:pt idx="48">
                  <c:v>-0.89</c:v>
                </c:pt>
                <c:pt idx="49">
                  <c:v>-0.44</c:v>
                </c:pt>
                <c:pt idx="50">
                  <c:v>-0.19</c:v>
                </c:pt>
                <c:pt idx="51">
                  <c:v>0.21</c:v>
                </c:pt>
                <c:pt idx="52">
                  <c:v>-0.02</c:v>
                </c:pt>
                <c:pt idx="53">
                  <c:v>-0.02</c:v>
                </c:pt>
                <c:pt idx="54">
                  <c:v>-0.54</c:v>
                </c:pt>
                <c:pt idx="55">
                  <c:v>-0.22</c:v>
                </c:pt>
                <c:pt idx="56">
                  <c:v>-0.22</c:v>
                </c:pt>
                <c:pt idx="57">
                  <c:v>-0.21</c:v>
                </c:pt>
                <c:pt idx="58">
                  <c:v>-0.69</c:v>
                </c:pt>
                <c:pt idx="59">
                  <c:v>-0.51</c:v>
                </c:pt>
                <c:pt idx="60">
                  <c:v>-0.44</c:v>
                </c:pt>
                <c:pt idx="61">
                  <c:v>-0.18</c:v>
                </c:pt>
                <c:pt idx="62">
                  <c:v>-0.04</c:v>
                </c:pt>
                <c:pt idx="63">
                  <c:v>0.11</c:v>
                </c:pt>
                <c:pt idx="64">
                  <c:v>0.37</c:v>
                </c:pt>
                <c:pt idx="65">
                  <c:v>0.06</c:v>
                </c:pt>
                <c:pt idx="66">
                  <c:v>-0.27</c:v>
                </c:pt>
                <c:pt idx="67">
                  <c:v>-0.27</c:v>
                </c:pt>
                <c:pt idx="68">
                  <c:v>0.19</c:v>
                </c:pt>
                <c:pt idx="69">
                  <c:v>0.19</c:v>
                </c:pt>
                <c:pt idx="70">
                  <c:v>-0.57</c:v>
                </c:pt>
                <c:pt idx="71">
                  <c:v>-0.1</c:v>
                </c:pt>
                <c:pt idx="72">
                  <c:v>-0.27</c:v>
                </c:pt>
                <c:pt idx="73">
                  <c:v>0.01</c:v>
                </c:pt>
                <c:pt idx="74">
                  <c:v>-0.1</c:v>
                </c:pt>
                <c:pt idx="75">
                  <c:v>0.1</c:v>
                </c:pt>
                <c:pt idx="76">
                  <c:v>0.14</c:v>
                </c:pt>
                <c:pt idx="77">
                  <c:v>0.33</c:v>
                </c:pt>
                <c:pt idx="78">
                  <c:v>0.46</c:v>
                </c:pt>
                <c:pt idx="79">
                  <c:v>0.28</c:v>
                </c:pt>
                <c:pt idx="80">
                  <c:v>0.11</c:v>
                </c:pt>
                <c:pt idx="81">
                  <c:v>-0.4</c:v>
                </c:pt>
                <c:pt idx="82">
                  <c:v>0.63</c:v>
                </c:pt>
                <c:pt idx="83">
                  <c:v>0.4</c:v>
                </c:pt>
                <c:pt idx="84">
                  <c:v>0.15</c:v>
                </c:pt>
                <c:pt idx="85">
                  <c:v>-0.48</c:v>
                </c:pt>
                <c:pt idx="86">
                  <c:v>-0.65</c:v>
                </c:pt>
                <c:pt idx="87">
                  <c:v>-0.35</c:v>
                </c:pt>
                <c:pt idx="88">
                  <c:v>0.24</c:v>
                </c:pt>
                <c:pt idx="89">
                  <c:v>-0.07</c:v>
                </c:pt>
                <c:pt idx="90">
                  <c:v>-0.07</c:v>
                </c:pt>
                <c:pt idx="91">
                  <c:v>-0.18</c:v>
                </c:pt>
                <c:pt idx="92">
                  <c:v>0.03</c:v>
                </c:pt>
                <c:pt idx="93">
                  <c:v>-0.14</c:v>
                </c:pt>
                <c:pt idx="94">
                  <c:v>-0.25</c:v>
                </c:pt>
                <c:pt idx="95">
                  <c:v>-0.44</c:v>
                </c:pt>
                <c:pt idx="96">
                  <c:v>-0.05</c:v>
                </c:pt>
                <c:pt idx="97">
                  <c:v>-0.03</c:v>
                </c:pt>
                <c:pt idx="98">
                  <c:v>-0.23</c:v>
                </c:pt>
                <c:pt idx="99">
                  <c:v>-0.16</c:v>
                </c:pt>
                <c:pt idx="100">
                  <c:v>-0.23</c:v>
                </c:pt>
                <c:pt idx="101">
                  <c:v>-0.74</c:v>
                </c:pt>
                <c:pt idx="102">
                  <c:v>-0.98</c:v>
                </c:pt>
                <c:pt idx="103">
                  <c:v>-0.69</c:v>
                </c:pt>
                <c:pt idx="104">
                  <c:v>0.38</c:v>
                </c:pt>
                <c:pt idx="105">
                  <c:v>0.16</c:v>
                </c:pt>
                <c:pt idx="106">
                  <c:v>-0.41</c:v>
                </c:pt>
                <c:pt idx="107">
                  <c:v>-0.72</c:v>
                </c:pt>
                <c:pt idx="108">
                  <c:v>-0.72</c:v>
                </c:pt>
                <c:pt idx="109">
                  <c:v>-0.18</c:v>
                </c:pt>
                <c:pt idx="110">
                  <c:v>-0.18</c:v>
                </c:pt>
                <c:pt idx="111">
                  <c:v>-0.18</c:v>
                </c:pt>
                <c:pt idx="112">
                  <c:v>-0.55</c:v>
                </c:pt>
                <c:pt idx="113">
                  <c:v>-0.55</c:v>
                </c:pt>
                <c:pt idx="114">
                  <c:v>-0.64</c:v>
                </c:pt>
                <c:pt idx="115">
                  <c:v>-0.42</c:v>
                </c:pt>
                <c:pt idx="116">
                  <c:v>0.14</c:v>
                </c:pt>
                <c:pt idx="117">
                  <c:v>0.77</c:v>
                </c:pt>
                <c:pt idx="118">
                  <c:v>0.47</c:v>
                </c:pt>
                <c:pt idx="119">
                  <c:v>-0.45</c:v>
                </c:pt>
                <c:pt idx="120">
                  <c:v>-0.18</c:v>
                </c:pt>
                <c:pt idx="121">
                  <c:v>-0.6</c:v>
                </c:pt>
                <c:pt idx="122">
                  <c:v>-0.28</c:v>
                </c:pt>
                <c:pt idx="123">
                  <c:v>-0.23</c:v>
                </c:pt>
                <c:pt idx="124">
                  <c:v>-0.14</c:v>
                </c:pt>
                <c:pt idx="125">
                  <c:v>0.09</c:v>
                </c:pt>
                <c:pt idx="126">
                  <c:v>0.18</c:v>
                </c:pt>
                <c:pt idx="127">
                  <c:v>0.18</c:v>
                </c:pt>
                <c:pt idx="128">
                  <c:v>-0.26</c:v>
                </c:pt>
                <c:pt idx="129">
                  <c:v>-0.21</c:v>
                </c:pt>
                <c:pt idx="130">
                  <c:v>-0.27</c:v>
                </c:pt>
                <c:pt idx="131">
                  <c:v>-0.36</c:v>
                </c:pt>
                <c:pt idx="132">
                  <c:v>-0.45</c:v>
                </c:pt>
                <c:pt idx="133">
                  <c:v>-0.41</c:v>
                </c:pt>
                <c:pt idx="134">
                  <c:v>0.15</c:v>
                </c:pt>
                <c:pt idx="135">
                  <c:v>-0.04</c:v>
                </c:pt>
                <c:pt idx="136">
                  <c:v>-0.16</c:v>
                </c:pt>
                <c:pt idx="137">
                  <c:v>-0.28</c:v>
                </c:pt>
                <c:pt idx="138">
                  <c:v>0.07</c:v>
                </c:pt>
                <c:pt idx="139">
                  <c:v>0.34</c:v>
                </c:pt>
                <c:pt idx="140">
                  <c:v>0.32</c:v>
                </c:pt>
                <c:pt idx="141">
                  <c:v>-0.72</c:v>
                </c:pt>
                <c:pt idx="142">
                  <c:v>-0.44</c:v>
                </c:pt>
                <c:pt idx="143">
                  <c:v>-0.66</c:v>
                </c:pt>
                <c:pt idx="144">
                  <c:v>-0.35</c:v>
                </c:pt>
                <c:pt idx="145">
                  <c:v>-0.55</c:v>
                </c:pt>
                <c:pt idx="146">
                  <c:v>-0.52</c:v>
                </c:pt>
                <c:pt idx="147">
                  <c:v>-0.45</c:v>
                </c:pt>
                <c:pt idx="148">
                  <c:v>-0.27</c:v>
                </c:pt>
                <c:pt idx="149">
                  <c:v>-0.19</c:v>
                </c:pt>
                <c:pt idx="150">
                  <c:v>-0.07</c:v>
                </c:pt>
                <c:pt idx="151">
                  <c:v>-0.44</c:v>
                </c:pt>
                <c:pt idx="152">
                  <c:v>-0.34</c:v>
                </c:pt>
                <c:pt idx="153">
                  <c:v>-0.34</c:v>
                </c:pt>
                <c:pt idx="154">
                  <c:v>-0.18</c:v>
                </c:pt>
                <c:pt idx="155">
                  <c:v>0.2</c:v>
                </c:pt>
                <c:pt idx="156">
                  <c:v>0.03</c:v>
                </c:pt>
                <c:pt idx="157">
                  <c:v>-0.04</c:v>
                </c:pt>
                <c:pt idx="158">
                  <c:v>-0.04</c:v>
                </c:pt>
                <c:pt idx="159">
                  <c:v>0.22</c:v>
                </c:pt>
                <c:pt idx="160">
                  <c:v>-0.26</c:v>
                </c:pt>
                <c:pt idx="161">
                  <c:v>-1</c:v>
                </c:pt>
                <c:pt idx="162">
                  <c:v>-1</c:v>
                </c:pt>
                <c:pt idx="163">
                  <c:v>-0.05</c:v>
                </c:pt>
                <c:pt idx="164">
                  <c:v>-0.05</c:v>
                </c:pt>
                <c:pt idx="165">
                  <c:v>-0.12</c:v>
                </c:pt>
                <c:pt idx="166">
                  <c:v>-0.28</c:v>
                </c:pt>
                <c:pt idx="167">
                  <c:v>-0.15</c:v>
                </c:pt>
                <c:pt idx="168">
                  <c:v>-0.15</c:v>
                </c:pt>
                <c:pt idx="169">
                  <c:v>-0.27</c:v>
                </c:pt>
                <c:pt idx="170">
                  <c:v>-0.29</c:v>
                </c:pt>
                <c:pt idx="171">
                  <c:v>-0.29</c:v>
                </c:pt>
                <c:pt idx="172">
                  <c:v>-0.09</c:v>
                </c:pt>
                <c:pt idx="173">
                  <c:v>-0.06</c:v>
                </c:pt>
                <c:pt idx="174">
                  <c:v>-0.08</c:v>
                </c:pt>
                <c:pt idx="175">
                  <c:v>-1.12</c:v>
                </c:pt>
                <c:pt idx="176">
                  <c:v>-1.12</c:v>
                </c:pt>
                <c:pt idx="177">
                  <c:v>-1.12</c:v>
                </c:pt>
                <c:pt idx="178">
                  <c:v>-0.4</c:v>
                </c:pt>
                <c:pt idx="179">
                  <c:v>-0.28</c:v>
                </c:pt>
                <c:pt idx="180">
                  <c:v>0.04</c:v>
                </c:pt>
                <c:pt idx="181">
                  <c:v>0.17</c:v>
                </c:pt>
                <c:pt idx="182">
                  <c:v>-0.14</c:v>
                </c:pt>
                <c:pt idx="183">
                  <c:v>-0.48</c:v>
                </c:pt>
                <c:pt idx="184">
                  <c:v>-0.35</c:v>
                </c:pt>
                <c:pt idx="185">
                  <c:v>-0.21</c:v>
                </c:pt>
                <c:pt idx="186">
                  <c:v>0.11</c:v>
                </c:pt>
                <c:pt idx="187">
                  <c:v>-0.52</c:v>
                </c:pt>
                <c:pt idx="188">
                  <c:v>-0.26</c:v>
                </c:pt>
                <c:pt idx="189">
                  <c:v>-0.58</c:v>
                </c:pt>
                <c:pt idx="190">
                  <c:v>-0.4</c:v>
                </c:pt>
                <c:pt idx="191">
                  <c:v>-0.38</c:v>
                </c:pt>
                <c:pt idx="192">
                  <c:v>0.04</c:v>
                </c:pt>
                <c:pt idx="193">
                  <c:v>0.15</c:v>
                </c:pt>
                <c:pt idx="194">
                  <c:v>0.3</c:v>
                </c:pt>
                <c:pt idx="195">
                  <c:v>0.32</c:v>
                </c:pt>
                <c:pt idx="196">
                  <c:v>-0.05</c:v>
                </c:pt>
                <c:pt idx="197">
                  <c:v>-0.38</c:v>
                </c:pt>
                <c:pt idx="198">
                  <c:v>-0.51</c:v>
                </c:pt>
                <c:pt idx="199">
                  <c:v>0.15</c:v>
                </c:pt>
                <c:pt idx="200">
                  <c:v>-0.43</c:v>
                </c:pt>
                <c:pt idx="201">
                  <c:v>-0.35</c:v>
                </c:pt>
                <c:pt idx="202">
                  <c:v>-0.29</c:v>
                </c:pt>
                <c:pt idx="203">
                  <c:v>0.46</c:v>
                </c:pt>
                <c:pt idx="204">
                  <c:v>0.61</c:v>
                </c:pt>
                <c:pt idx="205">
                  <c:v>0.47</c:v>
                </c:pt>
                <c:pt idx="206">
                  <c:v>-0.12</c:v>
                </c:pt>
                <c:pt idx="207">
                  <c:v>-0.28</c:v>
                </c:pt>
                <c:pt idx="208">
                  <c:v>-0.46</c:v>
                </c:pt>
                <c:pt idx="209">
                  <c:v>-0.51</c:v>
                </c:pt>
                <c:pt idx="210">
                  <c:v>-0.67</c:v>
                </c:pt>
                <c:pt idx="211">
                  <c:v>-0.48</c:v>
                </c:pt>
                <c:pt idx="212">
                  <c:v>-0.43</c:v>
                </c:pt>
                <c:pt idx="213">
                  <c:v>-0.29</c:v>
                </c:pt>
                <c:pt idx="214">
                  <c:v>0.06</c:v>
                </c:pt>
                <c:pt idx="215">
                  <c:v>-0.11</c:v>
                </c:pt>
                <c:pt idx="216">
                  <c:v>-0.29</c:v>
                </c:pt>
                <c:pt idx="217">
                  <c:v>-0.48</c:v>
                </c:pt>
                <c:pt idx="218">
                  <c:v>-0.65</c:v>
                </c:pt>
                <c:pt idx="219">
                  <c:v>-0.65</c:v>
                </c:pt>
                <c:pt idx="220">
                  <c:v>0.27</c:v>
                </c:pt>
                <c:pt idx="221">
                  <c:v>0.52</c:v>
                </c:pt>
                <c:pt idx="222">
                  <c:v>0.18</c:v>
                </c:pt>
                <c:pt idx="223">
                  <c:v>-0.16</c:v>
                </c:pt>
                <c:pt idx="224">
                  <c:v>-0.28</c:v>
                </c:pt>
                <c:pt idx="225">
                  <c:v>-0.28</c:v>
                </c:pt>
                <c:pt idx="226">
                  <c:v>-0.24</c:v>
                </c:pt>
                <c:pt idx="227">
                  <c:v>-0.48</c:v>
                </c:pt>
                <c:pt idx="228">
                  <c:v>-0.48</c:v>
                </c:pt>
                <c:pt idx="229">
                  <c:v>-0.68</c:v>
                </c:pt>
                <c:pt idx="230">
                  <c:v>-0.43</c:v>
                </c:pt>
                <c:pt idx="231">
                  <c:v>-0.61</c:v>
                </c:pt>
                <c:pt idx="232">
                  <c:v>-0.65</c:v>
                </c:pt>
                <c:pt idx="233">
                  <c:v>-0.65</c:v>
                </c:pt>
                <c:pt idx="234">
                  <c:v>0.13</c:v>
                </c:pt>
                <c:pt idx="235">
                  <c:v>0.29</c:v>
                </c:pt>
                <c:pt idx="236">
                  <c:v>0.51</c:v>
                </c:pt>
                <c:pt idx="237">
                  <c:v>-0.51</c:v>
                </c:pt>
                <c:pt idx="238">
                  <c:v>-0.46</c:v>
                </c:pt>
                <c:pt idx="239">
                  <c:v>-0.7</c:v>
                </c:pt>
                <c:pt idx="240">
                  <c:v>-0.57</c:v>
                </c:pt>
                <c:pt idx="241">
                  <c:v>-0.46</c:v>
                </c:pt>
                <c:pt idx="242">
                  <c:v>-0.4</c:v>
                </c:pt>
                <c:pt idx="243">
                  <c:v>-0.4</c:v>
                </c:pt>
                <c:pt idx="244">
                  <c:v>-0.4</c:v>
                </c:pt>
                <c:pt idx="245">
                  <c:v>-0.34</c:v>
                </c:pt>
                <c:pt idx="246">
                  <c:v>-0.89</c:v>
                </c:pt>
                <c:pt idx="247">
                  <c:v>-0.78</c:v>
                </c:pt>
                <c:pt idx="248">
                  <c:v>-0.78</c:v>
                </c:pt>
                <c:pt idx="249">
                  <c:v>-0.57</c:v>
                </c:pt>
                <c:pt idx="250">
                  <c:v>-0.92</c:v>
                </c:pt>
                <c:pt idx="251">
                  <c:v>-0.86</c:v>
                </c:pt>
                <c:pt idx="252">
                  <c:v>-0.45</c:v>
                </c:pt>
                <c:pt idx="253">
                  <c:v>-0.06</c:v>
                </c:pt>
                <c:pt idx="254">
                  <c:v>0.11</c:v>
                </c:pt>
                <c:pt idx="255">
                  <c:v>-0.22</c:v>
                </c:pt>
                <c:pt idx="256">
                  <c:v>-0.44</c:v>
                </c:pt>
                <c:pt idx="257">
                  <c:v>-0.61</c:v>
                </c:pt>
                <c:pt idx="258">
                  <c:v>-0.39</c:v>
                </c:pt>
                <c:pt idx="259">
                  <c:v>-0.14</c:v>
                </c:pt>
                <c:pt idx="260">
                  <c:v>0.14</c:v>
                </c:pt>
                <c:pt idx="261">
                  <c:v>0.17</c:v>
                </c:pt>
                <c:pt idx="262">
                  <c:v>0.15</c:v>
                </c:pt>
                <c:pt idx="263">
                  <c:v>0.23</c:v>
                </c:pt>
                <c:pt idx="264">
                  <c:v>-0.09</c:v>
                </c:pt>
                <c:pt idx="265">
                  <c:v>-0.41</c:v>
                </c:pt>
                <c:pt idx="266">
                  <c:v>-0.41</c:v>
                </c:pt>
                <c:pt idx="267">
                  <c:v>-0.39</c:v>
                </c:pt>
                <c:pt idx="268">
                  <c:v>-0.14</c:v>
                </c:pt>
                <c:pt idx="269">
                  <c:v>-0.26</c:v>
                </c:pt>
                <c:pt idx="270">
                  <c:v>-0.26</c:v>
                </c:pt>
                <c:pt idx="271">
                  <c:v>-0.62</c:v>
                </c:pt>
                <c:pt idx="272">
                  <c:v>-0.45</c:v>
                </c:pt>
                <c:pt idx="273">
                  <c:v>-0.21</c:v>
                </c:pt>
                <c:pt idx="274">
                  <c:v>-0.21</c:v>
                </c:pt>
                <c:pt idx="275">
                  <c:v>-0.58</c:v>
                </c:pt>
                <c:pt idx="276">
                  <c:v>-0.88</c:v>
                </c:pt>
                <c:pt idx="277">
                  <c:v>-0.69</c:v>
                </c:pt>
                <c:pt idx="278">
                  <c:v>-0.4</c:v>
                </c:pt>
                <c:pt idx="279">
                  <c:v>-0.44</c:v>
                </c:pt>
                <c:pt idx="280">
                  <c:v>-0.34</c:v>
                </c:pt>
                <c:pt idx="281">
                  <c:v>-0.36</c:v>
                </c:pt>
                <c:pt idx="282">
                  <c:v>-0.17</c:v>
                </c:pt>
                <c:pt idx="283">
                  <c:v>0.02</c:v>
                </c:pt>
                <c:pt idx="284">
                  <c:v>0.03</c:v>
                </c:pt>
                <c:pt idx="285">
                  <c:v>-0.07</c:v>
                </c:pt>
                <c:pt idx="286">
                  <c:v>-0.07</c:v>
                </c:pt>
                <c:pt idx="287">
                  <c:v>-0.3</c:v>
                </c:pt>
                <c:pt idx="288">
                  <c:v>-0.49</c:v>
                </c:pt>
                <c:pt idx="289">
                  <c:v>-0.49</c:v>
                </c:pt>
                <c:pt idx="290">
                  <c:v>-0.49</c:v>
                </c:pt>
                <c:pt idx="291">
                  <c:v>-0.41</c:v>
                </c:pt>
                <c:pt idx="292">
                  <c:v>-0.06</c:v>
                </c:pt>
                <c:pt idx="293">
                  <c:v>-0.06</c:v>
                </c:pt>
                <c:pt idx="294">
                  <c:v>0.03</c:v>
                </c:pt>
                <c:pt idx="295">
                  <c:v>0.03</c:v>
                </c:pt>
                <c:pt idx="296">
                  <c:v>-0.13</c:v>
                </c:pt>
                <c:pt idx="297">
                  <c:v>-0.53</c:v>
                </c:pt>
                <c:pt idx="298">
                  <c:v>-0.57</c:v>
                </c:pt>
                <c:pt idx="299">
                  <c:v>-0.62</c:v>
                </c:pt>
                <c:pt idx="300">
                  <c:v>-0.52</c:v>
                </c:pt>
                <c:pt idx="301">
                  <c:v>-0.06</c:v>
                </c:pt>
                <c:pt idx="302">
                  <c:v>-0.06</c:v>
                </c:pt>
                <c:pt idx="303">
                  <c:v>-0.06</c:v>
                </c:pt>
                <c:pt idx="304">
                  <c:v>-0.25</c:v>
                </c:pt>
                <c:pt idx="305">
                  <c:v>-0.3</c:v>
                </c:pt>
                <c:pt idx="306">
                  <c:v>-0.15</c:v>
                </c:pt>
                <c:pt idx="307">
                  <c:v>-0.15</c:v>
                </c:pt>
                <c:pt idx="308">
                  <c:v>-0.26</c:v>
                </c:pt>
                <c:pt idx="309">
                  <c:v>-0.51</c:v>
                </c:pt>
                <c:pt idx="310">
                  <c:v>-0.4</c:v>
                </c:pt>
                <c:pt idx="311">
                  <c:v>-0.4</c:v>
                </c:pt>
                <c:pt idx="312">
                  <c:v>0.03</c:v>
                </c:pt>
                <c:pt idx="313">
                  <c:v>0.06</c:v>
                </c:pt>
                <c:pt idx="314">
                  <c:v>0.37</c:v>
                </c:pt>
                <c:pt idx="315">
                  <c:v>0.59</c:v>
                </c:pt>
                <c:pt idx="316">
                  <c:v>0.59</c:v>
                </c:pt>
                <c:pt idx="317">
                  <c:v>0.5</c:v>
                </c:pt>
                <c:pt idx="318">
                  <c:v>0.47</c:v>
                </c:pt>
                <c:pt idx="319">
                  <c:v>0.47</c:v>
                </c:pt>
                <c:pt idx="320">
                  <c:v>1.13</c:v>
                </c:pt>
                <c:pt idx="321">
                  <c:v>1.13</c:v>
                </c:pt>
                <c:pt idx="322">
                  <c:v>1.14</c:v>
                </c:pt>
                <c:pt idx="323">
                  <c:v>1.34</c:v>
                </c:pt>
                <c:pt idx="324">
                  <c:v>1.18</c:v>
                </c:pt>
                <c:pt idx="325">
                  <c:v>0.87</c:v>
                </c:pt>
                <c:pt idx="326">
                  <c:v>0.65</c:v>
                </c:pt>
                <c:pt idx="327">
                  <c:v>0.49</c:v>
                </c:pt>
                <c:pt idx="328">
                  <c:v>0.6</c:v>
                </c:pt>
                <c:pt idx="329">
                  <c:v>0.34</c:v>
                </c:pt>
                <c:pt idx="330">
                  <c:v>0.34</c:v>
                </c:pt>
                <c:pt idx="331">
                  <c:v>-0.35</c:v>
                </c:pt>
                <c:pt idx="332">
                  <c:v>-0.14</c:v>
                </c:pt>
                <c:pt idx="333">
                  <c:v>-0.53</c:v>
                </c:pt>
                <c:pt idx="334">
                  <c:v>-0.35</c:v>
                </c:pt>
                <c:pt idx="335">
                  <c:v>-0.62</c:v>
                </c:pt>
                <c:pt idx="336">
                  <c:v>-0.06</c:v>
                </c:pt>
                <c:pt idx="337">
                  <c:v>-0.15</c:v>
                </c:pt>
                <c:pt idx="338">
                  <c:v>-0.15</c:v>
                </c:pt>
                <c:pt idx="339">
                  <c:v>-0.34</c:v>
                </c:pt>
                <c:pt idx="340">
                  <c:v>-0.27</c:v>
                </c:pt>
                <c:pt idx="341">
                  <c:v>-0.29</c:v>
                </c:pt>
                <c:pt idx="342">
                  <c:v>-0.3</c:v>
                </c:pt>
                <c:pt idx="343">
                  <c:v>-0.4</c:v>
                </c:pt>
                <c:pt idx="344">
                  <c:v>-0.49</c:v>
                </c:pt>
                <c:pt idx="345">
                  <c:v>-0.38</c:v>
                </c:pt>
                <c:pt idx="346">
                  <c:v>-0.41</c:v>
                </c:pt>
                <c:pt idx="347">
                  <c:v>-0.11</c:v>
                </c:pt>
                <c:pt idx="348">
                  <c:v>-0.3</c:v>
                </c:pt>
                <c:pt idx="349">
                  <c:v>-0.02</c:v>
                </c:pt>
                <c:pt idx="350">
                  <c:v>-0.02</c:v>
                </c:pt>
                <c:pt idx="351">
                  <c:v>0.03</c:v>
                </c:pt>
                <c:pt idx="352">
                  <c:v>0.21</c:v>
                </c:pt>
                <c:pt idx="353">
                  <c:v>-0.06</c:v>
                </c:pt>
                <c:pt idx="354">
                  <c:v>-0.05</c:v>
                </c:pt>
                <c:pt idx="355">
                  <c:v>-0.06</c:v>
                </c:pt>
                <c:pt idx="356">
                  <c:v>-0.13</c:v>
                </c:pt>
                <c:pt idx="357">
                  <c:v>0</c:v>
                </c:pt>
                <c:pt idx="358">
                  <c:v>0.14</c:v>
                </c:pt>
                <c:pt idx="359">
                  <c:v>0.14</c:v>
                </c:pt>
                <c:pt idx="360">
                  <c:v>0.28</c:v>
                </c:pt>
                <c:pt idx="361">
                  <c:v>0.17</c:v>
                </c:pt>
                <c:pt idx="362">
                  <c:v>0.45</c:v>
                </c:pt>
                <c:pt idx="363">
                  <c:v>-0.41</c:v>
                </c:pt>
                <c:pt idx="364">
                  <c:v>-0.14</c:v>
                </c:pt>
                <c:pt idx="365">
                  <c:v>-0.14</c:v>
                </c:pt>
                <c:pt idx="366">
                  <c:v>0.12</c:v>
                </c:pt>
                <c:pt idx="367">
                  <c:v>-0.08</c:v>
                </c:pt>
                <c:pt idx="368">
                  <c:v>-0.08</c:v>
                </c:pt>
                <c:pt idx="369">
                  <c:v>-0.52</c:v>
                </c:pt>
                <c:pt idx="370">
                  <c:v>-0.74</c:v>
                </c:pt>
                <c:pt idx="371">
                  <c:v>-0.44</c:v>
                </c:pt>
                <c:pt idx="372">
                  <c:v>0.21</c:v>
                </c:pt>
                <c:pt idx="373">
                  <c:v>0.4</c:v>
                </c:pt>
                <c:pt idx="374">
                  <c:v>0.72</c:v>
                </c:pt>
                <c:pt idx="375">
                  <c:v>1.16</c:v>
                </c:pt>
                <c:pt idx="376">
                  <c:v>0.82</c:v>
                </c:pt>
                <c:pt idx="377">
                  <c:v>1</c:v>
                </c:pt>
                <c:pt idx="378">
                  <c:v>0.75</c:v>
                </c:pt>
                <c:pt idx="379">
                  <c:v>0.96</c:v>
                </c:pt>
                <c:pt idx="380">
                  <c:v>0.72</c:v>
                </c:pt>
                <c:pt idx="381">
                  <c:v>0.43</c:v>
                </c:pt>
                <c:pt idx="382">
                  <c:v>0.15</c:v>
                </c:pt>
                <c:pt idx="383">
                  <c:v>0.14</c:v>
                </c:pt>
                <c:pt idx="384">
                  <c:v>0.16</c:v>
                </c:pt>
                <c:pt idx="385">
                  <c:v>0.07</c:v>
                </c:pt>
                <c:pt idx="386">
                  <c:v>0.07</c:v>
                </c:pt>
                <c:pt idx="387">
                  <c:v>-0.07</c:v>
                </c:pt>
                <c:pt idx="388">
                  <c:v>-0.07</c:v>
                </c:pt>
                <c:pt idx="389">
                  <c:v>-0.88</c:v>
                </c:pt>
                <c:pt idx="390">
                  <c:v>-0.65</c:v>
                </c:pt>
                <c:pt idx="391">
                  <c:v>-0.6</c:v>
                </c:pt>
                <c:pt idx="392">
                  <c:v>-0.43</c:v>
                </c:pt>
                <c:pt idx="393">
                  <c:v>-0.16</c:v>
                </c:pt>
                <c:pt idx="394">
                  <c:v>-0.16</c:v>
                </c:pt>
                <c:pt idx="395">
                  <c:v>-0.37</c:v>
                </c:pt>
                <c:pt idx="396">
                  <c:v>0.02</c:v>
                </c:pt>
                <c:pt idx="397">
                  <c:v>0.63</c:v>
                </c:pt>
                <c:pt idx="398">
                  <c:v>0.74</c:v>
                </c:pt>
                <c:pt idx="399">
                  <c:v>0.51</c:v>
                </c:pt>
                <c:pt idx="400">
                  <c:v>-0.68</c:v>
                </c:pt>
                <c:pt idx="401">
                  <c:v>-0.57</c:v>
                </c:pt>
                <c:pt idx="402">
                  <c:v>-0.85</c:v>
                </c:pt>
                <c:pt idx="403">
                  <c:v>-0.4</c:v>
                </c:pt>
                <c:pt idx="404">
                  <c:v>-0.6</c:v>
                </c:pt>
                <c:pt idx="405">
                  <c:v>-0.6</c:v>
                </c:pt>
                <c:pt idx="406">
                  <c:v>-0.77</c:v>
                </c:pt>
                <c:pt idx="407">
                  <c:v>-0.4</c:v>
                </c:pt>
                <c:pt idx="408">
                  <c:v>-0.28</c:v>
                </c:pt>
                <c:pt idx="409">
                  <c:v>-0.29</c:v>
                </c:pt>
                <c:pt idx="410">
                  <c:v>-0.12</c:v>
                </c:pt>
                <c:pt idx="411">
                  <c:v>0.03</c:v>
                </c:pt>
                <c:pt idx="412">
                  <c:v>0.02</c:v>
                </c:pt>
                <c:pt idx="413">
                  <c:v>-0.13</c:v>
                </c:pt>
                <c:pt idx="414">
                  <c:v>-0.11</c:v>
                </c:pt>
                <c:pt idx="415">
                  <c:v>-0.14</c:v>
                </c:pt>
                <c:pt idx="416">
                  <c:v>-0.08</c:v>
                </c:pt>
                <c:pt idx="417">
                  <c:v>-0.52</c:v>
                </c:pt>
                <c:pt idx="418">
                  <c:v>-0.15</c:v>
                </c:pt>
                <c:pt idx="419">
                  <c:v>-0.53</c:v>
                </c:pt>
                <c:pt idx="420">
                  <c:v>-0.72</c:v>
                </c:pt>
                <c:pt idx="421">
                  <c:v>-1.02</c:v>
                </c:pt>
                <c:pt idx="422">
                  <c:v>-0.99</c:v>
                </c:pt>
                <c:pt idx="423">
                  <c:v>-0.99</c:v>
                </c:pt>
                <c:pt idx="424">
                  <c:v>-0.98</c:v>
                </c:pt>
                <c:pt idx="425">
                  <c:v>-0.57</c:v>
                </c:pt>
                <c:pt idx="426">
                  <c:v>-0.34</c:v>
                </c:pt>
                <c:pt idx="427">
                  <c:v>-0.34</c:v>
                </c:pt>
                <c:pt idx="428">
                  <c:v>-0.1</c:v>
                </c:pt>
                <c:pt idx="429">
                  <c:v>-0.1</c:v>
                </c:pt>
                <c:pt idx="430">
                  <c:v>-0.52</c:v>
                </c:pt>
                <c:pt idx="431">
                  <c:v>-0.85</c:v>
                </c:pt>
                <c:pt idx="432">
                  <c:v>-0.32</c:v>
                </c:pt>
                <c:pt idx="433">
                  <c:v>-0.18</c:v>
                </c:pt>
                <c:pt idx="434">
                  <c:v>0.2</c:v>
                </c:pt>
                <c:pt idx="435">
                  <c:v>-0.17</c:v>
                </c:pt>
                <c:pt idx="436">
                  <c:v>0.27</c:v>
                </c:pt>
                <c:pt idx="437">
                  <c:v>0.39</c:v>
                </c:pt>
                <c:pt idx="438">
                  <c:v>0.35</c:v>
                </c:pt>
                <c:pt idx="439">
                  <c:v>0.35</c:v>
                </c:pt>
                <c:pt idx="440">
                  <c:v>0.11</c:v>
                </c:pt>
                <c:pt idx="441">
                  <c:v>0.03</c:v>
                </c:pt>
                <c:pt idx="442">
                  <c:v>-0.15</c:v>
                </c:pt>
                <c:pt idx="443">
                  <c:v>0.84</c:v>
                </c:pt>
                <c:pt idx="444">
                  <c:v>0.62</c:v>
                </c:pt>
                <c:pt idx="445">
                  <c:v>0.62</c:v>
                </c:pt>
                <c:pt idx="446">
                  <c:v>0.12</c:v>
                </c:pt>
                <c:pt idx="447">
                  <c:v>-0.01</c:v>
                </c:pt>
                <c:pt idx="448">
                  <c:v>0.09</c:v>
                </c:pt>
                <c:pt idx="449">
                  <c:v>0.31</c:v>
                </c:pt>
                <c:pt idx="450">
                  <c:v>0.64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
          <c:min val="-150"/>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Hours before end of test (set 2 bearing 1)</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At val="-2"/>
        <c:auto val="1"/>
        <c:lblAlgn val="ctr"/>
        <c:noMultiLvlLbl val="1"/>
        <c:majorUnit val="25"/>
      </c:valAx>
      <c:valAx>
        <c:axId val="2094734552"/>
        <c:scaling>
          <c:orientation val="minMax"/>
          <c:max val="18"/>
          <c:min val="-2"/>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FEI (z)</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At val="-150"/>
        <c:crossBetween val="midCat"/>
        <c:majorUnit val="4"/>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B1 (failed)</c:v>
                </c:pt>
              </c:strCache>
            </c:strRef>
          </c:tx>
          <c:spPr>
            <a:solidFill>
              <a:srgbClr val="F26B4F"/>
            </a:solidFill>
            <a:ln w="25400" cap="flat">
              <a:solidFill>
                <a:srgbClr val="F26B4F"/>
              </a:solidFill>
              <a:prstDash val="solid"/>
              <a:round/>
            </a:ln>
            <a:effectLst/>
          </c:spPr>
          <c:marker>
            <c:symbol val="none"/>
            <c:size val="6"/>
            <c:spPr>
              <a:solidFill>
                <a:srgbClr val="F26B4F"/>
              </a:solidFill>
              <a:ln w="9525" cap="flat">
                <a:solidFill>
                  <a:srgbClr val="F26B4F"/>
                </a:solidFill>
                <a:prstDash val="solid"/>
                <a:round/>
              </a:ln>
              <a:effectLst/>
            </c:spPr>
          </c:marker>
          <c:xVal>
            <c:numRef>
              <c:f>Sheet1!$A$2:$A$482</c:f>
              <c:numCache>
                <c:formatCode>General</c:formatCode>
                <c:ptCount val="481"/>
                <c:pt idx="0">
                  <c:v>-160</c:v>
                </c:pt>
                <c:pt idx="1">
                  <c:v>-160</c:v>
                </c:pt>
                <c:pt idx="2">
                  <c:v>-159</c:v>
                </c:pt>
                <c:pt idx="3">
                  <c:v>-159</c:v>
                </c:pt>
                <c:pt idx="4">
                  <c:v>-159</c:v>
                </c:pt>
                <c:pt idx="5">
                  <c:v>-158</c:v>
                </c:pt>
                <c:pt idx="6">
                  <c:v>-158</c:v>
                </c:pt>
                <c:pt idx="7">
                  <c:v>-158</c:v>
                </c:pt>
                <c:pt idx="8">
                  <c:v>-157</c:v>
                </c:pt>
                <c:pt idx="9">
                  <c:v>-157</c:v>
                </c:pt>
                <c:pt idx="10">
                  <c:v>-157</c:v>
                </c:pt>
                <c:pt idx="11">
                  <c:v>-156</c:v>
                </c:pt>
                <c:pt idx="12">
                  <c:v>-156</c:v>
                </c:pt>
                <c:pt idx="13">
                  <c:v>-156</c:v>
                </c:pt>
                <c:pt idx="14">
                  <c:v>-155</c:v>
                </c:pt>
                <c:pt idx="15">
                  <c:v>-155</c:v>
                </c:pt>
                <c:pt idx="16">
                  <c:v>-155</c:v>
                </c:pt>
                <c:pt idx="17">
                  <c:v>-154</c:v>
                </c:pt>
                <c:pt idx="18">
                  <c:v>-154</c:v>
                </c:pt>
                <c:pt idx="19">
                  <c:v>-154</c:v>
                </c:pt>
                <c:pt idx="20">
                  <c:v>-153</c:v>
                </c:pt>
                <c:pt idx="21">
                  <c:v>-153</c:v>
                </c:pt>
                <c:pt idx="22">
                  <c:v>-153</c:v>
                </c:pt>
                <c:pt idx="23">
                  <c:v>-152</c:v>
                </c:pt>
                <c:pt idx="24">
                  <c:v>-152</c:v>
                </c:pt>
                <c:pt idx="25">
                  <c:v>-152</c:v>
                </c:pt>
                <c:pt idx="26">
                  <c:v>-151</c:v>
                </c:pt>
                <c:pt idx="27">
                  <c:v>-151</c:v>
                </c:pt>
                <c:pt idx="28">
                  <c:v>-151</c:v>
                </c:pt>
                <c:pt idx="29">
                  <c:v>-150</c:v>
                </c:pt>
                <c:pt idx="30">
                  <c:v>-150</c:v>
                </c:pt>
                <c:pt idx="31">
                  <c:v>-150</c:v>
                </c:pt>
                <c:pt idx="32">
                  <c:v>-149</c:v>
                </c:pt>
                <c:pt idx="33">
                  <c:v>-149</c:v>
                </c:pt>
                <c:pt idx="34">
                  <c:v>-149</c:v>
                </c:pt>
                <c:pt idx="35">
                  <c:v>-148</c:v>
                </c:pt>
                <c:pt idx="36">
                  <c:v>-148</c:v>
                </c:pt>
                <c:pt idx="37">
                  <c:v>-148</c:v>
                </c:pt>
                <c:pt idx="38">
                  <c:v>-147</c:v>
                </c:pt>
                <c:pt idx="39">
                  <c:v>-147</c:v>
                </c:pt>
                <c:pt idx="40">
                  <c:v>-147</c:v>
                </c:pt>
                <c:pt idx="41">
                  <c:v>-146</c:v>
                </c:pt>
                <c:pt idx="42">
                  <c:v>-146</c:v>
                </c:pt>
                <c:pt idx="43">
                  <c:v>-146</c:v>
                </c:pt>
                <c:pt idx="44">
                  <c:v>-145</c:v>
                </c:pt>
                <c:pt idx="45">
                  <c:v>-145</c:v>
                </c:pt>
                <c:pt idx="46">
                  <c:v>-145</c:v>
                </c:pt>
                <c:pt idx="47">
                  <c:v>-144</c:v>
                </c:pt>
                <c:pt idx="48">
                  <c:v>-144</c:v>
                </c:pt>
                <c:pt idx="49">
                  <c:v>-144</c:v>
                </c:pt>
                <c:pt idx="50">
                  <c:v>-143</c:v>
                </c:pt>
                <c:pt idx="51">
                  <c:v>-143</c:v>
                </c:pt>
                <c:pt idx="52">
                  <c:v>-143</c:v>
                </c:pt>
                <c:pt idx="53">
                  <c:v>-142</c:v>
                </c:pt>
                <c:pt idx="54">
                  <c:v>-142</c:v>
                </c:pt>
                <c:pt idx="55">
                  <c:v>-142</c:v>
                </c:pt>
                <c:pt idx="56">
                  <c:v>-141</c:v>
                </c:pt>
                <c:pt idx="57">
                  <c:v>-141</c:v>
                </c:pt>
                <c:pt idx="58">
                  <c:v>-141</c:v>
                </c:pt>
                <c:pt idx="59">
                  <c:v>-140</c:v>
                </c:pt>
                <c:pt idx="60">
                  <c:v>-140</c:v>
                </c:pt>
                <c:pt idx="61">
                  <c:v>-140</c:v>
                </c:pt>
                <c:pt idx="62">
                  <c:v>-139</c:v>
                </c:pt>
                <c:pt idx="63">
                  <c:v>-139</c:v>
                </c:pt>
                <c:pt idx="64">
                  <c:v>-139</c:v>
                </c:pt>
                <c:pt idx="65">
                  <c:v>-138</c:v>
                </c:pt>
                <c:pt idx="66">
                  <c:v>-138</c:v>
                </c:pt>
                <c:pt idx="67">
                  <c:v>-138</c:v>
                </c:pt>
                <c:pt idx="68">
                  <c:v>-137</c:v>
                </c:pt>
                <c:pt idx="69">
                  <c:v>-137</c:v>
                </c:pt>
                <c:pt idx="70">
                  <c:v>-137</c:v>
                </c:pt>
                <c:pt idx="71">
                  <c:v>-136</c:v>
                </c:pt>
                <c:pt idx="72">
                  <c:v>-136</c:v>
                </c:pt>
                <c:pt idx="73">
                  <c:v>-136</c:v>
                </c:pt>
                <c:pt idx="74">
                  <c:v>-135</c:v>
                </c:pt>
                <c:pt idx="75">
                  <c:v>-135</c:v>
                </c:pt>
                <c:pt idx="76">
                  <c:v>-135</c:v>
                </c:pt>
                <c:pt idx="77">
                  <c:v>-134</c:v>
                </c:pt>
                <c:pt idx="78">
                  <c:v>-134</c:v>
                </c:pt>
                <c:pt idx="79">
                  <c:v>-134</c:v>
                </c:pt>
                <c:pt idx="80">
                  <c:v>-133</c:v>
                </c:pt>
                <c:pt idx="81">
                  <c:v>-133</c:v>
                </c:pt>
                <c:pt idx="82">
                  <c:v>-133</c:v>
                </c:pt>
                <c:pt idx="83">
                  <c:v>-132</c:v>
                </c:pt>
                <c:pt idx="84">
                  <c:v>-132</c:v>
                </c:pt>
                <c:pt idx="85">
                  <c:v>-132</c:v>
                </c:pt>
                <c:pt idx="86">
                  <c:v>-131</c:v>
                </c:pt>
                <c:pt idx="87">
                  <c:v>-131</c:v>
                </c:pt>
                <c:pt idx="88">
                  <c:v>-131</c:v>
                </c:pt>
                <c:pt idx="89">
                  <c:v>-130</c:v>
                </c:pt>
                <c:pt idx="90">
                  <c:v>-130</c:v>
                </c:pt>
                <c:pt idx="91">
                  <c:v>-130</c:v>
                </c:pt>
                <c:pt idx="92">
                  <c:v>-129</c:v>
                </c:pt>
                <c:pt idx="93">
                  <c:v>-129</c:v>
                </c:pt>
                <c:pt idx="94">
                  <c:v>-129</c:v>
                </c:pt>
                <c:pt idx="95">
                  <c:v>-128</c:v>
                </c:pt>
                <c:pt idx="96">
                  <c:v>-128</c:v>
                </c:pt>
                <c:pt idx="97">
                  <c:v>-128</c:v>
                </c:pt>
                <c:pt idx="98">
                  <c:v>-127</c:v>
                </c:pt>
                <c:pt idx="99">
                  <c:v>-127</c:v>
                </c:pt>
                <c:pt idx="100">
                  <c:v>-127</c:v>
                </c:pt>
                <c:pt idx="101">
                  <c:v>-126</c:v>
                </c:pt>
                <c:pt idx="102">
                  <c:v>-126</c:v>
                </c:pt>
                <c:pt idx="103">
                  <c:v>-126</c:v>
                </c:pt>
                <c:pt idx="104">
                  <c:v>-125</c:v>
                </c:pt>
                <c:pt idx="105">
                  <c:v>-125</c:v>
                </c:pt>
                <c:pt idx="106">
                  <c:v>-125</c:v>
                </c:pt>
                <c:pt idx="107">
                  <c:v>-124</c:v>
                </c:pt>
                <c:pt idx="108">
                  <c:v>-124</c:v>
                </c:pt>
                <c:pt idx="109">
                  <c:v>-124</c:v>
                </c:pt>
                <c:pt idx="110">
                  <c:v>-123</c:v>
                </c:pt>
                <c:pt idx="111">
                  <c:v>-123</c:v>
                </c:pt>
                <c:pt idx="112">
                  <c:v>-123</c:v>
                </c:pt>
                <c:pt idx="113">
                  <c:v>-122</c:v>
                </c:pt>
                <c:pt idx="114">
                  <c:v>-122</c:v>
                </c:pt>
                <c:pt idx="115">
                  <c:v>-122</c:v>
                </c:pt>
                <c:pt idx="116">
                  <c:v>-121</c:v>
                </c:pt>
                <c:pt idx="117">
                  <c:v>-121</c:v>
                </c:pt>
                <c:pt idx="118">
                  <c:v>-121</c:v>
                </c:pt>
                <c:pt idx="119">
                  <c:v>-120</c:v>
                </c:pt>
                <c:pt idx="120">
                  <c:v>-120</c:v>
                </c:pt>
                <c:pt idx="121">
                  <c:v>-120</c:v>
                </c:pt>
                <c:pt idx="122">
                  <c:v>-119</c:v>
                </c:pt>
                <c:pt idx="123">
                  <c:v>-119</c:v>
                </c:pt>
                <c:pt idx="124">
                  <c:v>-119</c:v>
                </c:pt>
                <c:pt idx="125">
                  <c:v>-118</c:v>
                </c:pt>
                <c:pt idx="126">
                  <c:v>-118</c:v>
                </c:pt>
                <c:pt idx="127">
                  <c:v>-118</c:v>
                </c:pt>
                <c:pt idx="128">
                  <c:v>-117</c:v>
                </c:pt>
                <c:pt idx="129">
                  <c:v>-117</c:v>
                </c:pt>
                <c:pt idx="130">
                  <c:v>-117</c:v>
                </c:pt>
                <c:pt idx="131">
                  <c:v>-116</c:v>
                </c:pt>
                <c:pt idx="132">
                  <c:v>-116</c:v>
                </c:pt>
                <c:pt idx="133">
                  <c:v>-116</c:v>
                </c:pt>
                <c:pt idx="134">
                  <c:v>-115</c:v>
                </c:pt>
                <c:pt idx="135">
                  <c:v>-115</c:v>
                </c:pt>
                <c:pt idx="136">
                  <c:v>-115</c:v>
                </c:pt>
                <c:pt idx="137">
                  <c:v>-114</c:v>
                </c:pt>
                <c:pt idx="138">
                  <c:v>-114</c:v>
                </c:pt>
                <c:pt idx="139">
                  <c:v>-114</c:v>
                </c:pt>
                <c:pt idx="140">
                  <c:v>-113</c:v>
                </c:pt>
                <c:pt idx="141">
                  <c:v>-113</c:v>
                </c:pt>
                <c:pt idx="142">
                  <c:v>-113</c:v>
                </c:pt>
                <c:pt idx="143">
                  <c:v>-112</c:v>
                </c:pt>
                <c:pt idx="144">
                  <c:v>-112</c:v>
                </c:pt>
                <c:pt idx="145">
                  <c:v>-112</c:v>
                </c:pt>
                <c:pt idx="146">
                  <c:v>-111</c:v>
                </c:pt>
                <c:pt idx="147">
                  <c:v>-111</c:v>
                </c:pt>
                <c:pt idx="148">
                  <c:v>-111</c:v>
                </c:pt>
                <c:pt idx="149">
                  <c:v>-110</c:v>
                </c:pt>
                <c:pt idx="150">
                  <c:v>-110</c:v>
                </c:pt>
                <c:pt idx="151">
                  <c:v>-110</c:v>
                </c:pt>
                <c:pt idx="152">
                  <c:v>-109</c:v>
                </c:pt>
                <c:pt idx="153">
                  <c:v>-109</c:v>
                </c:pt>
                <c:pt idx="154">
                  <c:v>-109</c:v>
                </c:pt>
                <c:pt idx="155">
                  <c:v>-108</c:v>
                </c:pt>
                <c:pt idx="156">
                  <c:v>-108</c:v>
                </c:pt>
                <c:pt idx="157">
                  <c:v>-108</c:v>
                </c:pt>
                <c:pt idx="158">
                  <c:v>-107</c:v>
                </c:pt>
                <c:pt idx="159">
                  <c:v>-107</c:v>
                </c:pt>
                <c:pt idx="160">
                  <c:v>-107</c:v>
                </c:pt>
                <c:pt idx="161">
                  <c:v>-106</c:v>
                </c:pt>
                <c:pt idx="162">
                  <c:v>-106</c:v>
                </c:pt>
                <c:pt idx="163">
                  <c:v>-106</c:v>
                </c:pt>
                <c:pt idx="164">
                  <c:v>-105</c:v>
                </c:pt>
                <c:pt idx="165">
                  <c:v>-105</c:v>
                </c:pt>
                <c:pt idx="166">
                  <c:v>-105</c:v>
                </c:pt>
                <c:pt idx="167">
                  <c:v>-104</c:v>
                </c:pt>
                <c:pt idx="168">
                  <c:v>-104</c:v>
                </c:pt>
                <c:pt idx="169">
                  <c:v>-104</c:v>
                </c:pt>
                <c:pt idx="170">
                  <c:v>-103</c:v>
                </c:pt>
                <c:pt idx="171">
                  <c:v>-103</c:v>
                </c:pt>
                <c:pt idx="172">
                  <c:v>-103</c:v>
                </c:pt>
                <c:pt idx="173">
                  <c:v>-102</c:v>
                </c:pt>
                <c:pt idx="174">
                  <c:v>-102</c:v>
                </c:pt>
                <c:pt idx="175">
                  <c:v>-102</c:v>
                </c:pt>
                <c:pt idx="176">
                  <c:v>-101</c:v>
                </c:pt>
                <c:pt idx="177">
                  <c:v>-101</c:v>
                </c:pt>
                <c:pt idx="178">
                  <c:v>-101</c:v>
                </c:pt>
                <c:pt idx="179">
                  <c:v>-100</c:v>
                </c:pt>
                <c:pt idx="180">
                  <c:v>-100</c:v>
                </c:pt>
                <c:pt idx="181">
                  <c:v>-100</c:v>
                </c:pt>
                <c:pt idx="182">
                  <c:v>-99</c:v>
                </c:pt>
                <c:pt idx="183">
                  <c:v>-99</c:v>
                </c:pt>
                <c:pt idx="184">
                  <c:v>-99</c:v>
                </c:pt>
                <c:pt idx="185">
                  <c:v>-98</c:v>
                </c:pt>
                <c:pt idx="186">
                  <c:v>-98</c:v>
                </c:pt>
                <c:pt idx="187">
                  <c:v>-98</c:v>
                </c:pt>
                <c:pt idx="188">
                  <c:v>-97</c:v>
                </c:pt>
                <c:pt idx="189">
                  <c:v>-97</c:v>
                </c:pt>
                <c:pt idx="190">
                  <c:v>-97</c:v>
                </c:pt>
                <c:pt idx="191">
                  <c:v>-96</c:v>
                </c:pt>
                <c:pt idx="192">
                  <c:v>-96</c:v>
                </c:pt>
                <c:pt idx="193">
                  <c:v>-96</c:v>
                </c:pt>
                <c:pt idx="194">
                  <c:v>-95</c:v>
                </c:pt>
                <c:pt idx="195">
                  <c:v>-95</c:v>
                </c:pt>
                <c:pt idx="196">
                  <c:v>-95</c:v>
                </c:pt>
                <c:pt idx="197">
                  <c:v>-94</c:v>
                </c:pt>
                <c:pt idx="198">
                  <c:v>-94</c:v>
                </c:pt>
                <c:pt idx="199">
                  <c:v>-94</c:v>
                </c:pt>
                <c:pt idx="200">
                  <c:v>-93</c:v>
                </c:pt>
                <c:pt idx="201">
                  <c:v>-93</c:v>
                </c:pt>
                <c:pt idx="202">
                  <c:v>-93</c:v>
                </c:pt>
                <c:pt idx="203">
                  <c:v>-92</c:v>
                </c:pt>
                <c:pt idx="204">
                  <c:v>-92</c:v>
                </c:pt>
                <c:pt idx="205">
                  <c:v>-92</c:v>
                </c:pt>
                <c:pt idx="206">
                  <c:v>-91</c:v>
                </c:pt>
                <c:pt idx="207">
                  <c:v>-91</c:v>
                </c:pt>
                <c:pt idx="208">
                  <c:v>-91</c:v>
                </c:pt>
                <c:pt idx="209">
                  <c:v>-90</c:v>
                </c:pt>
                <c:pt idx="210">
                  <c:v>-90</c:v>
                </c:pt>
                <c:pt idx="211">
                  <c:v>-90</c:v>
                </c:pt>
                <c:pt idx="212">
                  <c:v>-89</c:v>
                </c:pt>
                <c:pt idx="213">
                  <c:v>-89</c:v>
                </c:pt>
                <c:pt idx="214">
                  <c:v>-89</c:v>
                </c:pt>
                <c:pt idx="215">
                  <c:v>-88</c:v>
                </c:pt>
                <c:pt idx="216">
                  <c:v>-88</c:v>
                </c:pt>
                <c:pt idx="217">
                  <c:v>-88</c:v>
                </c:pt>
                <c:pt idx="218">
                  <c:v>-87</c:v>
                </c:pt>
                <c:pt idx="219">
                  <c:v>-87</c:v>
                </c:pt>
                <c:pt idx="220">
                  <c:v>-87</c:v>
                </c:pt>
                <c:pt idx="221">
                  <c:v>-86</c:v>
                </c:pt>
                <c:pt idx="222">
                  <c:v>-86</c:v>
                </c:pt>
                <c:pt idx="223">
                  <c:v>-86</c:v>
                </c:pt>
                <c:pt idx="224">
                  <c:v>-85</c:v>
                </c:pt>
                <c:pt idx="225">
                  <c:v>-85</c:v>
                </c:pt>
                <c:pt idx="226">
                  <c:v>-85</c:v>
                </c:pt>
                <c:pt idx="227">
                  <c:v>-84</c:v>
                </c:pt>
                <c:pt idx="228">
                  <c:v>-84</c:v>
                </c:pt>
                <c:pt idx="229">
                  <c:v>-84</c:v>
                </c:pt>
                <c:pt idx="230">
                  <c:v>-83</c:v>
                </c:pt>
                <c:pt idx="231">
                  <c:v>-83</c:v>
                </c:pt>
                <c:pt idx="232">
                  <c:v>-83</c:v>
                </c:pt>
                <c:pt idx="233">
                  <c:v>-82</c:v>
                </c:pt>
                <c:pt idx="234">
                  <c:v>-82</c:v>
                </c:pt>
                <c:pt idx="235">
                  <c:v>-82</c:v>
                </c:pt>
                <c:pt idx="236">
                  <c:v>-81</c:v>
                </c:pt>
                <c:pt idx="237">
                  <c:v>-81</c:v>
                </c:pt>
                <c:pt idx="238">
                  <c:v>-81</c:v>
                </c:pt>
                <c:pt idx="239">
                  <c:v>-80</c:v>
                </c:pt>
                <c:pt idx="240">
                  <c:v>-80</c:v>
                </c:pt>
                <c:pt idx="241">
                  <c:v>-80</c:v>
                </c:pt>
                <c:pt idx="242">
                  <c:v>-79</c:v>
                </c:pt>
                <c:pt idx="243">
                  <c:v>-79</c:v>
                </c:pt>
                <c:pt idx="244">
                  <c:v>-79</c:v>
                </c:pt>
                <c:pt idx="245">
                  <c:v>-78</c:v>
                </c:pt>
                <c:pt idx="246">
                  <c:v>-78</c:v>
                </c:pt>
                <c:pt idx="247">
                  <c:v>-78</c:v>
                </c:pt>
                <c:pt idx="248">
                  <c:v>-77</c:v>
                </c:pt>
                <c:pt idx="249">
                  <c:v>-77</c:v>
                </c:pt>
                <c:pt idx="250">
                  <c:v>-77</c:v>
                </c:pt>
                <c:pt idx="251">
                  <c:v>-76</c:v>
                </c:pt>
                <c:pt idx="252">
                  <c:v>-76</c:v>
                </c:pt>
                <c:pt idx="253">
                  <c:v>-76</c:v>
                </c:pt>
                <c:pt idx="254">
                  <c:v>-75</c:v>
                </c:pt>
                <c:pt idx="255">
                  <c:v>-75</c:v>
                </c:pt>
                <c:pt idx="256">
                  <c:v>-75</c:v>
                </c:pt>
                <c:pt idx="257">
                  <c:v>-74</c:v>
                </c:pt>
                <c:pt idx="258">
                  <c:v>-74</c:v>
                </c:pt>
                <c:pt idx="259">
                  <c:v>-74</c:v>
                </c:pt>
                <c:pt idx="260">
                  <c:v>-73</c:v>
                </c:pt>
                <c:pt idx="261">
                  <c:v>-73</c:v>
                </c:pt>
                <c:pt idx="262">
                  <c:v>-73</c:v>
                </c:pt>
                <c:pt idx="263">
                  <c:v>-72</c:v>
                </c:pt>
                <c:pt idx="264">
                  <c:v>-72</c:v>
                </c:pt>
                <c:pt idx="265">
                  <c:v>-72</c:v>
                </c:pt>
                <c:pt idx="266">
                  <c:v>-71</c:v>
                </c:pt>
                <c:pt idx="267">
                  <c:v>-71</c:v>
                </c:pt>
                <c:pt idx="268">
                  <c:v>-71</c:v>
                </c:pt>
                <c:pt idx="269">
                  <c:v>-70</c:v>
                </c:pt>
                <c:pt idx="270">
                  <c:v>-70</c:v>
                </c:pt>
                <c:pt idx="271">
                  <c:v>-70</c:v>
                </c:pt>
                <c:pt idx="272">
                  <c:v>-69</c:v>
                </c:pt>
                <c:pt idx="273">
                  <c:v>-69</c:v>
                </c:pt>
                <c:pt idx="274">
                  <c:v>-69</c:v>
                </c:pt>
                <c:pt idx="275">
                  <c:v>-68</c:v>
                </c:pt>
                <c:pt idx="276">
                  <c:v>-68</c:v>
                </c:pt>
                <c:pt idx="277">
                  <c:v>-68</c:v>
                </c:pt>
                <c:pt idx="278">
                  <c:v>-67</c:v>
                </c:pt>
                <c:pt idx="279">
                  <c:v>-67</c:v>
                </c:pt>
                <c:pt idx="280">
                  <c:v>-67</c:v>
                </c:pt>
                <c:pt idx="281">
                  <c:v>-66</c:v>
                </c:pt>
                <c:pt idx="282">
                  <c:v>-66</c:v>
                </c:pt>
                <c:pt idx="283">
                  <c:v>-66</c:v>
                </c:pt>
                <c:pt idx="284">
                  <c:v>-65</c:v>
                </c:pt>
                <c:pt idx="285">
                  <c:v>-65</c:v>
                </c:pt>
                <c:pt idx="286">
                  <c:v>-65</c:v>
                </c:pt>
                <c:pt idx="287">
                  <c:v>-64</c:v>
                </c:pt>
                <c:pt idx="288">
                  <c:v>-64</c:v>
                </c:pt>
                <c:pt idx="289">
                  <c:v>-64</c:v>
                </c:pt>
                <c:pt idx="290">
                  <c:v>-63</c:v>
                </c:pt>
                <c:pt idx="291">
                  <c:v>-63</c:v>
                </c:pt>
                <c:pt idx="292">
                  <c:v>-63</c:v>
                </c:pt>
                <c:pt idx="293">
                  <c:v>-62</c:v>
                </c:pt>
                <c:pt idx="294">
                  <c:v>-62</c:v>
                </c:pt>
                <c:pt idx="295">
                  <c:v>-62</c:v>
                </c:pt>
                <c:pt idx="296">
                  <c:v>-61</c:v>
                </c:pt>
                <c:pt idx="297">
                  <c:v>-61</c:v>
                </c:pt>
                <c:pt idx="298">
                  <c:v>-61</c:v>
                </c:pt>
                <c:pt idx="299">
                  <c:v>-60</c:v>
                </c:pt>
                <c:pt idx="300">
                  <c:v>-60</c:v>
                </c:pt>
                <c:pt idx="301">
                  <c:v>-60</c:v>
                </c:pt>
                <c:pt idx="302">
                  <c:v>-59</c:v>
                </c:pt>
                <c:pt idx="303">
                  <c:v>-59</c:v>
                </c:pt>
                <c:pt idx="304">
                  <c:v>-59</c:v>
                </c:pt>
                <c:pt idx="305">
                  <c:v>-58</c:v>
                </c:pt>
                <c:pt idx="306">
                  <c:v>-58</c:v>
                </c:pt>
                <c:pt idx="307">
                  <c:v>-58</c:v>
                </c:pt>
                <c:pt idx="308">
                  <c:v>-57</c:v>
                </c:pt>
                <c:pt idx="309">
                  <c:v>-57</c:v>
                </c:pt>
                <c:pt idx="310">
                  <c:v>-57</c:v>
                </c:pt>
                <c:pt idx="311">
                  <c:v>-56</c:v>
                </c:pt>
                <c:pt idx="312">
                  <c:v>-56</c:v>
                </c:pt>
                <c:pt idx="313">
                  <c:v>-56</c:v>
                </c:pt>
                <c:pt idx="314">
                  <c:v>-55</c:v>
                </c:pt>
                <c:pt idx="315">
                  <c:v>-55</c:v>
                </c:pt>
                <c:pt idx="316">
                  <c:v>-55</c:v>
                </c:pt>
                <c:pt idx="317">
                  <c:v>-54</c:v>
                </c:pt>
                <c:pt idx="318">
                  <c:v>-54</c:v>
                </c:pt>
                <c:pt idx="319">
                  <c:v>-54</c:v>
                </c:pt>
                <c:pt idx="320">
                  <c:v>-53</c:v>
                </c:pt>
                <c:pt idx="321">
                  <c:v>-53</c:v>
                </c:pt>
                <c:pt idx="322">
                  <c:v>-53</c:v>
                </c:pt>
                <c:pt idx="323">
                  <c:v>-52</c:v>
                </c:pt>
                <c:pt idx="324">
                  <c:v>-52</c:v>
                </c:pt>
                <c:pt idx="325">
                  <c:v>-52</c:v>
                </c:pt>
                <c:pt idx="326">
                  <c:v>-51</c:v>
                </c:pt>
                <c:pt idx="327">
                  <c:v>-51</c:v>
                </c:pt>
                <c:pt idx="328">
                  <c:v>-51</c:v>
                </c:pt>
                <c:pt idx="329">
                  <c:v>-50</c:v>
                </c:pt>
                <c:pt idx="330">
                  <c:v>-50</c:v>
                </c:pt>
                <c:pt idx="331">
                  <c:v>-50</c:v>
                </c:pt>
                <c:pt idx="332">
                  <c:v>-49</c:v>
                </c:pt>
                <c:pt idx="333">
                  <c:v>-49</c:v>
                </c:pt>
                <c:pt idx="334">
                  <c:v>-49</c:v>
                </c:pt>
                <c:pt idx="335">
                  <c:v>-48</c:v>
                </c:pt>
                <c:pt idx="336">
                  <c:v>-48</c:v>
                </c:pt>
                <c:pt idx="337">
                  <c:v>-48</c:v>
                </c:pt>
                <c:pt idx="338">
                  <c:v>-47</c:v>
                </c:pt>
                <c:pt idx="339">
                  <c:v>-47</c:v>
                </c:pt>
                <c:pt idx="340">
                  <c:v>-47</c:v>
                </c:pt>
                <c:pt idx="341">
                  <c:v>-46</c:v>
                </c:pt>
                <c:pt idx="342">
                  <c:v>-46</c:v>
                </c:pt>
                <c:pt idx="343">
                  <c:v>-46</c:v>
                </c:pt>
                <c:pt idx="344">
                  <c:v>-45</c:v>
                </c:pt>
                <c:pt idx="345">
                  <c:v>-45</c:v>
                </c:pt>
                <c:pt idx="346">
                  <c:v>-45</c:v>
                </c:pt>
                <c:pt idx="347">
                  <c:v>-44</c:v>
                </c:pt>
                <c:pt idx="348">
                  <c:v>-44</c:v>
                </c:pt>
                <c:pt idx="349">
                  <c:v>-44</c:v>
                </c:pt>
                <c:pt idx="350">
                  <c:v>-43</c:v>
                </c:pt>
                <c:pt idx="351">
                  <c:v>-43</c:v>
                </c:pt>
                <c:pt idx="352">
                  <c:v>-43</c:v>
                </c:pt>
                <c:pt idx="353">
                  <c:v>-42</c:v>
                </c:pt>
                <c:pt idx="354">
                  <c:v>-42</c:v>
                </c:pt>
                <c:pt idx="355">
                  <c:v>-42</c:v>
                </c:pt>
                <c:pt idx="356">
                  <c:v>-41</c:v>
                </c:pt>
                <c:pt idx="357">
                  <c:v>-41</c:v>
                </c:pt>
                <c:pt idx="358">
                  <c:v>-41</c:v>
                </c:pt>
                <c:pt idx="359">
                  <c:v>-40</c:v>
                </c:pt>
                <c:pt idx="360">
                  <c:v>-40</c:v>
                </c:pt>
                <c:pt idx="361">
                  <c:v>-40</c:v>
                </c:pt>
                <c:pt idx="362">
                  <c:v>-39</c:v>
                </c:pt>
                <c:pt idx="363">
                  <c:v>-39</c:v>
                </c:pt>
                <c:pt idx="364">
                  <c:v>-39</c:v>
                </c:pt>
                <c:pt idx="365">
                  <c:v>-38</c:v>
                </c:pt>
                <c:pt idx="366">
                  <c:v>-38</c:v>
                </c:pt>
                <c:pt idx="367">
                  <c:v>-38</c:v>
                </c:pt>
                <c:pt idx="368">
                  <c:v>-37</c:v>
                </c:pt>
                <c:pt idx="369">
                  <c:v>-37</c:v>
                </c:pt>
                <c:pt idx="370">
                  <c:v>-37</c:v>
                </c:pt>
                <c:pt idx="371">
                  <c:v>-36</c:v>
                </c:pt>
                <c:pt idx="372">
                  <c:v>-36</c:v>
                </c:pt>
                <c:pt idx="373">
                  <c:v>-36</c:v>
                </c:pt>
                <c:pt idx="374">
                  <c:v>-35</c:v>
                </c:pt>
                <c:pt idx="375">
                  <c:v>-35</c:v>
                </c:pt>
                <c:pt idx="376">
                  <c:v>-35</c:v>
                </c:pt>
                <c:pt idx="377">
                  <c:v>-34</c:v>
                </c:pt>
                <c:pt idx="378">
                  <c:v>-34</c:v>
                </c:pt>
                <c:pt idx="379">
                  <c:v>-34</c:v>
                </c:pt>
                <c:pt idx="380">
                  <c:v>-33</c:v>
                </c:pt>
                <c:pt idx="381">
                  <c:v>-33</c:v>
                </c:pt>
                <c:pt idx="382">
                  <c:v>-33</c:v>
                </c:pt>
                <c:pt idx="383">
                  <c:v>-32</c:v>
                </c:pt>
                <c:pt idx="384">
                  <c:v>-32</c:v>
                </c:pt>
                <c:pt idx="385">
                  <c:v>-32</c:v>
                </c:pt>
                <c:pt idx="386">
                  <c:v>-31</c:v>
                </c:pt>
                <c:pt idx="387">
                  <c:v>-31</c:v>
                </c:pt>
                <c:pt idx="388">
                  <c:v>-31</c:v>
                </c:pt>
                <c:pt idx="389">
                  <c:v>-30</c:v>
                </c:pt>
                <c:pt idx="390">
                  <c:v>-30</c:v>
                </c:pt>
                <c:pt idx="391">
                  <c:v>-30</c:v>
                </c:pt>
                <c:pt idx="392">
                  <c:v>-29</c:v>
                </c:pt>
                <c:pt idx="393">
                  <c:v>-29</c:v>
                </c:pt>
                <c:pt idx="394">
                  <c:v>-29</c:v>
                </c:pt>
                <c:pt idx="395">
                  <c:v>-28</c:v>
                </c:pt>
                <c:pt idx="396">
                  <c:v>-28</c:v>
                </c:pt>
                <c:pt idx="397">
                  <c:v>-28</c:v>
                </c:pt>
                <c:pt idx="398">
                  <c:v>-27</c:v>
                </c:pt>
                <c:pt idx="399">
                  <c:v>-27</c:v>
                </c:pt>
                <c:pt idx="400">
                  <c:v>-27</c:v>
                </c:pt>
                <c:pt idx="401">
                  <c:v>-26</c:v>
                </c:pt>
                <c:pt idx="402">
                  <c:v>-26</c:v>
                </c:pt>
                <c:pt idx="403">
                  <c:v>-26</c:v>
                </c:pt>
                <c:pt idx="404">
                  <c:v>-25</c:v>
                </c:pt>
                <c:pt idx="405">
                  <c:v>-25</c:v>
                </c:pt>
                <c:pt idx="406">
                  <c:v>-25</c:v>
                </c:pt>
                <c:pt idx="407">
                  <c:v>-24</c:v>
                </c:pt>
                <c:pt idx="408">
                  <c:v>-24</c:v>
                </c:pt>
                <c:pt idx="409">
                  <c:v>-24</c:v>
                </c:pt>
                <c:pt idx="410">
                  <c:v>-23</c:v>
                </c:pt>
                <c:pt idx="411">
                  <c:v>-23</c:v>
                </c:pt>
                <c:pt idx="412">
                  <c:v>-23</c:v>
                </c:pt>
                <c:pt idx="413">
                  <c:v>-22</c:v>
                </c:pt>
                <c:pt idx="414">
                  <c:v>-22</c:v>
                </c:pt>
                <c:pt idx="415">
                  <c:v>-22</c:v>
                </c:pt>
                <c:pt idx="416">
                  <c:v>-21</c:v>
                </c:pt>
                <c:pt idx="417">
                  <c:v>-21</c:v>
                </c:pt>
                <c:pt idx="418">
                  <c:v>-21</c:v>
                </c:pt>
                <c:pt idx="419">
                  <c:v>-20</c:v>
                </c:pt>
                <c:pt idx="420">
                  <c:v>-20</c:v>
                </c:pt>
                <c:pt idx="421">
                  <c:v>-20</c:v>
                </c:pt>
                <c:pt idx="422">
                  <c:v>-19</c:v>
                </c:pt>
                <c:pt idx="423">
                  <c:v>-19</c:v>
                </c:pt>
                <c:pt idx="424">
                  <c:v>-19</c:v>
                </c:pt>
                <c:pt idx="425">
                  <c:v>-18</c:v>
                </c:pt>
                <c:pt idx="426">
                  <c:v>-18</c:v>
                </c:pt>
                <c:pt idx="427">
                  <c:v>-18</c:v>
                </c:pt>
                <c:pt idx="428">
                  <c:v>-17</c:v>
                </c:pt>
                <c:pt idx="429">
                  <c:v>-17</c:v>
                </c:pt>
                <c:pt idx="430">
                  <c:v>-17</c:v>
                </c:pt>
                <c:pt idx="431">
                  <c:v>-16</c:v>
                </c:pt>
                <c:pt idx="432">
                  <c:v>-16</c:v>
                </c:pt>
                <c:pt idx="433">
                  <c:v>-16</c:v>
                </c:pt>
                <c:pt idx="434">
                  <c:v>-15</c:v>
                </c:pt>
                <c:pt idx="435">
                  <c:v>-15</c:v>
                </c:pt>
                <c:pt idx="436">
                  <c:v>-15</c:v>
                </c:pt>
                <c:pt idx="437">
                  <c:v>-14</c:v>
                </c:pt>
                <c:pt idx="438">
                  <c:v>-14</c:v>
                </c:pt>
                <c:pt idx="439">
                  <c:v>-14</c:v>
                </c:pt>
                <c:pt idx="440">
                  <c:v>-13</c:v>
                </c:pt>
                <c:pt idx="441">
                  <c:v>-13</c:v>
                </c:pt>
                <c:pt idx="442">
                  <c:v>-13</c:v>
                </c:pt>
                <c:pt idx="443">
                  <c:v>-12</c:v>
                </c:pt>
                <c:pt idx="444">
                  <c:v>-12</c:v>
                </c:pt>
                <c:pt idx="445">
                  <c:v>-12</c:v>
                </c:pt>
                <c:pt idx="446">
                  <c:v>-11</c:v>
                </c:pt>
                <c:pt idx="447">
                  <c:v>-11</c:v>
                </c:pt>
                <c:pt idx="448">
                  <c:v>-11</c:v>
                </c:pt>
                <c:pt idx="449">
                  <c:v>-10</c:v>
                </c:pt>
                <c:pt idx="450">
                  <c:v>-10</c:v>
                </c:pt>
                <c:pt idx="451">
                  <c:v>-10</c:v>
                </c:pt>
                <c:pt idx="452">
                  <c:v>-9</c:v>
                </c:pt>
                <c:pt idx="453">
                  <c:v>-9</c:v>
                </c:pt>
                <c:pt idx="454">
                  <c:v>-9</c:v>
                </c:pt>
                <c:pt idx="455">
                  <c:v>-8</c:v>
                </c:pt>
                <c:pt idx="456">
                  <c:v>-8</c:v>
                </c:pt>
                <c:pt idx="457">
                  <c:v>-8</c:v>
                </c:pt>
                <c:pt idx="458">
                  <c:v>-7</c:v>
                </c:pt>
                <c:pt idx="459">
                  <c:v>-7</c:v>
                </c:pt>
                <c:pt idx="460">
                  <c:v>-7</c:v>
                </c:pt>
                <c:pt idx="461">
                  <c:v>-6</c:v>
                </c:pt>
                <c:pt idx="462">
                  <c:v>-6</c:v>
                </c:pt>
                <c:pt idx="463">
                  <c:v>-6</c:v>
                </c:pt>
                <c:pt idx="464">
                  <c:v>-5</c:v>
                </c:pt>
                <c:pt idx="465">
                  <c:v>-5</c:v>
                </c:pt>
                <c:pt idx="466">
                  <c:v>-5</c:v>
                </c:pt>
                <c:pt idx="467">
                  <c:v>-4</c:v>
                </c:pt>
                <c:pt idx="468">
                  <c:v>-4</c:v>
                </c:pt>
                <c:pt idx="469">
                  <c:v>-4</c:v>
                </c:pt>
                <c:pt idx="470">
                  <c:v>-3</c:v>
                </c:pt>
                <c:pt idx="471">
                  <c:v>-3</c:v>
                </c:pt>
                <c:pt idx="472">
                  <c:v>-3</c:v>
                </c:pt>
                <c:pt idx="473">
                  <c:v>-2</c:v>
                </c:pt>
                <c:pt idx="474">
                  <c:v>-2</c:v>
                </c:pt>
                <c:pt idx="475">
                  <c:v>-2</c:v>
                </c:pt>
                <c:pt idx="476">
                  <c:v>-1</c:v>
                </c:pt>
                <c:pt idx="477">
                  <c:v>-1</c:v>
                </c:pt>
                <c:pt idx="478">
                  <c:v>-1</c:v>
                </c:pt>
                <c:pt idx="479">
                  <c:v>0</c:v>
                </c:pt>
                <c:pt idx="480">
                  <c:v>0</c:v>
                </c:pt>
              </c:numCache>
            </c:numRef>
          </c:xVal>
          <c:yVal>
            <c:numRef>
              <c:f>Sheet1!$B$2:$B$482</c:f>
              <c:numCache>
                <c:formatCode>General</c:formatCode>
                <c:ptCount val="481"/>
                <c:pt idx="0">
                  <c:v>0.013</c:v>
                </c:pt>
                <c:pt idx="1">
                  <c:v>0.019</c:v>
                </c:pt>
                <c:pt idx="2">
                  <c:v>0.018</c:v>
                </c:pt>
                <c:pt idx="3">
                  <c:v>0.01</c:v>
                </c:pt>
                <c:pt idx="4">
                  <c:v>0.005</c:v>
                </c:pt>
                <c:pt idx="5">
                  <c:v>0.015</c:v>
                </c:pt>
                <c:pt idx="6">
                  <c:v>0.017</c:v>
                </c:pt>
                <c:pt idx="7">
                  <c:v>0.012</c:v>
                </c:pt>
                <c:pt idx="8">
                  <c:v>0.001</c:v>
                </c:pt>
                <c:pt idx="9">
                  <c:v>0</c:v>
                </c:pt>
                <c:pt idx="10">
                  <c:v>0.002</c:v>
                </c:pt>
                <c:pt idx="11">
                  <c:v>0.005</c:v>
                </c:pt>
                <c:pt idx="12">
                  <c:v>0.008</c:v>
                </c:pt>
                <c:pt idx="13">
                  <c:v>0.004</c:v>
                </c:pt>
                <c:pt idx="14">
                  <c:v>0</c:v>
                </c:pt>
                <c:pt idx="15">
                  <c:v>0.004</c:v>
                </c:pt>
                <c:pt idx="16">
                  <c:v>0.005</c:v>
                </c:pt>
                <c:pt idx="17">
                  <c:v>0.005</c:v>
                </c:pt>
                <c:pt idx="18">
                  <c:v>-0.004</c:v>
                </c:pt>
                <c:pt idx="19">
                  <c:v>-0.002</c:v>
                </c:pt>
                <c:pt idx="20">
                  <c:v>-0.004</c:v>
                </c:pt>
                <c:pt idx="21">
                  <c:v>-0.002</c:v>
                </c:pt>
                <c:pt idx="22">
                  <c:v>-0.008</c:v>
                </c:pt>
                <c:pt idx="23">
                  <c:v>-0.008</c:v>
                </c:pt>
                <c:pt idx="24">
                  <c:v>-0.009</c:v>
                </c:pt>
                <c:pt idx="25">
                  <c:v>-0.013</c:v>
                </c:pt>
                <c:pt idx="26">
                  <c:v>-0.007</c:v>
                </c:pt>
                <c:pt idx="27">
                  <c:v>-0.008</c:v>
                </c:pt>
                <c:pt idx="28">
                  <c:v>-0.003</c:v>
                </c:pt>
                <c:pt idx="29">
                  <c:v>-0.005</c:v>
                </c:pt>
                <c:pt idx="30">
                  <c:v>-0.004</c:v>
                </c:pt>
                <c:pt idx="31">
                  <c:v>0.001</c:v>
                </c:pt>
                <c:pt idx="32">
                  <c:v>0.002</c:v>
                </c:pt>
                <c:pt idx="33">
                  <c:v>0.005</c:v>
                </c:pt>
                <c:pt idx="34">
                  <c:v>0.003</c:v>
                </c:pt>
                <c:pt idx="35">
                  <c:v>-0.002</c:v>
                </c:pt>
                <c:pt idx="36">
                  <c:v>-0.002</c:v>
                </c:pt>
                <c:pt idx="37">
                  <c:v>-0.004</c:v>
                </c:pt>
                <c:pt idx="38">
                  <c:v>-0.003</c:v>
                </c:pt>
                <c:pt idx="39">
                  <c:v>-0.002</c:v>
                </c:pt>
                <c:pt idx="40">
                  <c:v>-0.003</c:v>
                </c:pt>
                <c:pt idx="41">
                  <c:v>-0.01</c:v>
                </c:pt>
                <c:pt idx="42">
                  <c:v>-0.008</c:v>
                </c:pt>
                <c:pt idx="43">
                  <c:v>-0.007</c:v>
                </c:pt>
                <c:pt idx="44">
                  <c:v>-0.005</c:v>
                </c:pt>
                <c:pt idx="45">
                  <c:v>-0.008</c:v>
                </c:pt>
                <c:pt idx="46">
                  <c:v>-0.01</c:v>
                </c:pt>
                <c:pt idx="47">
                  <c:v>-0.012</c:v>
                </c:pt>
                <c:pt idx="48">
                  <c:v>-0.006</c:v>
                </c:pt>
                <c:pt idx="49">
                  <c:v>-0.003</c:v>
                </c:pt>
                <c:pt idx="50">
                  <c:v>0</c:v>
                </c:pt>
                <c:pt idx="51">
                  <c:v>0.002</c:v>
                </c:pt>
                <c:pt idx="52">
                  <c:v>0.004</c:v>
                </c:pt>
                <c:pt idx="53">
                  <c:v>-0.003</c:v>
                </c:pt>
                <c:pt idx="54">
                  <c:v>-0.005</c:v>
                </c:pt>
                <c:pt idx="55">
                  <c:v>-0.011</c:v>
                </c:pt>
                <c:pt idx="56">
                  <c:v>-0.013</c:v>
                </c:pt>
                <c:pt idx="57">
                  <c:v>-0.01</c:v>
                </c:pt>
                <c:pt idx="58">
                  <c:v>-0.005</c:v>
                </c:pt>
                <c:pt idx="59">
                  <c:v>0.005</c:v>
                </c:pt>
                <c:pt idx="60">
                  <c:v>-0.002</c:v>
                </c:pt>
                <c:pt idx="61">
                  <c:v>-0.008</c:v>
                </c:pt>
                <c:pt idx="62">
                  <c:v>-0.01</c:v>
                </c:pt>
                <c:pt idx="63">
                  <c:v>-0.018</c:v>
                </c:pt>
                <c:pt idx="64">
                  <c:v>-0.011</c:v>
                </c:pt>
                <c:pt idx="65">
                  <c:v>-0.009</c:v>
                </c:pt>
                <c:pt idx="66">
                  <c:v>-0.002</c:v>
                </c:pt>
                <c:pt idx="67">
                  <c:v>-0.001</c:v>
                </c:pt>
                <c:pt idx="68">
                  <c:v>0.003</c:v>
                </c:pt>
                <c:pt idx="69">
                  <c:v>0.008</c:v>
                </c:pt>
                <c:pt idx="70">
                  <c:v>0.008</c:v>
                </c:pt>
                <c:pt idx="71">
                  <c:v>0.002</c:v>
                </c:pt>
                <c:pt idx="72">
                  <c:v>0.001</c:v>
                </c:pt>
                <c:pt idx="73">
                  <c:v>0.006</c:v>
                </c:pt>
                <c:pt idx="74">
                  <c:v>0.007</c:v>
                </c:pt>
                <c:pt idx="75">
                  <c:v>0.007</c:v>
                </c:pt>
                <c:pt idx="76">
                  <c:v>0.004</c:v>
                </c:pt>
                <c:pt idx="77">
                  <c:v>-0.003</c:v>
                </c:pt>
                <c:pt idx="78">
                  <c:v>-0.016</c:v>
                </c:pt>
                <c:pt idx="79">
                  <c:v>-0.012</c:v>
                </c:pt>
                <c:pt idx="80">
                  <c:v>-0.008</c:v>
                </c:pt>
                <c:pt idx="81">
                  <c:v>-0.006</c:v>
                </c:pt>
                <c:pt idx="82">
                  <c:v>-0.002</c:v>
                </c:pt>
                <c:pt idx="83">
                  <c:v>-0.002</c:v>
                </c:pt>
                <c:pt idx="84">
                  <c:v>-0.006</c:v>
                </c:pt>
                <c:pt idx="85">
                  <c:v>-0.002</c:v>
                </c:pt>
                <c:pt idx="86">
                  <c:v>0.005</c:v>
                </c:pt>
                <c:pt idx="87">
                  <c:v>0.005</c:v>
                </c:pt>
                <c:pt idx="88">
                  <c:v>-0.003</c:v>
                </c:pt>
                <c:pt idx="89">
                  <c:v>-0.01</c:v>
                </c:pt>
                <c:pt idx="90">
                  <c:v>-0.006</c:v>
                </c:pt>
                <c:pt idx="91">
                  <c:v>-0.009</c:v>
                </c:pt>
                <c:pt idx="92">
                  <c:v>-0.003</c:v>
                </c:pt>
                <c:pt idx="93">
                  <c:v>-0.011</c:v>
                </c:pt>
                <c:pt idx="94">
                  <c:v>-0.002</c:v>
                </c:pt>
                <c:pt idx="95">
                  <c:v>-0.002</c:v>
                </c:pt>
                <c:pt idx="96">
                  <c:v>0.001</c:v>
                </c:pt>
                <c:pt idx="97">
                  <c:v>0.008</c:v>
                </c:pt>
                <c:pt idx="98">
                  <c:v>0.002</c:v>
                </c:pt>
                <c:pt idx="99">
                  <c:v>0.004</c:v>
                </c:pt>
                <c:pt idx="100">
                  <c:v>0.006</c:v>
                </c:pt>
                <c:pt idx="101">
                  <c:v>0.011</c:v>
                </c:pt>
                <c:pt idx="102">
                  <c:v>0.011</c:v>
                </c:pt>
                <c:pt idx="103">
                  <c:v>0.005</c:v>
                </c:pt>
                <c:pt idx="104">
                  <c:v>0.01</c:v>
                </c:pt>
                <c:pt idx="105">
                  <c:v>0.007</c:v>
                </c:pt>
                <c:pt idx="106">
                  <c:v>0.008</c:v>
                </c:pt>
                <c:pt idx="107">
                  <c:v>0.009</c:v>
                </c:pt>
                <c:pt idx="108">
                  <c:v>0.015</c:v>
                </c:pt>
                <c:pt idx="109">
                  <c:v>0.01</c:v>
                </c:pt>
                <c:pt idx="110">
                  <c:v>0.014</c:v>
                </c:pt>
                <c:pt idx="111">
                  <c:v>0.008</c:v>
                </c:pt>
                <c:pt idx="112">
                  <c:v>0.004</c:v>
                </c:pt>
                <c:pt idx="113">
                  <c:v>-0.001</c:v>
                </c:pt>
                <c:pt idx="114">
                  <c:v>-0.009</c:v>
                </c:pt>
                <c:pt idx="115">
                  <c:v>-0.015</c:v>
                </c:pt>
                <c:pt idx="116">
                  <c:v>-0.007</c:v>
                </c:pt>
                <c:pt idx="117">
                  <c:v>-0.002</c:v>
                </c:pt>
                <c:pt idx="118">
                  <c:v>-0.002</c:v>
                </c:pt>
                <c:pt idx="119">
                  <c:v>-0.006</c:v>
                </c:pt>
                <c:pt idx="120">
                  <c:v>0.003</c:v>
                </c:pt>
                <c:pt idx="121">
                  <c:v>0.01</c:v>
                </c:pt>
                <c:pt idx="122">
                  <c:v>0.011</c:v>
                </c:pt>
                <c:pt idx="123">
                  <c:v>0.012</c:v>
                </c:pt>
                <c:pt idx="124">
                  <c:v>0.013</c:v>
                </c:pt>
                <c:pt idx="125">
                  <c:v>0.011</c:v>
                </c:pt>
                <c:pt idx="126">
                  <c:v>0.003</c:v>
                </c:pt>
                <c:pt idx="127">
                  <c:v>0.015</c:v>
                </c:pt>
                <c:pt idx="128">
                  <c:v>0.02</c:v>
                </c:pt>
                <c:pt idx="129">
                  <c:v>0.022</c:v>
                </c:pt>
                <c:pt idx="130">
                  <c:v>0.012</c:v>
                </c:pt>
                <c:pt idx="131">
                  <c:v>0.017</c:v>
                </c:pt>
                <c:pt idx="132">
                  <c:v>0.02</c:v>
                </c:pt>
                <c:pt idx="133">
                  <c:v>0.019</c:v>
                </c:pt>
                <c:pt idx="134">
                  <c:v>0.002</c:v>
                </c:pt>
                <c:pt idx="135">
                  <c:v>0.003</c:v>
                </c:pt>
                <c:pt idx="136">
                  <c:v>0.004</c:v>
                </c:pt>
                <c:pt idx="137">
                  <c:v>0.008</c:v>
                </c:pt>
                <c:pt idx="138">
                  <c:v>0.014</c:v>
                </c:pt>
                <c:pt idx="139">
                  <c:v>0.019</c:v>
                </c:pt>
                <c:pt idx="140">
                  <c:v>0.016</c:v>
                </c:pt>
                <c:pt idx="141">
                  <c:v>0.008</c:v>
                </c:pt>
                <c:pt idx="142">
                  <c:v>0.011</c:v>
                </c:pt>
                <c:pt idx="143">
                  <c:v>0.012</c:v>
                </c:pt>
                <c:pt idx="144">
                  <c:v>0.017</c:v>
                </c:pt>
                <c:pt idx="145">
                  <c:v>0.013</c:v>
                </c:pt>
                <c:pt idx="146">
                  <c:v>0.02</c:v>
                </c:pt>
                <c:pt idx="147">
                  <c:v>0.017</c:v>
                </c:pt>
                <c:pt idx="148">
                  <c:v>0.017</c:v>
                </c:pt>
                <c:pt idx="149">
                  <c:v>0.013</c:v>
                </c:pt>
                <c:pt idx="150">
                  <c:v>0.021</c:v>
                </c:pt>
                <c:pt idx="151">
                  <c:v>0.017</c:v>
                </c:pt>
                <c:pt idx="152">
                  <c:v>0.017</c:v>
                </c:pt>
                <c:pt idx="153">
                  <c:v>0.007</c:v>
                </c:pt>
                <c:pt idx="154">
                  <c:v>0.01</c:v>
                </c:pt>
                <c:pt idx="155">
                  <c:v>0.014</c:v>
                </c:pt>
                <c:pt idx="156">
                  <c:v>0.012</c:v>
                </c:pt>
                <c:pt idx="157">
                  <c:v>0.009</c:v>
                </c:pt>
                <c:pt idx="158">
                  <c:v>-0.001</c:v>
                </c:pt>
                <c:pt idx="159">
                  <c:v>0.022</c:v>
                </c:pt>
                <c:pt idx="160">
                  <c:v>0.019</c:v>
                </c:pt>
                <c:pt idx="161">
                  <c:v>0.016</c:v>
                </c:pt>
                <c:pt idx="162">
                  <c:v>0.014</c:v>
                </c:pt>
                <c:pt idx="163">
                  <c:v>0.015</c:v>
                </c:pt>
                <c:pt idx="164">
                  <c:v>0.02</c:v>
                </c:pt>
                <c:pt idx="165">
                  <c:v>0.02</c:v>
                </c:pt>
                <c:pt idx="166">
                  <c:v>0.022</c:v>
                </c:pt>
                <c:pt idx="167">
                  <c:v>0.007</c:v>
                </c:pt>
                <c:pt idx="168">
                  <c:v>0.017</c:v>
                </c:pt>
                <c:pt idx="169">
                  <c:v>0.018</c:v>
                </c:pt>
                <c:pt idx="170">
                  <c:v>0.009</c:v>
                </c:pt>
                <c:pt idx="171">
                  <c:v>0.009</c:v>
                </c:pt>
                <c:pt idx="172">
                  <c:v>0.01</c:v>
                </c:pt>
                <c:pt idx="173">
                  <c:v>0.018</c:v>
                </c:pt>
                <c:pt idx="174">
                  <c:v>0.018</c:v>
                </c:pt>
                <c:pt idx="175">
                  <c:v>0.018</c:v>
                </c:pt>
                <c:pt idx="176">
                  <c:v>0.011</c:v>
                </c:pt>
                <c:pt idx="177">
                  <c:v>0.003</c:v>
                </c:pt>
                <c:pt idx="178">
                  <c:v>0.019</c:v>
                </c:pt>
                <c:pt idx="179">
                  <c:v>0.012</c:v>
                </c:pt>
                <c:pt idx="180">
                  <c:v>0.019</c:v>
                </c:pt>
                <c:pt idx="181">
                  <c:v>0.021</c:v>
                </c:pt>
                <c:pt idx="182">
                  <c:v>0.018</c:v>
                </c:pt>
                <c:pt idx="183">
                  <c:v>0.017</c:v>
                </c:pt>
                <c:pt idx="184">
                  <c:v>0.011</c:v>
                </c:pt>
                <c:pt idx="185">
                  <c:v>0.022</c:v>
                </c:pt>
                <c:pt idx="186">
                  <c:v>0.023</c:v>
                </c:pt>
                <c:pt idx="187">
                  <c:v>0.022</c:v>
                </c:pt>
                <c:pt idx="188">
                  <c:v>0.022</c:v>
                </c:pt>
                <c:pt idx="189">
                  <c:v>0.015</c:v>
                </c:pt>
                <c:pt idx="190">
                  <c:v>0.018</c:v>
                </c:pt>
                <c:pt idx="191">
                  <c:v>0.009</c:v>
                </c:pt>
                <c:pt idx="192">
                  <c:v>0.015</c:v>
                </c:pt>
                <c:pt idx="193">
                  <c:v>0.015</c:v>
                </c:pt>
                <c:pt idx="194">
                  <c:v>0.014</c:v>
                </c:pt>
                <c:pt idx="195">
                  <c:v>0.016</c:v>
                </c:pt>
                <c:pt idx="196">
                  <c:v>0.015</c:v>
                </c:pt>
                <c:pt idx="197">
                  <c:v>0.02</c:v>
                </c:pt>
                <c:pt idx="198">
                  <c:v>0.02</c:v>
                </c:pt>
                <c:pt idx="199">
                  <c:v>0.021</c:v>
                </c:pt>
                <c:pt idx="200">
                  <c:v>0.02</c:v>
                </c:pt>
                <c:pt idx="201">
                  <c:v>0.015</c:v>
                </c:pt>
                <c:pt idx="202">
                  <c:v>0.011</c:v>
                </c:pt>
                <c:pt idx="203">
                  <c:v>0.015</c:v>
                </c:pt>
                <c:pt idx="204">
                  <c:v>0.011</c:v>
                </c:pt>
                <c:pt idx="205">
                  <c:v>0.02</c:v>
                </c:pt>
                <c:pt idx="206">
                  <c:v>0.019</c:v>
                </c:pt>
                <c:pt idx="207">
                  <c:v>0.023</c:v>
                </c:pt>
                <c:pt idx="208">
                  <c:v>0.021</c:v>
                </c:pt>
                <c:pt idx="209">
                  <c:v>0.029</c:v>
                </c:pt>
                <c:pt idx="210">
                  <c:v>0.023</c:v>
                </c:pt>
                <c:pt idx="211">
                  <c:v>0.021</c:v>
                </c:pt>
                <c:pt idx="212">
                  <c:v>0.021</c:v>
                </c:pt>
                <c:pt idx="213">
                  <c:v>0.027</c:v>
                </c:pt>
                <c:pt idx="214">
                  <c:v>0.027</c:v>
                </c:pt>
                <c:pt idx="215">
                  <c:v>0.022</c:v>
                </c:pt>
                <c:pt idx="216">
                  <c:v>0.011</c:v>
                </c:pt>
                <c:pt idx="217">
                  <c:v>0.034</c:v>
                </c:pt>
                <c:pt idx="218">
                  <c:v>0.029</c:v>
                </c:pt>
                <c:pt idx="219">
                  <c:v>0.039</c:v>
                </c:pt>
                <c:pt idx="220">
                  <c:v>0.03</c:v>
                </c:pt>
                <c:pt idx="221">
                  <c:v>0.024</c:v>
                </c:pt>
                <c:pt idx="222">
                  <c:v>0.022</c:v>
                </c:pt>
                <c:pt idx="223">
                  <c:v>0.026</c:v>
                </c:pt>
                <c:pt idx="224">
                  <c:v>0.024</c:v>
                </c:pt>
                <c:pt idx="225">
                  <c:v>0.017</c:v>
                </c:pt>
                <c:pt idx="226">
                  <c:v>0.019</c:v>
                </c:pt>
                <c:pt idx="227">
                  <c:v>0.023</c:v>
                </c:pt>
                <c:pt idx="228">
                  <c:v>0.028</c:v>
                </c:pt>
                <c:pt idx="229">
                  <c:v>0.024</c:v>
                </c:pt>
                <c:pt idx="230">
                  <c:v>0.02</c:v>
                </c:pt>
                <c:pt idx="231">
                  <c:v>0.017</c:v>
                </c:pt>
                <c:pt idx="232">
                  <c:v>0.02</c:v>
                </c:pt>
                <c:pt idx="233">
                  <c:v>0.017</c:v>
                </c:pt>
                <c:pt idx="234">
                  <c:v>0.02</c:v>
                </c:pt>
                <c:pt idx="235">
                  <c:v>0.015</c:v>
                </c:pt>
                <c:pt idx="236">
                  <c:v>0.037</c:v>
                </c:pt>
                <c:pt idx="237">
                  <c:v>0.034</c:v>
                </c:pt>
                <c:pt idx="238">
                  <c:v>0.036</c:v>
                </c:pt>
                <c:pt idx="239">
                  <c:v>0.029</c:v>
                </c:pt>
                <c:pt idx="240">
                  <c:v>0.028</c:v>
                </c:pt>
                <c:pt idx="241">
                  <c:v>0.03</c:v>
                </c:pt>
                <c:pt idx="242">
                  <c:v>0.027</c:v>
                </c:pt>
                <c:pt idx="243">
                  <c:v>0.028</c:v>
                </c:pt>
                <c:pt idx="244">
                  <c:v>0.036</c:v>
                </c:pt>
                <c:pt idx="245">
                  <c:v>0.035</c:v>
                </c:pt>
                <c:pt idx="246">
                  <c:v>0.03</c:v>
                </c:pt>
                <c:pt idx="247">
                  <c:v>0.03</c:v>
                </c:pt>
                <c:pt idx="248">
                  <c:v>0.032</c:v>
                </c:pt>
                <c:pt idx="249">
                  <c:v>0.035</c:v>
                </c:pt>
                <c:pt idx="250">
                  <c:v>0.035</c:v>
                </c:pt>
                <c:pt idx="251">
                  <c:v>0.039</c:v>
                </c:pt>
                <c:pt idx="252">
                  <c:v>0.05</c:v>
                </c:pt>
                <c:pt idx="253">
                  <c:v>0.047</c:v>
                </c:pt>
                <c:pt idx="254">
                  <c:v>0.039</c:v>
                </c:pt>
                <c:pt idx="255">
                  <c:v>0.039</c:v>
                </c:pt>
                <c:pt idx="256">
                  <c:v>0.042</c:v>
                </c:pt>
                <c:pt idx="257">
                  <c:v>0.09</c:v>
                </c:pt>
                <c:pt idx="258">
                  <c:v>0.102</c:v>
                </c:pt>
                <c:pt idx="259">
                  <c:v>0.107</c:v>
                </c:pt>
                <c:pt idx="260">
                  <c:v>0.1</c:v>
                </c:pt>
                <c:pt idx="261">
                  <c:v>0.102</c:v>
                </c:pt>
                <c:pt idx="262">
                  <c:v>0.106</c:v>
                </c:pt>
                <c:pt idx="263">
                  <c:v>0.119</c:v>
                </c:pt>
                <c:pt idx="264">
                  <c:v>0.129</c:v>
                </c:pt>
                <c:pt idx="265">
                  <c:v>0.126</c:v>
                </c:pt>
                <c:pt idx="266">
                  <c:v>0.134</c:v>
                </c:pt>
                <c:pt idx="267">
                  <c:v>0.142</c:v>
                </c:pt>
                <c:pt idx="268">
                  <c:v>0.147</c:v>
                </c:pt>
                <c:pt idx="269">
                  <c:v>0.154</c:v>
                </c:pt>
                <c:pt idx="270">
                  <c:v>0.151</c:v>
                </c:pt>
                <c:pt idx="271">
                  <c:v>0.152</c:v>
                </c:pt>
                <c:pt idx="272">
                  <c:v>0.153</c:v>
                </c:pt>
                <c:pt idx="273">
                  <c:v>0.148</c:v>
                </c:pt>
                <c:pt idx="274">
                  <c:v>0.146</c:v>
                </c:pt>
                <c:pt idx="275">
                  <c:v>0.151</c:v>
                </c:pt>
                <c:pt idx="276">
                  <c:v>0.158</c:v>
                </c:pt>
                <c:pt idx="277">
                  <c:v>0.164</c:v>
                </c:pt>
                <c:pt idx="278">
                  <c:v>0.159</c:v>
                </c:pt>
                <c:pt idx="279">
                  <c:v>0.167</c:v>
                </c:pt>
                <c:pt idx="280">
                  <c:v>0.175</c:v>
                </c:pt>
                <c:pt idx="281">
                  <c:v>0.179</c:v>
                </c:pt>
                <c:pt idx="282">
                  <c:v>0.179</c:v>
                </c:pt>
                <c:pt idx="283">
                  <c:v>0.185</c:v>
                </c:pt>
                <c:pt idx="284">
                  <c:v>0.181</c:v>
                </c:pt>
                <c:pt idx="285">
                  <c:v>0.187</c:v>
                </c:pt>
                <c:pt idx="286">
                  <c:v>0.177</c:v>
                </c:pt>
                <c:pt idx="287">
                  <c:v>0.182</c:v>
                </c:pt>
                <c:pt idx="288">
                  <c:v>0.184</c:v>
                </c:pt>
                <c:pt idx="289">
                  <c:v>0.176</c:v>
                </c:pt>
                <c:pt idx="290">
                  <c:v>0.181</c:v>
                </c:pt>
                <c:pt idx="291">
                  <c:v>0.187</c:v>
                </c:pt>
                <c:pt idx="292">
                  <c:v>0.195</c:v>
                </c:pt>
                <c:pt idx="293">
                  <c:v>0.196</c:v>
                </c:pt>
                <c:pt idx="294">
                  <c:v>0.205</c:v>
                </c:pt>
                <c:pt idx="295">
                  <c:v>0.214</c:v>
                </c:pt>
                <c:pt idx="296">
                  <c:v>0.219</c:v>
                </c:pt>
                <c:pt idx="297">
                  <c:v>0.229</c:v>
                </c:pt>
                <c:pt idx="298">
                  <c:v>0.225</c:v>
                </c:pt>
                <c:pt idx="299">
                  <c:v>0.216</c:v>
                </c:pt>
                <c:pt idx="300">
                  <c:v>0.215</c:v>
                </c:pt>
                <c:pt idx="301">
                  <c:v>0.222</c:v>
                </c:pt>
                <c:pt idx="302">
                  <c:v>0.233</c:v>
                </c:pt>
                <c:pt idx="303">
                  <c:v>0.235</c:v>
                </c:pt>
                <c:pt idx="304">
                  <c:v>0.235</c:v>
                </c:pt>
                <c:pt idx="305">
                  <c:v>0.235</c:v>
                </c:pt>
                <c:pt idx="306">
                  <c:v>0.233</c:v>
                </c:pt>
                <c:pt idx="307">
                  <c:v>0.237</c:v>
                </c:pt>
                <c:pt idx="308">
                  <c:v>0.25</c:v>
                </c:pt>
                <c:pt idx="309">
                  <c:v>0.246</c:v>
                </c:pt>
                <c:pt idx="310">
                  <c:v>0.254</c:v>
                </c:pt>
                <c:pt idx="311">
                  <c:v>0.256</c:v>
                </c:pt>
                <c:pt idx="312">
                  <c:v>0.254</c:v>
                </c:pt>
                <c:pt idx="313">
                  <c:v>0.255</c:v>
                </c:pt>
                <c:pt idx="314">
                  <c:v>0.284</c:v>
                </c:pt>
                <c:pt idx="315">
                  <c:v>0.325</c:v>
                </c:pt>
                <c:pt idx="316">
                  <c:v>0.329</c:v>
                </c:pt>
                <c:pt idx="317">
                  <c:v>0.329</c:v>
                </c:pt>
                <c:pt idx="318">
                  <c:v>0.336</c:v>
                </c:pt>
                <c:pt idx="319">
                  <c:v>0.335</c:v>
                </c:pt>
                <c:pt idx="320">
                  <c:v>0.33</c:v>
                </c:pt>
                <c:pt idx="321">
                  <c:v>0.321</c:v>
                </c:pt>
                <c:pt idx="322">
                  <c:v>0.327</c:v>
                </c:pt>
                <c:pt idx="323">
                  <c:v>0.334</c:v>
                </c:pt>
                <c:pt idx="324">
                  <c:v>0.335</c:v>
                </c:pt>
                <c:pt idx="325">
                  <c:v>0.335</c:v>
                </c:pt>
                <c:pt idx="326">
                  <c:v>0.322</c:v>
                </c:pt>
                <c:pt idx="327">
                  <c:v>0.314</c:v>
                </c:pt>
                <c:pt idx="328">
                  <c:v>0.309</c:v>
                </c:pt>
                <c:pt idx="329">
                  <c:v>0.317</c:v>
                </c:pt>
                <c:pt idx="330">
                  <c:v>0.316</c:v>
                </c:pt>
                <c:pt idx="331">
                  <c:v>0.318</c:v>
                </c:pt>
                <c:pt idx="332">
                  <c:v>0.322</c:v>
                </c:pt>
                <c:pt idx="333">
                  <c:v>0.325</c:v>
                </c:pt>
                <c:pt idx="334">
                  <c:v>0.322</c:v>
                </c:pt>
                <c:pt idx="335">
                  <c:v>0.322</c:v>
                </c:pt>
                <c:pt idx="336">
                  <c:v>0.328</c:v>
                </c:pt>
                <c:pt idx="337">
                  <c:v>0.333</c:v>
                </c:pt>
                <c:pt idx="338">
                  <c:v>0.341</c:v>
                </c:pt>
                <c:pt idx="339">
                  <c:v>0.338</c:v>
                </c:pt>
                <c:pt idx="340">
                  <c:v>0.355</c:v>
                </c:pt>
                <c:pt idx="341">
                  <c:v>0.413</c:v>
                </c:pt>
                <c:pt idx="342">
                  <c:v>0.759</c:v>
                </c:pt>
                <c:pt idx="343">
                  <c:v>0.771</c:v>
                </c:pt>
                <c:pt idx="344">
                  <c:v>0.762</c:v>
                </c:pt>
                <c:pt idx="345">
                  <c:v>0.756</c:v>
                </c:pt>
                <c:pt idx="346">
                  <c:v>0.752</c:v>
                </c:pt>
                <c:pt idx="347">
                  <c:v>0.759</c:v>
                </c:pt>
                <c:pt idx="348">
                  <c:v>0.754</c:v>
                </c:pt>
                <c:pt idx="349">
                  <c:v>0.745</c:v>
                </c:pt>
                <c:pt idx="350">
                  <c:v>0.737</c:v>
                </c:pt>
                <c:pt idx="351">
                  <c:v>0.734</c:v>
                </c:pt>
                <c:pt idx="352">
                  <c:v>0.728</c:v>
                </c:pt>
                <c:pt idx="353">
                  <c:v>0.731</c:v>
                </c:pt>
                <c:pt idx="354">
                  <c:v>0.735</c:v>
                </c:pt>
                <c:pt idx="355">
                  <c:v>0.734</c:v>
                </c:pt>
                <c:pt idx="356">
                  <c:v>0.72</c:v>
                </c:pt>
                <c:pt idx="357">
                  <c:v>0.681</c:v>
                </c:pt>
                <c:pt idx="358">
                  <c:v>0.668</c:v>
                </c:pt>
                <c:pt idx="359">
                  <c:v>0.667</c:v>
                </c:pt>
                <c:pt idx="360">
                  <c:v>0.62</c:v>
                </c:pt>
                <c:pt idx="361">
                  <c:v>0.605</c:v>
                </c:pt>
                <c:pt idx="362">
                  <c:v>0.578</c:v>
                </c:pt>
                <c:pt idx="363">
                  <c:v>0.56</c:v>
                </c:pt>
                <c:pt idx="364">
                  <c:v>0.559</c:v>
                </c:pt>
                <c:pt idx="365">
                  <c:v>0.564</c:v>
                </c:pt>
                <c:pt idx="366">
                  <c:v>0.547</c:v>
                </c:pt>
                <c:pt idx="367">
                  <c:v>0.531</c:v>
                </c:pt>
                <c:pt idx="368">
                  <c:v>0.522</c:v>
                </c:pt>
                <c:pt idx="369">
                  <c:v>0.47</c:v>
                </c:pt>
                <c:pt idx="370">
                  <c:v>0.461</c:v>
                </c:pt>
                <c:pt idx="371">
                  <c:v>0.426</c:v>
                </c:pt>
                <c:pt idx="372">
                  <c:v>0.399</c:v>
                </c:pt>
                <c:pt idx="373">
                  <c:v>0.359</c:v>
                </c:pt>
                <c:pt idx="374">
                  <c:v>0.346</c:v>
                </c:pt>
                <c:pt idx="375">
                  <c:v>0.337</c:v>
                </c:pt>
                <c:pt idx="376">
                  <c:v>0.319</c:v>
                </c:pt>
                <c:pt idx="377">
                  <c:v>0.299</c:v>
                </c:pt>
                <c:pt idx="378">
                  <c:v>0.284</c:v>
                </c:pt>
                <c:pt idx="379">
                  <c:v>0.266</c:v>
                </c:pt>
                <c:pt idx="380">
                  <c:v>0.262</c:v>
                </c:pt>
                <c:pt idx="381">
                  <c:v>0.253</c:v>
                </c:pt>
                <c:pt idx="382">
                  <c:v>0.236</c:v>
                </c:pt>
                <c:pt idx="383">
                  <c:v>0.233</c:v>
                </c:pt>
                <c:pt idx="384">
                  <c:v>0.231</c:v>
                </c:pt>
                <c:pt idx="385">
                  <c:v>0.237</c:v>
                </c:pt>
                <c:pt idx="386">
                  <c:v>0.254</c:v>
                </c:pt>
                <c:pt idx="387">
                  <c:v>0.26</c:v>
                </c:pt>
                <c:pt idx="388">
                  <c:v>0.275</c:v>
                </c:pt>
                <c:pt idx="389">
                  <c:v>0.281</c:v>
                </c:pt>
                <c:pt idx="390">
                  <c:v>0.281</c:v>
                </c:pt>
                <c:pt idx="391">
                  <c:v>0.29</c:v>
                </c:pt>
                <c:pt idx="392">
                  <c:v>0.291</c:v>
                </c:pt>
                <c:pt idx="393">
                  <c:v>0.308</c:v>
                </c:pt>
                <c:pt idx="394">
                  <c:v>0.314</c:v>
                </c:pt>
                <c:pt idx="395">
                  <c:v>0.326</c:v>
                </c:pt>
                <c:pt idx="396">
                  <c:v>0.325</c:v>
                </c:pt>
                <c:pt idx="397">
                  <c:v>0.328</c:v>
                </c:pt>
                <c:pt idx="398">
                  <c:v>0.322</c:v>
                </c:pt>
                <c:pt idx="399">
                  <c:v>0.322</c:v>
                </c:pt>
                <c:pt idx="400">
                  <c:v>0.325</c:v>
                </c:pt>
                <c:pt idx="401">
                  <c:v>0.336</c:v>
                </c:pt>
                <c:pt idx="402">
                  <c:v>0.434</c:v>
                </c:pt>
                <c:pt idx="403">
                  <c:v>0.531</c:v>
                </c:pt>
                <c:pt idx="404">
                  <c:v>0.547</c:v>
                </c:pt>
                <c:pt idx="405">
                  <c:v>0.55</c:v>
                </c:pt>
                <c:pt idx="406">
                  <c:v>0.582</c:v>
                </c:pt>
                <c:pt idx="407">
                  <c:v>0.607</c:v>
                </c:pt>
                <c:pt idx="408">
                  <c:v>0.638</c:v>
                </c:pt>
                <c:pt idx="409">
                  <c:v>0.658</c:v>
                </c:pt>
                <c:pt idx="410">
                  <c:v>0.671</c:v>
                </c:pt>
                <c:pt idx="411">
                  <c:v>0.681</c:v>
                </c:pt>
                <c:pt idx="412">
                  <c:v>0.685</c:v>
                </c:pt>
                <c:pt idx="413">
                  <c:v>0.695</c:v>
                </c:pt>
                <c:pt idx="414">
                  <c:v>0.702</c:v>
                </c:pt>
                <c:pt idx="415">
                  <c:v>0.73</c:v>
                </c:pt>
                <c:pt idx="416">
                  <c:v>0.727</c:v>
                </c:pt>
                <c:pt idx="417">
                  <c:v>0.693</c:v>
                </c:pt>
                <c:pt idx="418">
                  <c:v>0.684</c:v>
                </c:pt>
                <c:pt idx="419">
                  <c:v>0.674</c:v>
                </c:pt>
                <c:pt idx="420">
                  <c:v>0.674</c:v>
                </c:pt>
                <c:pt idx="421">
                  <c:v>0.674</c:v>
                </c:pt>
                <c:pt idx="422">
                  <c:v>0.675</c:v>
                </c:pt>
                <c:pt idx="423">
                  <c:v>0.664</c:v>
                </c:pt>
                <c:pt idx="424">
                  <c:v>0.615</c:v>
                </c:pt>
                <c:pt idx="425">
                  <c:v>0.598</c:v>
                </c:pt>
                <c:pt idx="426">
                  <c:v>0.594</c:v>
                </c:pt>
                <c:pt idx="427">
                  <c:v>0.642</c:v>
                </c:pt>
                <c:pt idx="428">
                  <c:v>0.635</c:v>
                </c:pt>
                <c:pt idx="429">
                  <c:v>0.61</c:v>
                </c:pt>
                <c:pt idx="430">
                  <c:v>0.587</c:v>
                </c:pt>
                <c:pt idx="431">
                  <c:v>0.572</c:v>
                </c:pt>
                <c:pt idx="432">
                  <c:v>0.572</c:v>
                </c:pt>
                <c:pt idx="433">
                  <c:v>0.577</c:v>
                </c:pt>
                <c:pt idx="434">
                  <c:v>0.575</c:v>
                </c:pt>
                <c:pt idx="435">
                  <c:v>0.57</c:v>
                </c:pt>
                <c:pt idx="436">
                  <c:v>0.53</c:v>
                </c:pt>
                <c:pt idx="437">
                  <c:v>0.407</c:v>
                </c:pt>
                <c:pt idx="438">
                  <c:v>0.321</c:v>
                </c:pt>
                <c:pt idx="439">
                  <c:v>0.297</c:v>
                </c:pt>
                <c:pt idx="440">
                  <c:v>0.292</c:v>
                </c:pt>
                <c:pt idx="441">
                  <c:v>0.297</c:v>
                </c:pt>
                <c:pt idx="442">
                  <c:v>0.376</c:v>
                </c:pt>
                <c:pt idx="443">
                  <c:v>0.519</c:v>
                </c:pt>
                <c:pt idx="444">
                  <c:v>0.627</c:v>
                </c:pt>
                <c:pt idx="445">
                  <c:v>0.627</c:v>
                </c:pt>
                <c:pt idx="446">
                  <c:v>0.605</c:v>
                </c:pt>
                <c:pt idx="447">
                  <c:v>0.594</c:v>
                </c:pt>
                <c:pt idx="448">
                  <c:v>0.589</c:v>
                </c:pt>
                <c:pt idx="449">
                  <c:v>0.577</c:v>
                </c:pt>
                <c:pt idx="450">
                  <c:v>0.547</c:v>
                </c:pt>
                <c:pt idx="451">
                  <c:v>0.539</c:v>
                </c:pt>
                <c:pt idx="452">
                  <c:v>0.513</c:v>
                </c:pt>
                <c:pt idx="453">
                  <c:v>0.485</c:v>
                </c:pt>
                <c:pt idx="454">
                  <c:v>0.438</c:v>
                </c:pt>
                <c:pt idx="455">
                  <c:v>0.442</c:v>
                </c:pt>
                <c:pt idx="456">
                  <c:v>0.509</c:v>
                </c:pt>
                <c:pt idx="457">
                  <c:v>0.617</c:v>
                </c:pt>
                <c:pt idx="458">
                  <c:v>0.63</c:v>
                </c:pt>
                <c:pt idx="459">
                  <c:v>0.614</c:v>
                </c:pt>
                <c:pt idx="460">
                  <c:v>0.512</c:v>
                </c:pt>
                <c:pt idx="461">
                  <c:v>0.426</c:v>
                </c:pt>
                <c:pt idx="462">
                  <c:v>0.475</c:v>
                </c:pt>
                <c:pt idx="463">
                  <c:v>0.506</c:v>
                </c:pt>
                <c:pt idx="464">
                  <c:v>0.436</c:v>
                </c:pt>
                <c:pt idx="465">
                  <c:v>0.419</c:v>
                </c:pt>
                <c:pt idx="466">
                  <c:v>0.528</c:v>
                </c:pt>
                <c:pt idx="467">
                  <c:v>0.635</c:v>
                </c:pt>
                <c:pt idx="468">
                  <c:v>0.72</c:v>
                </c:pt>
                <c:pt idx="469">
                  <c:v>0.747</c:v>
                </c:pt>
                <c:pt idx="470">
                  <c:v>0.732</c:v>
                </c:pt>
                <c:pt idx="471">
                  <c:v>0.657</c:v>
                </c:pt>
                <c:pt idx="472">
                  <c:v>0.59</c:v>
                </c:pt>
                <c:pt idx="473">
                  <c:v>0.648</c:v>
                </c:pt>
                <c:pt idx="474">
                  <c:v>0.861</c:v>
                </c:pt>
                <c:pt idx="475">
                  <c:v>0.85</c:v>
                </c:pt>
                <c:pt idx="476">
                  <c:v>1.054</c:v>
                </c:pt>
                <c:pt idx="477">
                  <c:v>1.02</c:v>
                </c:pt>
                <c:pt idx="478">
                  <c:v>1.161</c:v>
                </c:pt>
                <c:pt idx="479">
                  <c:v>1.184</c:v>
                </c:pt>
                <c:pt idx="480">
                  <c:v>1.202</c:v>
                </c:pt>
              </c:numCache>
            </c:numRef>
          </c:yVal>
          <c:smooth val="0"/>
        </c:ser>
        <c:ser>
          <c:idx val="1"/>
          <c:order val="1"/>
          <c:tx>
            <c:strRef>
              <c:f>Sheet1!$C$1</c:f>
              <c:strCache>
                <c:ptCount val="1"/>
                <c:pt idx="0">
                  <c:v>B2</c:v>
                </c:pt>
              </c:strCache>
            </c:strRef>
          </c:tx>
          <c:spPr>
            <a:solidFill>
              <a:srgbClr val="B9C4C5"/>
            </a:solidFill>
            <a:ln w="25400" cap="flat">
              <a:solidFill>
                <a:srgbClr val="B9C4C5"/>
              </a:solidFill>
              <a:prstDash val="solid"/>
              <a:round/>
            </a:ln>
            <a:effectLst/>
          </c:spPr>
          <c:marker>
            <c:symbol val="none"/>
            <c:size val="6"/>
            <c:spPr>
              <a:solidFill>
                <a:srgbClr val="B9C4C5"/>
              </a:solidFill>
              <a:ln w="9525" cap="flat">
                <a:solidFill>
                  <a:srgbClr val="B9C4C5"/>
                </a:solidFill>
                <a:prstDash val="solid"/>
                <a:round/>
              </a:ln>
              <a:effectLst/>
            </c:spPr>
          </c:marker>
          <c:xVal>
            <c:numRef>
              <c:f>Sheet1!$A$2:$A$482</c:f>
              <c:numCache>
                <c:formatCode>General</c:formatCode>
                <c:ptCount val="481"/>
                <c:pt idx="0">
                  <c:v>-160</c:v>
                </c:pt>
                <c:pt idx="1">
                  <c:v>-160</c:v>
                </c:pt>
                <c:pt idx="2">
                  <c:v>-159</c:v>
                </c:pt>
                <c:pt idx="3">
                  <c:v>-159</c:v>
                </c:pt>
                <c:pt idx="4">
                  <c:v>-159</c:v>
                </c:pt>
                <c:pt idx="5">
                  <c:v>-158</c:v>
                </c:pt>
                <c:pt idx="6">
                  <c:v>-158</c:v>
                </c:pt>
                <c:pt idx="7">
                  <c:v>-158</c:v>
                </c:pt>
                <c:pt idx="8">
                  <c:v>-157</c:v>
                </c:pt>
                <c:pt idx="9">
                  <c:v>-157</c:v>
                </c:pt>
                <c:pt idx="10">
                  <c:v>-157</c:v>
                </c:pt>
                <c:pt idx="11">
                  <c:v>-156</c:v>
                </c:pt>
                <c:pt idx="12">
                  <c:v>-156</c:v>
                </c:pt>
                <c:pt idx="13">
                  <c:v>-156</c:v>
                </c:pt>
                <c:pt idx="14">
                  <c:v>-155</c:v>
                </c:pt>
                <c:pt idx="15">
                  <c:v>-155</c:v>
                </c:pt>
                <c:pt idx="16">
                  <c:v>-155</c:v>
                </c:pt>
                <c:pt idx="17">
                  <c:v>-154</c:v>
                </c:pt>
                <c:pt idx="18">
                  <c:v>-154</c:v>
                </c:pt>
                <c:pt idx="19">
                  <c:v>-154</c:v>
                </c:pt>
                <c:pt idx="20">
                  <c:v>-153</c:v>
                </c:pt>
                <c:pt idx="21">
                  <c:v>-153</c:v>
                </c:pt>
                <c:pt idx="22">
                  <c:v>-153</c:v>
                </c:pt>
                <c:pt idx="23">
                  <c:v>-152</c:v>
                </c:pt>
                <c:pt idx="24">
                  <c:v>-152</c:v>
                </c:pt>
                <c:pt idx="25">
                  <c:v>-152</c:v>
                </c:pt>
                <c:pt idx="26">
                  <c:v>-151</c:v>
                </c:pt>
                <c:pt idx="27">
                  <c:v>-151</c:v>
                </c:pt>
                <c:pt idx="28">
                  <c:v>-151</c:v>
                </c:pt>
                <c:pt idx="29">
                  <c:v>-150</c:v>
                </c:pt>
                <c:pt idx="30">
                  <c:v>-150</c:v>
                </c:pt>
                <c:pt idx="31">
                  <c:v>-150</c:v>
                </c:pt>
                <c:pt idx="32">
                  <c:v>-149</c:v>
                </c:pt>
                <c:pt idx="33">
                  <c:v>-149</c:v>
                </c:pt>
                <c:pt idx="34">
                  <c:v>-149</c:v>
                </c:pt>
                <c:pt idx="35">
                  <c:v>-148</c:v>
                </c:pt>
                <c:pt idx="36">
                  <c:v>-148</c:v>
                </c:pt>
                <c:pt idx="37">
                  <c:v>-148</c:v>
                </c:pt>
                <c:pt idx="38">
                  <c:v>-147</c:v>
                </c:pt>
                <c:pt idx="39">
                  <c:v>-147</c:v>
                </c:pt>
                <c:pt idx="40">
                  <c:v>-147</c:v>
                </c:pt>
                <c:pt idx="41">
                  <c:v>-146</c:v>
                </c:pt>
                <c:pt idx="42">
                  <c:v>-146</c:v>
                </c:pt>
                <c:pt idx="43">
                  <c:v>-146</c:v>
                </c:pt>
                <c:pt idx="44">
                  <c:v>-145</c:v>
                </c:pt>
                <c:pt idx="45">
                  <c:v>-145</c:v>
                </c:pt>
                <c:pt idx="46">
                  <c:v>-145</c:v>
                </c:pt>
                <c:pt idx="47">
                  <c:v>-144</c:v>
                </c:pt>
                <c:pt idx="48">
                  <c:v>-144</c:v>
                </c:pt>
                <c:pt idx="49">
                  <c:v>-144</c:v>
                </c:pt>
                <c:pt idx="50">
                  <c:v>-143</c:v>
                </c:pt>
                <c:pt idx="51">
                  <c:v>-143</c:v>
                </c:pt>
                <c:pt idx="52">
                  <c:v>-143</c:v>
                </c:pt>
                <c:pt idx="53">
                  <c:v>-142</c:v>
                </c:pt>
                <c:pt idx="54">
                  <c:v>-142</c:v>
                </c:pt>
                <c:pt idx="55">
                  <c:v>-142</c:v>
                </c:pt>
                <c:pt idx="56">
                  <c:v>-141</c:v>
                </c:pt>
                <c:pt idx="57">
                  <c:v>-141</c:v>
                </c:pt>
                <c:pt idx="58">
                  <c:v>-141</c:v>
                </c:pt>
                <c:pt idx="59">
                  <c:v>-140</c:v>
                </c:pt>
                <c:pt idx="60">
                  <c:v>-140</c:v>
                </c:pt>
                <c:pt idx="61">
                  <c:v>-140</c:v>
                </c:pt>
                <c:pt idx="62">
                  <c:v>-139</c:v>
                </c:pt>
                <c:pt idx="63">
                  <c:v>-139</c:v>
                </c:pt>
                <c:pt idx="64">
                  <c:v>-139</c:v>
                </c:pt>
                <c:pt idx="65">
                  <c:v>-138</c:v>
                </c:pt>
                <c:pt idx="66">
                  <c:v>-138</c:v>
                </c:pt>
                <c:pt idx="67">
                  <c:v>-138</c:v>
                </c:pt>
                <c:pt idx="68">
                  <c:v>-137</c:v>
                </c:pt>
                <c:pt idx="69">
                  <c:v>-137</c:v>
                </c:pt>
                <c:pt idx="70">
                  <c:v>-137</c:v>
                </c:pt>
                <c:pt idx="71">
                  <c:v>-136</c:v>
                </c:pt>
                <c:pt idx="72">
                  <c:v>-136</c:v>
                </c:pt>
                <c:pt idx="73">
                  <c:v>-136</c:v>
                </c:pt>
                <c:pt idx="74">
                  <c:v>-135</c:v>
                </c:pt>
                <c:pt idx="75">
                  <c:v>-135</c:v>
                </c:pt>
                <c:pt idx="76">
                  <c:v>-135</c:v>
                </c:pt>
                <c:pt idx="77">
                  <c:v>-134</c:v>
                </c:pt>
                <c:pt idx="78">
                  <c:v>-134</c:v>
                </c:pt>
                <c:pt idx="79">
                  <c:v>-134</c:v>
                </c:pt>
                <c:pt idx="80">
                  <c:v>-133</c:v>
                </c:pt>
                <c:pt idx="81">
                  <c:v>-133</c:v>
                </c:pt>
                <c:pt idx="82">
                  <c:v>-133</c:v>
                </c:pt>
                <c:pt idx="83">
                  <c:v>-132</c:v>
                </c:pt>
                <c:pt idx="84">
                  <c:v>-132</c:v>
                </c:pt>
                <c:pt idx="85">
                  <c:v>-132</c:v>
                </c:pt>
                <c:pt idx="86">
                  <c:v>-131</c:v>
                </c:pt>
                <c:pt idx="87">
                  <c:v>-131</c:v>
                </c:pt>
                <c:pt idx="88">
                  <c:v>-131</c:v>
                </c:pt>
                <c:pt idx="89">
                  <c:v>-130</c:v>
                </c:pt>
                <c:pt idx="90">
                  <c:v>-130</c:v>
                </c:pt>
                <c:pt idx="91">
                  <c:v>-130</c:v>
                </c:pt>
                <c:pt idx="92">
                  <c:v>-129</c:v>
                </c:pt>
                <c:pt idx="93">
                  <c:v>-129</c:v>
                </c:pt>
                <c:pt idx="94">
                  <c:v>-129</c:v>
                </c:pt>
                <c:pt idx="95">
                  <c:v>-128</c:v>
                </c:pt>
                <c:pt idx="96">
                  <c:v>-128</c:v>
                </c:pt>
                <c:pt idx="97">
                  <c:v>-128</c:v>
                </c:pt>
                <c:pt idx="98">
                  <c:v>-127</c:v>
                </c:pt>
                <c:pt idx="99">
                  <c:v>-127</c:v>
                </c:pt>
                <c:pt idx="100">
                  <c:v>-127</c:v>
                </c:pt>
                <c:pt idx="101">
                  <c:v>-126</c:v>
                </c:pt>
                <c:pt idx="102">
                  <c:v>-126</c:v>
                </c:pt>
                <c:pt idx="103">
                  <c:v>-126</c:v>
                </c:pt>
                <c:pt idx="104">
                  <c:v>-125</c:v>
                </c:pt>
                <c:pt idx="105">
                  <c:v>-125</c:v>
                </c:pt>
                <c:pt idx="106">
                  <c:v>-125</c:v>
                </c:pt>
                <c:pt idx="107">
                  <c:v>-124</c:v>
                </c:pt>
                <c:pt idx="108">
                  <c:v>-124</c:v>
                </c:pt>
                <c:pt idx="109">
                  <c:v>-124</c:v>
                </c:pt>
                <c:pt idx="110">
                  <c:v>-123</c:v>
                </c:pt>
                <c:pt idx="111">
                  <c:v>-123</c:v>
                </c:pt>
                <c:pt idx="112">
                  <c:v>-123</c:v>
                </c:pt>
                <c:pt idx="113">
                  <c:v>-122</c:v>
                </c:pt>
                <c:pt idx="114">
                  <c:v>-122</c:v>
                </c:pt>
                <c:pt idx="115">
                  <c:v>-122</c:v>
                </c:pt>
                <c:pt idx="116">
                  <c:v>-121</c:v>
                </c:pt>
                <c:pt idx="117">
                  <c:v>-121</c:v>
                </c:pt>
                <c:pt idx="118">
                  <c:v>-121</c:v>
                </c:pt>
                <c:pt idx="119">
                  <c:v>-120</c:v>
                </c:pt>
                <c:pt idx="120">
                  <c:v>-120</c:v>
                </c:pt>
                <c:pt idx="121">
                  <c:v>-120</c:v>
                </c:pt>
                <c:pt idx="122">
                  <c:v>-119</c:v>
                </c:pt>
                <c:pt idx="123">
                  <c:v>-119</c:v>
                </c:pt>
                <c:pt idx="124">
                  <c:v>-119</c:v>
                </c:pt>
                <c:pt idx="125">
                  <c:v>-118</c:v>
                </c:pt>
                <c:pt idx="126">
                  <c:v>-118</c:v>
                </c:pt>
                <c:pt idx="127">
                  <c:v>-118</c:v>
                </c:pt>
                <c:pt idx="128">
                  <c:v>-117</c:v>
                </c:pt>
                <c:pt idx="129">
                  <c:v>-117</c:v>
                </c:pt>
                <c:pt idx="130">
                  <c:v>-117</c:v>
                </c:pt>
                <c:pt idx="131">
                  <c:v>-116</c:v>
                </c:pt>
                <c:pt idx="132">
                  <c:v>-116</c:v>
                </c:pt>
                <c:pt idx="133">
                  <c:v>-116</c:v>
                </c:pt>
                <c:pt idx="134">
                  <c:v>-115</c:v>
                </c:pt>
                <c:pt idx="135">
                  <c:v>-115</c:v>
                </c:pt>
                <c:pt idx="136">
                  <c:v>-115</c:v>
                </c:pt>
                <c:pt idx="137">
                  <c:v>-114</c:v>
                </c:pt>
                <c:pt idx="138">
                  <c:v>-114</c:v>
                </c:pt>
                <c:pt idx="139">
                  <c:v>-114</c:v>
                </c:pt>
                <c:pt idx="140">
                  <c:v>-113</c:v>
                </c:pt>
                <c:pt idx="141">
                  <c:v>-113</c:v>
                </c:pt>
                <c:pt idx="142">
                  <c:v>-113</c:v>
                </c:pt>
                <c:pt idx="143">
                  <c:v>-112</c:v>
                </c:pt>
                <c:pt idx="144">
                  <c:v>-112</c:v>
                </c:pt>
                <c:pt idx="145">
                  <c:v>-112</c:v>
                </c:pt>
                <c:pt idx="146">
                  <c:v>-111</c:v>
                </c:pt>
                <c:pt idx="147">
                  <c:v>-111</c:v>
                </c:pt>
                <c:pt idx="148">
                  <c:v>-111</c:v>
                </c:pt>
                <c:pt idx="149">
                  <c:v>-110</c:v>
                </c:pt>
                <c:pt idx="150">
                  <c:v>-110</c:v>
                </c:pt>
                <c:pt idx="151">
                  <c:v>-110</c:v>
                </c:pt>
                <c:pt idx="152">
                  <c:v>-109</c:v>
                </c:pt>
                <c:pt idx="153">
                  <c:v>-109</c:v>
                </c:pt>
                <c:pt idx="154">
                  <c:v>-109</c:v>
                </c:pt>
                <c:pt idx="155">
                  <c:v>-108</c:v>
                </c:pt>
                <c:pt idx="156">
                  <c:v>-108</c:v>
                </c:pt>
                <c:pt idx="157">
                  <c:v>-108</c:v>
                </c:pt>
                <c:pt idx="158">
                  <c:v>-107</c:v>
                </c:pt>
                <c:pt idx="159">
                  <c:v>-107</c:v>
                </c:pt>
                <c:pt idx="160">
                  <c:v>-107</c:v>
                </c:pt>
                <c:pt idx="161">
                  <c:v>-106</c:v>
                </c:pt>
                <c:pt idx="162">
                  <c:v>-106</c:v>
                </c:pt>
                <c:pt idx="163">
                  <c:v>-106</c:v>
                </c:pt>
                <c:pt idx="164">
                  <c:v>-105</c:v>
                </c:pt>
                <c:pt idx="165">
                  <c:v>-105</c:v>
                </c:pt>
                <c:pt idx="166">
                  <c:v>-105</c:v>
                </c:pt>
                <c:pt idx="167">
                  <c:v>-104</c:v>
                </c:pt>
                <c:pt idx="168">
                  <c:v>-104</c:v>
                </c:pt>
                <c:pt idx="169">
                  <c:v>-104</c:v>
                </c:pt>
                <c:pt idx="170">
                  <c:v>-103</c:v>
                </c:pt>
                <c:pt idx="171">
                  <c:v>-103</c:v>
                </c:pt>
                <c:pt idx="172">
                  <c:v>-103</c:v>
                </c:pt>
                <c:pt idx="173">
                  <c:v>-102</c:v>
                </c:pt>
                <c:pt idx="174">
                  <c:v>-102</c:v>
                </c:pt>
                <c:pt idx="175">
                  <c:v>-102</c:v>
                </c:pt>
                <c:pt idx="176">
                  <c:v>-101</c:v>
                </c:pt>
                <c:pt idx="177">
                  <c:v>-101</c:v>
                </c:pt>
                <c:pt idx="178">
                  <c:v>-101</c:v>
                </c:pt>
                <c:pt idx="179">
                  <c:v>-100</c:v>
                </c:pt>
                <c:pt idx="180">
                  <c:v>-100</c:v>
                </c:pt>
                <c:pt idx="181">
                  <c:v>-100</c:v>
                </c:pt>
                <c:pt idx="182">
                  <c:v>-99</c:v>
                </c:pt>
                <c:pt idx="183">
                  <c:v>-99</c:v>
                </c:pt>
                <c:pt idx="184">
                  <c:v>-99</c:v>
                </c:pt>
                <c:pt idx="185">
                  <c:v>-98</c:v>
                </c:pt>
                <c:pt idx="186">
                  <c:v>-98</c:v>
                </c:pt>
                <c:pt idx="187">
                  <c:v>-98</c:v>
                </c:pt>
                <c:pt idx="188">
                  <c:v>-97</c:v>
                </c:pt>
                <c:pt idx="189">
                  <c:v>-97</c:v>
                </c:pt>
                <c:pt idx="190">
                  <c:v>-97</c:v>
                </c:pt>
                <c:pt idx="191">
                  <c:v>-96</c:v>
                </c:pt>
                <c:pt idx="192">
                  <c:v>-96</c:v>
                </c:pt>
                <c:pt idx="193">
                  <c:v>-96</c:v>
                </c:pt>
                <c:pt idx="194">
                  <c:v>-95</c:v>
                </c:pt>
                <c:pt idx="195">
                  <c:v>-95</c:v>
                </c:pt>
                <c:pt idx="196">
                  <c:v>-95</c:v>
                </c:pt>
                <c:pt idx="197">
                  <c:v>-94</c:v>
                </c:pt>
                <c:pt idx="198">
                  <c:v>-94</c:v>
                </c:pt>
                <c:pt idx="199">
                  <c:v>-94</c:v>
                </c:pt>
                <c:pt idx="200">
                  <c:v>-93</c:v>
                </c:pt>
                <c:pt idx="201">
                  <c:v>-93</c:v>
                </c:pt>
                <c:pt idx="202">
                  <c:v>-93</c:v>
                </c:pt>
                <c:pt idx="203">
                  <c:v>-92</c:v>
                </c:pt>
                <c:pt idx="204">
                  <c:v>-92</c:v>
                </c:pt>
                <c:pt idx="205">
                  <c:v>-92</c:v>
                </c:pt>
                <c:pt idx="206">
                  <c:v>-91</c:v>
                </c:pt>
                <c:pt idx="207">
                  <c:v>-91</c:v>
                </c:pt>
                <c:pt idx="208">
                  <c:v>-91</c:v>
                </c:pt>
                <c:pt idx="209">
                  <c:v>-90</c:v>
                </c:pt>
                <c:pt idx="210">
                  <c:v>-90</c:v>
                </c:pt>
                <c:pt idx="211">
                  <c:v>-90</c:v>
                </c:pt>
                <c:pt idx="212">
                  <c:v>-89</c:v>
                </c:pt>
                <c:pt idx="213">
                  <c:v>-89</c:v>
                </c:pt>
                <c:pt idx="214">
                  <c:v>-89</c:v>
                </c:pt>
                <c:pt idx="215">
                  <c:v>-88</c:v>
                </c:pt>
                <c:pt idx="216">
                  <c:v>-88</c:v>
                </c:pt>
                <c:pt idx="217">
                  <c:v>-88</c:v>
                </c:pt>
                <c:pt idx="218">
                  <c:v>-87</c:v>
                </c:pt>
                <c:pt idx="219">
                  <c:v>-87</c:v>
                </c:pt>
                <c:pt idx="220">
                  <c:v>-87</c:v>
                </c:pt>
                <c:pt idx="221">
                  <c:v>-86</c:v>
                </c:pt>
                <c:pt idx="222">
                  <c:v>-86</c:v>
                </c:pt>
                <c:pt idx="223">
                  <c:v>-86</c:v>
                </c:pt>
                <c:pt idx="224">
                  <c:v>-85</c:v>
                </c:pt>
                <c:pt idx="225">
                  <c:v>-85</c:v>
                </c:pt>
                <c:pt idx="226">
                  <c:v>-85</c:v>
                </c:pt>
                <c:pt idx="227">
                  <c:v>-84</c:v>
                </c:pt>
                <c:pt idx="228">
                  <c:v>-84</c:v>
                </c:pt>
                <c:pt idx="229">
                  <c:v>-84</c:v>
                </c:pt>
                <c:pt idx="230">
                  <c:v>-83</c:v>
                </c:pt>
                <c:pt idx="231">
                  <c:v>-83</c:v>
                </c:pt>
                <c:pt idx="232">
                  <c:v>-83</c:v>
                </c:pt>
                <c:pt idx="233">
                  <c:v>-82</c:v>
                </c:pt>
                <c:pt idx="234">
                  <c:v>-82</c:v>
                </c:pt>
                <c:pt idx="235">
                  <c:v>-82</c:v>
                </c:pt>
                <c:pt idx="236">
                  <c:v>-81</c:v>
                </c:pt>
                <c:pt idx="237">
                  <c:v>-81</c:v>
                </c:pt>
                <c:pt idx="238">
                  <c:v>-81</c:v>
                </c:pt>
                <c:pt idx="239">
                  <c:v>-80</c:v>
                </c:pt>
                <c:pt idx="240">
                  <c:v>-80</c:v>
                </c:pt>
                <c:pt idx="241">
                  <c:v>-80</c:v>
                </c:pt>
                <c:pt idx="242">
                  <c:v>-79</c:v>
                </c:pt>
                <c:pt idx="243">
                  <c:v>-79</c:v>
                </c:pt>
                <c:pt idx="244">
                  <c:v>-79</c:v>
                </c:pt>
                <c:pt idx="245">
                  <c:v>-78</c:v>
                </c:pt>
                <c:pt idx="246">
                  <c:v>-78</c:v>
                </c:pt>
                <c:pt idx="247">
                  <c:v>-78</c:v>
                </c:pt>
                <c:pt idx="248">
                  <c:v>-77</c:v>
                </c:pt>
                <c:pt idx="249">
                  <c:v>-77</c:v>
                </c:pt>
                <c:pt idx="250">
                  <c:v>-77</c:v>
                </c:pt>
                <c:pt idx="251">
                  <c:v>-76</c:v>
                </c:pt>
                <c:pt idx="252">
                  <c:v>-76</c:v>
                </c:pt>
                <c:pt idx="253">
                  <c:v>-76</c:v>
                </c:pt>
                <c:pt idx="254">
                  <c:v>-75</c:v>
                </c:pt>
                <c:pt idx="255">
                  <c:v>-75</c:v>
                </c:pt>
                <c:pt idx="256">
                  <c:v>-75</c:v>
                </c:pt>
                <c:pt idx="257">
                  <c:v>-74</c:v>
                </c:pt>
                <c:pt idx="258">
                  <c:v>-74</c:v>
                </c:pt>
                <c:pt idx="259">
                  <c:v>-74</c:v>
                </c:pt>
                <c:pt idx="260">
                  <c:v>-73</c:v>
                </c:pt>
                <c:pt idx="261">
                  <c:v>-73</c:v>
                </c:pt>
                <c:pt idx="262">
                  <c:v>-73</c:v>
                </c:pt>
                <c:pt idx="263">
                  <c:v>-72</c:v>
                </c:pt>
                <c:pt idx="264">
                  <c:v>-72</c:v>
                </c:pt>
                <c:pt idx="265">
                  <c:v>-72</c:v>
                </c:pt>
                <c:pt idx="266">
                  <c:v>-71</c:v>
                </c:pt>
                <c:pt idx="267">
                  <c:v>-71</c:v>
                </c:pt>
                <c:pt idx="268">
                  <c:v>-71</c:v>
                </c:pt>
                <c:pt idx="269">
                  <c:v>-70</c:v>
                </c:pt>
                <c:pt idx="270">
                  <c:v>-70</c:v>
                </c:pt>
                <c:pt idx="271">
                  <c:v>-70</c:v>
                </c:pt>
                <c:pt idx="272">
                  <c:v>-69</c:v>
                </c:pt>
                <c:pt idx="273">
                  <c:v>-69</c:v>
                </c:pt>
                <c:pt idx="274">
                  <c:v>-69</c:v>
                </c:pt>
                <c:pt idx="275">
                  <c:v>-68</c:v>
                </c:pt>
                <c:pt idx="276">
                  <c:v>-68</c:v>
                </c:pt>
                <c:pt idx="277">
                  <c:v>-68</c:v>
                </c:pt>
                <c:pt idx="278">
                  <c:v>-67</c:v>
                </c:pt>
                <c:pt idx="279">
                  <c:v>-67</c:v>
                </c:pt>
                <c:pt idx="280">
                  <c:v>-67</c:v>
                </c:pt>
                <c:pt idx="281">
                  <c:v>-66</c:v>
                </c:pt>
                <c:pt idx="282">
                  <c:v>-66</c:v>
                </c:pt>
                <c:pt idx="283">
                  <c:v>-66</c:v>
                </c:pt>
                <c:pt idx="284">
                  <c:v>-65</c:v>
                </c:pt>
                <c:pt idx="285">
                  <c:v>-65</c:v>
                </c:pt>
                <c:pt idx="286">
                  <c:v>-65</c:v>
                </c:pt>
                <c:pt idx="287">
                  <c:v>-64</c:v>
                </c:pt>
                <c:pt idx="288">
                  <c:v>-64</c:v>
                </c:pt>
                <c:pt idx="289">
                  <c:v>-64</c:v>
                </c:pt>
                <c:pt idx="290">
                  <c:v>-63</c:v>
                </c:pt>
                <c:pt idx="291">
                  <c:v>-63</c:v>
                </c:pt>
                <c:pt idx="292">
                  <c:v>-63</c:v>
                </c:pt>
                <c:pt idx="293">
                  <c:v>-62</c:v>
                </c:pt>
                <c:pt idx="294">
                  <c:v>-62</c:v>
                </c:pt>
                <c:pt idx="295">
                  <c:v>-62</c:v>
                </c:pt>
                <c:pt idx="296">
                  <c:v>-61</c:v>
                </c:pt>
                <c:pt idx="297">
                  <c:v>-61</c:v>
                </c:pt>
                <c:pt idx="298">
                  <c:v>-61</c:v>
                </c:pt>
                <c:pt idx="299">
                  <c:v>-60</c:v>
                </c:pt>
                <c:pt idx="300">
                  <c:v>-60</c:v>
                </c:pt>
                <c:pt idx="301">
                  <c:v>-60</c:v>
                </c:pt>
                <c:pt idx="302">
                  <c:v>-59</c:v>
                </c:pt>
                <c:pt idx="303">
                  <c:v>-59</c:v>
                </c:pt>
                <c:pt idx="304">
                  <c:v>-59</c:v>
                </c:pt>
                <c:pt idx="305">
                  <c:v>-58</c:v>
                </c:pt>
                <c:pt idx="306">
                  <c:v>-58</c:v>
                </c:pt>
                <c:pt idx="307">
                  <c:v>-58</c:v>
                </c:pt>
                <c:pt idx="308">
                  <c:v>-57</c:v>
                </c:pt>
                <c:pt idx="309">
                  <c:v>-57</c:v>
                </c:pt>
                <c:pt idx="310">
                  <c:v>-57</c:v>
                </c:pt>
                <c:pt idx="311">
                  <c:v>-56</c:v>
                </c:pt>
                <c:pt idx="312">
                  <c:v>-56</c:v>
                </c:pt>
                <c:pt idx="313">
                  <c:v>-56</c:v>
                </c:pt>
                <c:pt idx="314">
                  <c:v>-55</c:v>
                </c:pt>
                <c:pt idx="315">
                  <c:v>-55</c:v>
                </c:pt>
                <c:pt idx="316">
                  <c:v>-55</c:v>
                </c:pt>
                <c:pt idx="317">
                  <c:v>-54</c:v>
                </c:pt>
                <c:pt idx="318">
                  <c:v>-54</c:v>
                </c:pt>
                <c:pt idx="319">
                  <c:v>-54</c:v>
                </c:pt>
                <c:pt idx="320">
                  <c:v>-53</c:v>
                </c:pt>
                <c:pt idx="321">
                  <c:v>-53</c:v>
                </c:pt>
                <c:pt idx="322">
                  <c:v>-53</c:v>
                </c:pt>
                <c:pt idx="323">
                  <c:v>-52</c:v>
                </c:pt>
                <c:pt idx="324">
                  <c:v>-52</c:v>
                </c:pt>
                <c:pt idx="325">
                  <c:v>-52</c:v>
                </c:pt>
                <c:pt idx="326">
                  <c:v>-51</c:v>
                </c:pt>
                <c:pt idx="327">
                  <c:v>-51</c:v>
                </c:pt>
                <c:pt idx="328">
                  <c:v>-51</c:v>
                </c:pt>
                <c:pt idx="329">
                  <c:v>-50</c:v>
                </c:pt>
                <c:pt idx="330">
                  <c:v>-50</c:v>
                </c:pt>
                <c:pt idx="331">
                  <c:v>-50</c:v>
                </c:pt>
                <c:pt idx="332">
                  <c:v>-49</c:v>
                </c:pt>
                <c:pt idx="333">
                  <c:v>-49</c:v>
                </c:pt>
                <c:pt idx="334">
                  <c:v>-49</c:v>
                </c:pt>
                <c:pt idx="335">
                  <c:v>-48</c:v>
                </c:pt>
                <c:pt idx="336">
                  <c:v>-48</c:v>
                </c:pt>
                <c:pt idx="337">
                  <c:v>-48</c:v>
                </c:pt>
                <c:pt idx="338">
                  <c:v>-47</c:v>
                </c:pt>
                <c:pt idx="339">
                  <c:v>-47</c:v>
                </c:pt>
                <c:pt idx="340">
                  <c:v>-47</c:v>
                </c:pt>
                <c:pt idx="341">
                  <c:v>-46</c:v>
                </c:pt>
                <c:pt idx="342">
                  <c:v>-46</c:v>
                </c:pt>
                <c:pt idx="343">
                  <c:v>-46</c:v>
                </c:pt>
                <c:pt idx="344">
                  <c:v>-45</c:v>
                </c:pt>
                <c:pt idx="345">
                  <c:v>-45</c:v>
                </c:pt>
                <c:pt idx="346">
                  <c:v>-45</c:v>
                </c:pt>
                <c:pt idx="347">
                  <c:v>-44</c:v>
                </c:pt>
                <c:pt idx="348">
                  <c:v>-44</c:v>
                </c:pt>
                <c:pt idx="349">
                  <c:v>-44</c:v>
                </c:pt>
                <c:pt idx="350">
                  <c:v>-43</c:v>
                </c:pt>
                <c:pt idx="351">
                  <c:v>-43</c:v>
                </c:pt>
                <c:pt idx="352">
                  <c:v>-43</c:v>
                </c:pt>
                <c:pt idx="353">
                  <c:v>-42</c:v>
                </c:pt>
                <c:pt idx="354">
                  <c:v>-42</c:v>
                </c:pt>
                <c:pt idx="355">
                  <c:v>-42</c:v>
                </c:pt>
                <c:pt idx="356">
                  <c:v>-41</c:v>
                </c:pt>
                <c:pt idx="357">
                  <c:v>-41</c:v>
                </c:pt>
                <c:pt idx="358">
                  <c:v>-41</c:v>
                </c:pt>
                <c:pt idx="359">
                  <c:v>-40</c:v>
                </c:pt>
                <c:pt idx="360">
                  <c:v>-40</c:v>
                </c:pt>
                <c:pt idx="361">
                  <c:v>-40</c:v>
                </c:pt>
                <c:pt idx="362">
                  <c:v>-39</c:v>
                </c:pt>
                <c:pt idx="363">
                  <c:v>-39</c:v>
                </c:pt>
                <c:pt idx="364">
                  <c:v>-39</c:v>
                </c:pt>
                <c:pt idx="365">
                  <c:v>-38</c:v>
                </c:pt>
                <c:pt idx="366">
                  <c:v>-38</c:v>
                </c:pt>
                <c:pt idx="367">
                  <c:v>-38</c:v>
                </c:pt>
                <c:pt idx="368">
                  <c:v>-37</c:v>
                </c:pt>
                <c:pt idx="369">
                  <c:v>-37</c:v>
                </c:pt>
                <c:pt idx="370">
                  <c:v>-37</c:v>
                </c:pt>
                <c:pt idx="371">
                  <c:v>-36</c:v>
                </c:pt>
                <c:pt idx="372">
                  <c:v>-36</c:v>
                </c:pt>
                <c:pt idx="373">
                  <c:v>-36</c:v>
                </c:pt>
                <c:pt idx="374">
                  <c:v>-35</c:v>
                </c:pt>
                <c:pt idx="375">
                  <c:v>-35</c:v>
                </c:pt>
                <c:pt idx="376">
                  <c:v>-35</c:v>
                </c:pt>
                <c:pt idx="377">
                  <c:v>-34</c:v>
                </c:pt>
                <c:pt idx="378">
                  <c:v>-34</c:v>
                </c:pt>
                <c:pt idx="379">
                  <c:v>-34</c:v>
                </c:pt>
                <c:pt idx="380">
                  <c:v>-33</c:v>
                </c:pt>
                <c:pt idx="381">
                  <c:v>-33</c:v>
                </c:pt>
                <c:pt idx="382">
                  <c:v>-33</c:v>
                </c:pt>
                <c:pt idx="383">
                  <c:v>-32</c:v>
                </c:pt>
                <c:pt idx="384">
                  <c:v>-32</c:v>
                </c:pt>
                <c:pt idx="385">
                  <c:v>-32</c:v>
                </c:pt>
                <c:pt idx="386">
                  <c:v>-31</c:v>
                </c:pt>
                <c:pt idx="387">
                  <c:v>-31</c:v>
                </c:pt>
                <c:pt idx="388">
                  <c:v>-31</c:v>
                </c:pt>
                <c:pt idx="389">
                  <c:v>-30</c:v>
                </c:pt>
                <c:pt idx="390">
                  <c:v>-30</c:v>
                </c:pt>
                <c:pt idx="391">
                  <c:v>-30</c:v>
                </c:pt>
                <c:pt idx="392">
                  <c:v>-29</c:v>
                </c:pt>
                <c:pt idx="393">
                  <c:v>-29</c:v>
                </c:pt>
                <c:pt idx="394">
                  <c:v>-29</c:v>
                </c:pt>
                <c:pt idx="395">
                  <c:v>-28</c:v>
                </c:pt>
                <c:pt idx="396">
                  <c:v>-28</c:v>
                </c:pt>
                <c:pt idx="397">
                  <c:v>-28</c:v>
                </c:pt>
                <c:pt idx="398">
                  <c:v>-27</c:v>
                </c:pt>
                <c:pt idx="399">
                  <c:v>-27</c:v>
                </c:pt>
                <c:pt idx="400">
                  <c:v>-27</c:v>
                </c:pt>
                <c:pt idx="401">
                  <c:v>-26</c:v>
                </c:pt>
                <c:pt idx="402">
                  <c:v>-26</c:v>
                </c:pt>
                <c:pt idx="403">
                  <c:v>-26</c:v>
                </c:pt>
                <c:pt idx="404">
                  <c:v>-25</c:v>
                </c:pt>
                <c:pt idx="405">
                  <c:v>-25</c:v>
                </c:pt>
                <c:pt idx="406">
                  <c:v>-25</c:v>
                </c:pt>
                <c:pt idx="407">
                  <c:v>-24</c:v>
                </c:pt>
                <c:pt idx="408">
                  <c:v>-24</c:v>
                </c:pt>
                <c:pt idx="409">
                  <c:v>-24</c:v>
                </c:pt>
                <c:pt idx="410">
                  <c:v>-23</c:v>
                </c:pt>
                <c:pt idx="411">
                  <c:v>-23</c:v>
                </c:pt>
                <c:pt idx="412">
                  <c:v>-23</c:v>
                </c:pt>
                <c:pt idx="413">
                  <c:v>-22</c:v>
                </c:pt>
                <c:pt idx="414">
                  <c:v>-22</c:v>
                </c:pt>
                <c:pt idx="415">
                  <c:v>-22</c:v>
                </c:pt>
                <c:pt idx="416">
                  <c:v>-21</c:v>
                </c:pt>
                <c:pt idx="417">
                  <c:v>-21</c:v>
                </c:pt>
                <c:pt idx="418">
                  <c:v>-21</c:v>
                </c:pt>
                <c:pt idx="419">
                  <c:v>-20</c:v>
                </c:pt>
                <c:pt idx="420">
                  <c:v>-20</c:v>
                </c:pt>
                <c:pt idx="421">
                  <c:v>-20</c:v>
                </c:pt>
                <c:pt idx="422">
                  <c:v>-19</c:v>
                </c:pt>
                <c:pt idx="423">
                  <c:v>-19</c:v>
                </c:pt>
                <c:pt idx="424">
                  <c:v>-19</c:v>
                </c:pt>
                <c:pt idx="425">
                  <c:v>-18</c:v>
                </c:pt>
                <c:pt idx="426">
                  <c:v>-18</c:v>
                </c:pt>
                <c:pt idx="427">
                  <c:v>-18</c:v>
                </c:pt>
                <c:pt idx="428">
                  <c:v>-17</c:v>
                </c:pt>
                <c:pt idx="429">
                  <c:v>-17</c:v>
                </c:pt>
                <c:pt idx="430">
                  <c:v>-17</c:v>
                </c:pt>
                <c:pt idx="431">
                  <c:v>-16</c:v>
                </c:pt>
                <c:pt idx="432">
                  <c:v>-16</c:v>
                </c:pt>
                <c:pt idx="433">
                  <c:v>-16</c:v>
                </c:pt>
                <c:pt idx="434">
                  <c:v>-15</c:v>
                </c:pt>
                <c:pt idx="435">
                  <c:v>-15</c:v>
                </c:pt>
                <c:pt idx="436">
                  <c:v>-15</c:v>
                </c:pt>
                <c:pt idx="437">
                  <c:v>-14</c:v>
                </c:pt>
                <c:pt idx="438">
                  <c:v>-14</c:v>
                </c:pt>
                <c:pt idx="439">
                  <c:v>-14</c:v>
                </c:pt>
                <c:pt idx="440">
                  <c:v>-13</c:v>
                </c:pt>
                <c:pt idx="441">
                  <c:v>-13</c:v>
                </c:pt>
                <c:pt idx="442">
                  <c:v>-13</c:v>
                </c:pt>
                <c:pt idx="443">
                  <c:v>-12</c:v>
                </c:pt>
                <c:pt idx="444">
                  <c:v>-12</c:v>
                </c:pt>
                <c:pt idx="445">
                  <c:v>-12</c:v>
                </c:pt>
                <c:pt idx="446">
                  <c:v>-11</c:v>
                </c:pt>
                <c:pt idx="447">
                  <c:v>-11</c:v>
                </c:pt>
                <c:pt idx="448">
                  <c:v>-11</c:v>
                </c:pt>
                <c:pt idx="449">
                  <c:v>-10</c:v>
                </c:pt>
                <c:pt idx="450">
                  <c:v>-10</c:v>
                </c:pt>
                <c:pt idx="451">
                  <c:v>-10</c:v>
                </c:pt>
                <c:pt idx="452">
                  <c:v>-9</c:v>
                </c:pt>
                <c:pt idx="453">
                  <c:v>-9</c:v>
                </c:pt>
                <c:pt idx="454">
                  <c:v>-9</c:v>
                </c:pt>
                <c:pt idx="455">
                  <c:v>-8</c:v>
                </c:pt>
                <c:pt idx="456">
                  <c:v>-8</c:v>
                </c:pt>
                <c:pt idx="457">
                  <c:v>-8</c:v>
                </c:pt>
                <c:pt idx="458">
                  <c:v>-7</c:v>
                </c:pt>
                <c:pt idx="459">
                  <c:v>-7</c:v>
                </c:pt>
                <c:pt idx="460">
                  <c:v>-7</c:v>
                </c:pt>
                <c:pt idx="461">
                  <c:v>-6</c:v>
                </c:pt>
                <c:pt idx="462">
                  <c:v>-6</c:v>
                </c:pt>
                <c:pt idx="463">
                  <c:v>-6</c:v>
                </c:pt>
                <c:pt idx="464">
                  <c:v>-5</c:v>
                </c:pt>
                <c:pt idx="465">
                  <c:v>-5</c:v>
                </c:pt>
                <c:pt idx="466">
                  <c:v>-5</c:v>
                </c:pt>
                <c:pt idx="467">
                  <c:v>-4</c:v>
                </c:pt>
                <c:pt idx="468">
                  <c:v>-4</c:v>
                </c:pt>
                <c:pt idx="469">
                  <c:v>-4</c:v>
                </c:pt>
                <c:pt idx="470">
                  <c:v>-3</c:v>
                </c:pt>
                <c:pt idx="471">
                  <c:v>-3</c:v>
                </c:pt>
                <c:pt idx="472">
                  <c:v>-3</c:v>
                </c:pt>
                <c:pt idx="473">
                  <c:v>-2</c:v>
                </c:pt>
                <c:pt idx="474">
                  <c:v>-2</c:v>
                </c:pt>
                <c:pt idx="475">
                  <c:v>-2</c:v>
                </c:pt>
                <c:pt idx="476">
                  <c:v>-1</c:v>
                </c:pt>
                <c:pt idx="477">
                  <c:v>-1</c:v>
                </c:pt>
                <c:pt idx="478">
                  <c:v>-1</c:v>
                </c:pt>
                <c:pt idx="479">
                  <c:v>0</c:v>
                </c:pt>
                <c:pt idx="480">
                  <c:v>0</c:v>
                </c:pt>
              </c:numCache>
            </c:numRef>
          </c:xVal>
          <c:yVal>
            <c:numRef>
              <c:f>Sheet1!$C$2:$C$482</c:f>
              <c:numCache>
                <c:formatCode>General</c:formatCode>
                <c:ptCount val="481"/>
                <c:pt idx="0">
                  <c:v>-0.013</c:v>
                </c:pt>
                <c:pt idx="1">
                  <c:v>-0.018</c:v>
                </c:pt>
                <c:pt idx="2">
                  <c:v>-0.018</c:v>
                </c:pt>
                <c:pt idx="3">
                  <c:v>-0.01</c:v>
                </c:pt>
                <c:pt idx="4">
                  <c:v>-0.005</c:v>
                </c:pt>
                <c:pt idx="5">
                  <c:v>-0.015</c:v>
                </c:pt>
                <c:pt idx="6">
                  <c:v>-0.012</c:v>
                </c:pt>
                <c:pt idx="7">
                  <c:v>-0.01</c:v>
                </c:pt>
                <c:pt idx="8">
                  <c:v>-0.001</c:v>
                </c:pt>
                <c:pt idx="9">
                  <c:v>0</c:v>
                </c:pt>
                <c:pt idx="10">
                  <c:v>-0.004</c:v>
                </c:pt>
                <c:pt idx="11">
                  <c:v>-0.011</c:v>
                </c:pt>
                <c:pt idx="12">
                  <c:v>-0.011</c:v>
                </c:pt>
                <c:pt idx="13">
                  <c:v>-0.01</c:v>
                </c:pt>
                <c:pt idx="14">
                  <c:v>-0.004</c:v>
                </c:pt>
                <c:pt idx="15">
                  <c:v>-0.003</c:v>
                </c:pt>
                <c:pt idx="16">
                  <c:v>-0.003</c:v>
                </c:pt>
                <c:pt idx="17">
                  <c:v>-0.003</c:v>
                </c:pt>
                <c:pt idx="18">
                  <c:v>0.004</c:v>
                </c:pt>
                <c:pt idx="19">
                  <c:v>0.002</c:v>
                </c:pt>
                <c:pt idx="20">
                  <c:v>0.004</c:v>
                </c:pt>
                <c:pt idx="21">
                  <c:v>0.002</c:v>
                </c:pt>
                <c:pt idx="22">
                  <c:v>0.002</c:v>
                </c:pt>
                <c:pt idx="23">
                  <c:v>0.005</c:v>
                </c:pt>
                <c:pt idx="24">
                  <c:v>0.009</c:v>
                </c:pt>
                <c:pt idx="25">
                  <c:v>0.008</c:v>
                </c:pt>
                <c:pt idx="26">
                  <c:v>0.005</c:v>
                </c:pt>
                <c:pt idx="27">
                  <c:v>0.007</c:v>
                </c:pt>
                <c:pt idx="28">
                  <c:v>0.007</c:v>
                </c:pt>
                <c:pt idx="29">
                  <c:v>0.003</c:v>
                </c:pt>
                <c:pt idx="30">
                  <c:v>0</c:v>
                </c:pt>
                <c:pt idx="31">
                  <c:v>-0.001</c:v>
                </c:pt>
                <c:pt idx="32">
                  <c:v>-0.002</c:v>
                </c:pt>
                <c:pt idx="33">
                  <c:v>-0.005</c:v>
                </c:pt>
                <c:pt idx="34">
                  <c:v>-0.003</c:v>
                </c:pt>
                <c:pt idx="35">
                  <c:v>-0.002</c:v>
                </c:pt>
                <c:pt idx="36">
                  <c:v>0</c:v>
                </c:pt>
                <c:pt idx="37">
                  <c:v>0.003</c:v>
                </c:pt>
                <c:pt idx="38">
                  <c:v>0.008</c:v>
                </c:pt>
                <c:pt idx="39">
                  <c:v>0.002</c:v>
                </c:pt>
                <c:pt idx="40">
                  <c:v>0.003</c:v>
                </c:pt>
                <c:pt idx="41">
                  <c:v>0.01</c:v>
                </c:pt>
                <c:pt idx="42">
                  <c:v>0.01</c:v>
                </c:pt>
                <c:pt idx="43">
                  <c:v>0.013</c:v>
                </c:pt>
                <c:pt idx="44">
                  <c:v>0.005</c:v>
                </c:pt>
                <c:pt idx="45">
                  <c:v>0.001</c:v>
                </c:pt>
                <c:pt idx="46">
                  <c:v>0.002</c:v>
                </c:pt>
                <c:pt idx="47">
                  <c:v>0.005</c:v>
                </c:pt>
                <c:pt idx="48">
                  <c:v>0.001</c:v>
                </c:pt>
                <c:pt idx="49">
                  <c:v>0.001</c:v>
                </c:pt>
                <c:pt idx="50">
                  <c:v>0.003</c:v>
                </c:pt>
                <c:pt idx="51">
                  <c:v>0.005</c:v>
                </c:pt>
                <c:pt idx="52">
                  <c:v>0.011</c:v>
                </c:pt>
                <c:pt idx="53">
                  <c:v>0.003</c:v>
                </c:pt>
                <c:pt idx="54">
                  <c:v>0.007</c:v>
                </c:pt>
                <c:pt idx="55">
                  <c:v>0.002</c:v>
                </c:pt>
                <c:pt idx="56">
                  <c:v>0.006</c:v>
                </c:pt>
                <c:pt idx="57">
                  <c:v>0.009</c:v>
                </c:pt>
                <c:pt idx="58">
                  <c:v>0.005</c:v>
                </c:pt>
                <c:pt idx="59">
                  <c:v>0.009</c:v>
                </c:pt>
                <c:pt idx="60">
                  <c:v>0.01</c:v>
                </c:pt>
                <c:pt idx="61">
                  <c:v>0.005</c:v>
                </c:pt>
                <c:pt idx="62">
                  <c:v>0.005</c:v>
                </c:pt>
                <c:pt idx="63">
                  <c:v>0.006</c:v>
                </c:pt>
                <c:pt idx="64">
                  <c:v>0.012</c:v>
                </c:pt>
                <c:pt idx="65">
                  <c:v>0.014</c:v>
                </c:pt>
                <c:pt idx="66">
                  <c:v>0.007</c:v>
                </c:pt>
                <c:pt idx="67">
                  <c:v>0.007</c:v>
                </c:pt>
                <c:pt idx="68">
                  <c:v>0.008</c:v>
                </c:pt>
                <c:pt idx="69">
                  <c:v>0.006</c:v>
                </c:pt>
                <c:pt idx="70">
                  <c:v>0.002</c:v>
                </c:pt>
                <c:pt idx="71">
                  <c:v>-0.002</c:v>
                </c:pt>
                <c:pt idx="72">
                  <c:v>0.001</c:v>
                </c:pt>
                <c:pt idx="73">
                  <c:v>0.009</c:v>
                </c:pt>
                <c:pt idx="74">
                  <c:v>0.011</c:v>
                </c:pt>
                <c:pt idx="75">
                  <c:v>0.011</c:v>
                </c:pt>
                <c:pt idx="76">
                  <c:v>0.008</c:v>
                </c:pt>
                <c:pt idx="77">
                  <c:v>0.01</c:v>
                </c:pt>
                <c:pt idx="78">
                  <c:v>0.016</c:v>
                </c:pt>
                <c:pt idx="79">
                  <c:v>0.012</c:v>
                </c:pt>
                <c:pt idx="80">
                  <c:v>0.008</c:v>
                </c:pt>
                <c:pt idx="81">
                  <c:v>0.006</c:v>
                </c:pt>
                <c:pt idx="82">
                  <c:v>0.008</c:v>
                </c:pt>
                <c:pt idx="83">
                  <c:v>0.003</c:v>
                </c:pt>
                <c:pt idx="84">
                  <c:v>0.006</c:v>
                </c:pt>
                <c:pt idx="85">
                  <c:v>0.002</c:v>
                </c:pt>
                <c:pt idx="86">
                  <c:v>-0.005</c:v>
                </c:pt>
                <c:pt idx="87">
                  <c:v>-0.005</c:v>
                </c:pt>
                <c:pt idx="88">
                  <c:v>0.003</c:v>
                </c:pt>
                <c:pt idx="89">
                  <c:v>0.01</c:v>
                </c:pt>
                <c:pt idx="90">
                  <c:v>0.006</c:v>
                </c:pt>
                <c:pt idx="91">
                  <c:v>0.009</c:v>
                </c:pt>
                <c:pt idx="92">
                  <c:v>0.003</c:v>
                </c:pt>
                <c:pt idx="93">
                  <c:v>0.011</c:v>
                </c:pt>
                <c:pt idx="94">
                  <c:v>0.002</c:v>
                </c:pt>
                <c:pt idx="95">
                  <c:v>0.002</c:v>
                </c:pt>
                <c:pt idx="96">
                  <c:v>-0.001</c:v>
                </c:pt>
                <c:pt idx="97">
                  <c:v>-0.008</c:v>
                </c:pt>
                <c:pt idx="98">
                  <c:v>-0.002</c:v>
                </c:pt>
                <c:pt idx="99">
                  <c:v>-0.004</c:v>
                </c:pt>
                <c:pt idx="100">
                  <c:v>-0.005</c:v>
                </c:pt>
                <c:pt idx="101">
                  <c:v>-0.007</c:v>
                </c:pt>
                <c:pt idx="102">
                  <c:v>-0.007</c:v>
                </c:pt>
                <c:pt idx="103">
                  <c:v>-0.004</c:v>
                </c:pt>
                <c:pt idx="104">
                  <c:v>-0.008</c:v>
                </c:pt>
                <c:pt idx="105">
                  <c:v>-0.007</c:v>
                </c:pt>
                <c:pt idx="106">
                  <c:v>-0.008</c:v>
                </c:pt>
                <c:pt idx="107">
                  <c:v>-0.009</c:v>
                </c:pt>
                <c:pt idx="108">
                  <c:v>-0.003</c:v>
                </c:pt>
                <c:pt idx="109">
                  <c:v>-0.003</c:v>
                </c:pt>
                <c:pt idx="110">
                  <c:v>-0.004</c:v>
                </c:pt>
                <c:pt idx="111">
                  <c:v>-0.006</c:v>
                </c:pt>
                <c:pt idx="112">
                  <c:v>-0.004</c:v>
                </c:pt>
                <c:pt idx="113">
                  <c:v>0.001</c:v>
                </c:pt>
                <c:pt idx="114">
                  <c:v>0.009</c:v>
                </c:pt>
                <c:pt idx="115">
                  <c:v>0.015</c:v>
                </c:pt>
                <c:pt idx="116">
                  <c:v>0.007</c:v>
                </c:pt>
                <c:pt idx="117">
                  <c:v>0.002</c:v>
                </c:pt>
                <c:pt idx="118">
                  <c:v>0.002</c:v>
                </c:pt>
                <c:pt idx="119">
                  <c:v>0.006</c:v>
                </c:pt>
                <c:pt idx="120">
                  <c:v>0.001</c:v>
                </c:pt>
                <c:pt idx="121">
                  <c:v>-0.004</c:v>
                </c:pt>
                <c:pt idx="122">
                  <c:v>-0.01</c:v>
                </c:pt>
                <c:pt idx="123">
                  <c:v>-0.008</c:v>
                </c:pt>
                <c:pt idx="124">
                  <c:v>-0.003</c:v>
                </c:pt>
                <c:pt idx="125">
                  <c:v>-0.004</c:v>
                </c:pt>
                <c:pt idx="126">
                  <c:v>-0.003</c:v>
                </c:pt>
                <c:pt idx="127">
                  <c:v>-0.015</c:v>
                </c:pt>
                <c:pt idx="128">
                  <c:v>-0.012</c:v>
                </c:pt>
                <c:pt idx="129">
                  <c:v>-0.012</c:v>
                </c:pt>
                <c:pt idx="130">
                  <c:v>-0.01</c:v>
                </c:pt>
                <c:pt idx="131">
                  <c:v>-0.013</c:v>
                </c:pt>
                <c:pt idx="132">
                  <c:v>-0.015</c:v>
                </c:pt>
                <c:pt idx="133">
                  <c:v>-0.01</c:v>
                </c:pt>
                <c:pt idx="134">
                  <c:v>-0.002</c:v>
                </c:pt>
                <c:pt idx="135">
                  <c:v>-0.003</c:v>
                </c:pt>
                <c:pt idx="136">
                  <c:v>-0.004</c:v>
                </c:pt>
                <c:pt idx="137">
                  <c:v>-0.008</c:v>
                </c:pt>
                <c:pt idx="138">
                  <c:v>-0.014</c:v>
                </c:pt>
                <c:pt idx="139">
                  <c:v>-0.019</c:v>
                </c:pt>
                <c:pt idx="140">
                  <c:v>-0.012</c:v>
                </c:pt>
                <c:pt idx="141">
                  <c:v>-0.008</c:v>
                </c:pt>
                <c:pt idx="142">
                  <c:v>-0.011</c:v>
                </c:pt>
                <c:pt idx="143">
                  <c:v>-0.012</c:v>
                </c:pt>
                <c:pt idx="144">
                  <c:v>-0.017</c:v>
                </c:pt>
                <c:pt idx="145">
                  <c:v>-0.011</c:v>
                </c:pt>
                <c:pt idx="146">
                  <c:v>-0.02</c:v>
                </c:pt>
                <c:pt idx="147">
                  <c:v>-0.016</c:v>
                </c:pt>
                <c:pt idx="148">
                  <c:v>-0.01</c:v>
                </c:pt>
                <c:pt idx="149">
                  <c:v>-0.011</c:v>
                </c:pt>
                <c:pt idx="150">
                  <c:v>-0.012</c:v>
                </c:pt>
                <c:pt idx="151">
                  <c:v>-0.015</c:v>
                </c:pt>
                <c:pt idx="152">
                  <c:v>-0.011</c:v>
                </c:pt>
                <c:pt idx="153">
                  <c:v>-0.007</c:v>
                </c:pt>
                <c:pt idx="154">
                  <c:v>-0.003</c:v>
                </c:pt>
                <c:pt idx="155">
                  <c:v>-0.01</c:v>
                </c:pt>
                <c:pt idx="156">
                  <c:v>-0.012</c:v>
                </c:pt>
                <c:pt idx="157">
                  <c:v>-0.009</c:v>
                </c:pt>
                <c:pt idx="158">
                  <c:v>0.001</c:v>
                </c:pt>
                <c:pt idx="159">
                  <c:v>-0.014</c:v>
                </c:pt>
                <c:pt idx="160">
                  <c:v>-0.017</c:v>
                </c:pt>
                <c:pt idx="161">
                  <c:v>-0.012</c:v>
                </c:pt>
                <c:pt idx="162">
                  <c:v>-0.014</c:v>
                </c:pt>
                <c:pt idx="163">
                  <c:v>-0.015</c:v>
                </c:pt>
                <c:pt idx="164">
                  <c:v>-0.02</c:v>
                </c:pt>
                <c:pt idx="165">
                  <c:v>-0.02</c:v>
                </c:pt>
                <c:pt idx="166">
                  <c:v>-0.022</c:v>
                </c:pt>
                <c:pt idx="167">
                  <c:v>-0.007</c:v>
                </c:pt>
                <c:pt idx="168">
                  <c:v>-0.012</c:v>
                </c:pt>
                <c:pt idx="169">
                  <c:v>-0.009</c:v>
                </c:pt>
                <c:pt idx="170">
                  <c:v>-0.005</c:v>
                </c:pt>
                <c:pt idx="171">
                  <c:v>-0.009</c:v>
                </c:pt>
                <c:pt idx="172">
                  <c:v>-0.01</c:v>
                </c:pt>
                <c:pt idx="173">
                  <c:v>-0.018</c:v>
                </c:pt>
                <c:pt idx="174">
                  <c:v>-0.014</c:v>
                </c:pt>
                <c:pt idx="175">
                  <c:v>-0.018</c:v>
                </c:pt>
                <c:pt idx="176">
                  <c:v>-0.011</c:v>
                </c:pt>
                <c:pt idx="177">
                  <c:v>-0.003</c:v>
                </c:pt>
                <c:pt idx="178">
                  <c:v>-0.018</c:v>
                </c:pt>
                <c:pt idx="179">
                  <c:v>-0.012</c:v>
                </c:pt>
                <c:pt idx="180">
                  <c:v>-0.019</c:v>
                </c:pt>
                <c:pt idx="181">
                  <c:v>-0.016</c:v>
                </c:pt>
                <c:pt idx="182">
                  <c:v>-0.013</c:v>
                </c:pt>
                <c:pt idx="183">
                  <c:v>-0.017</c:v>
                </c:pt>
                <c:pt idx="184">
                  <c:v>-0.011</c:v>
                </c:pt>
                <c:pt idx="185">
                  <c:v>-0.019</c:v>
                </c:pt>
                <c:pt idx="186">
                  <c:v>-0.009</c:v>
                </c:pt>
                <c:pt idx="187">
                  <c:v>-0.01</c:v>
                </c:pt>
                <c:pt idx="188">
                  <c:v>-0.009</c:v>
                </c:pt>
                <c:pt idx="189">
                  <c:v>-0.009</c:v>
                </c:pt>
                <c:pt idx="190">
                  <c:v>-0.015</c:v>
                </c:pt>
                <c:pt idx="191">
                  <c:v>-0.009</c:v>
                </c:pt>
                <c:pt idx="192">
                  <c:v>-0.015</c:v>
                </c:pt>
                <c:pt idx="193">
                  <c:v>-0.015</c:v>
                </c:pt>
                <c:pt idx="194">
                  <c:v>-0.014</c:v>
                </c:pt>
                <c:pt idx="195">
                  <c:v>-0.016</c:v>
                </c:pt>
                <c:pt idx="196">
                  <c:v>-0.015</c:v>
                </c:pt>
                <c:pt idx="197">
                  <c:v>-0.02</c:v>
                </c:pt>
                <c:pt idx="198">
                  <c:v>-0.019</c:v>
                </c:pt>
                <c:pt idx="199">
                  <c:v>-0.02</c:v>
                </c:pt>
                <c:pt idx="200">
                  <c:v>-0.02</c:v>
                </c:pt>
                <c:pt idx="201">
                  <c:v>-0.015</c:v>
                </c:pt>
                <c:pt idx="202">
                  <c:v>-0.011</c:v>
                </c:pt>
                <c:pt idx="203">
                  <c:v>-0.015</c:v>
                </c:pt>
                <c:pt idx="204">
                  <c:v>-0.011</c:v>
                </c:pt>
                <c:pt idx="205">
                  <c:v>-0.02</c:v>
                </c:pt>
                <c:pt idx="206">
                  <c:v>-0.016</c:v>
                </c:pt>
                <c:pt idx="207">
                  <c:v>-0.01</c:v>
                </c:pt>
                <c:pt idx="208">
                  <c:v>-0.008</c:v>
                </c:pt>
                <c:pt idx="209">
                  <c:v>-0.021</c:v>
                </c:pt>
                <c:pt idx="210">
                  <c:v>-0.018</c:v>
                </c:pt>
                <c:pt idx="211">
                  <c:v>-0.018</c:v>
                </c:pt>
                <c:pt idx="212">
                  <c:v>-0.014</c:v>
                </c:pt>
                <c:pt idx="213">
                  <c:v>-0.022</c:v>
                </c:pt>
                <c:pt idx="214">
                  <c:v>-0.015</c:v>
                </c:pt>
                <c:pt idx="215">
                  <c:v>-0.018</c:v>
                </c:pt>
                <c:pt idx="216">
                  <c:v>-0.011</c:v>
                </c:pt>
                <c:pt idx="217">
                  <c:v>-0.017</c:v>
                </c:pt>
                <c:pt idx="218">
                  <c:v>-0.017</c:v>
                </c:pt>
                <c:pt idx="219">
                  <c:v>-0.027</c:v>
                </c:pt>
                <c:pt idx="220">
                  <c:v>-0.023</c:v>
                </c:pt>
                <c:pt idx="221">
                  <c:v>-0.018</c:v>
                </c:pt>
                <c:pt idx="222">
                  <c:v>-0.02</c:v>
                </c:pt>
                <c:pt idx="223">
                  <c:v>-0.018</c:v>
                </c:pt>
                <c:pt idx="224">
                  <c:v>-0.017</c:v>
                </c:pt>
                <c:pt idx="225">
                  <c:v>-0.013</c:v>
                </c:pt>
                <c:pt idx="226">
                  <c:v>-0.019</c:v>
                </c:pt>
                <c:pt idx="227">
                  <c:v>-0.014</c:v>
                </c:pt>
                <c:pt idx="228">
                  <c:v>-0.013</c:v>
                </c:pt>
                <c:pt idx="229">
                  <c:v>-0.008</c:v>
                </c:pt>
                <c:pt idx="230">
                  <c:v>-0.01</c:v>
                </c:pt>
                <c:pt idx="231">
                  <c:v>-0.01</c:v>
                </c:pt>
                <c:pt idx="232">
                  <c:v>-0.02</c:v>
                </c:pt>
                <c:pt idx="233">
                  <c:v>-0.017</c:v>
                </c:pt>
                <c:pt idx="234">
                  <c:v>-0.02</c:v>
                </c:pt>
                <c:pt idx="235">
                  <c:v>-0.015</c:v>
                </c:pt>
                <c:pt idx="236">
                  <c:v>-0.035</c:v>
                </c:pt>
                <c:pt idx="237">
                  <c:v>-0.028</c:v>
                </c:pt>
                <c:pt idx="238">
                  <c:v>-0.036</c:v>
                </c:pt>
                <c:pt idx="239">
                  <c:v>-0.02</c:v>
                </c:pt>
                <c:pt idx="240">
                  <c:v>-0.026</c:v>
                </c:pt>
                <c:pt idx="241">
                  <c:v>-0.022</c:v>
                </c:pt>
                <c:pt idx="242">
                  <c:v>-0.02</c:v>
                </c:pt>
                <c:pt idx="243">
                  <c:v>-0.016</c:v>
                </c:pt>
                <c:pt idx="244">
                  <c:v>-0.017</c:v>
                </c:pt>
                <c:pt idx="245">
                  <c:v>-0.018</c:v>
                </c:pt>
                <c:pt idx="246">
                  <c:v>-0.018</c:v>
                </c:pt>
                <c:pt idx="247">
                  <c:v>-0.028</c:v>
                </c:pt>
                <c:pt idx="248">
                  <c:v>-0.027</c:v>
                </c:pt>
                <c:pt idx="249">
                  <c:v>-0.023</c:v>
                </c:pt>
                <c:pt idx="250">
                  <c:v>-0.022</c:v>
                </c:pt>
                <c:pt idx="251">
                  <c:v>-0.025</c:v>
                </c:pt>
                <c:pt idx="252">
                  <c:v>-0.026</c:v>
                </c:pt>
                <c:pt idx="253">
                  <c:v>-0.032</c:v>
                </c:pt>
                <c:pt idx="254">
                  <c:v>-0.026</c:v>
                </c:pt>
                <c:pt idx="255">
                  <c:v>-0.031</c:v>
                </c:pt>
                <c:pt idx="256">
                  <c:v>-0.032</c:v>
                </c:pt>
                <c:pt idx="257">
                  <c:v>-0.039</c:v>
                </c:pt>
                <c:pt idx="258">
                  <c:v>-0.035</c:v>
                </c:pt>
                <c:pt idx="259">
                  <c:v>-0.036</c:v>
                </c:pt>
                <c:pt idx="260">
                  <c:v>-0.026</c:v>
                </c:pt>
                <c:pt idx="261">
                  <c:v>-0.028</c:v>
                </c:pt>
                <c:pt idx="262">
                  <c:v>-0.031</c:v>
                </c:pt>
                <c:pt idx="263">
                  <c:v>-0.034</c:v>
                </c:pt>
                <c:pt idx="264">
                  <c:v>-0.031</c:v>
                </c:pt>
                <c:pt idx="265">
                  <c:v>-0.027</c:v>
                </c:pt>
                <c:pt idx="266">
                  <c:v>-0.033</c:v>
                </c:pt>
                <c:pt idx="267">
                  <c:v>-0.04</c:v>
                </c:pt>
                <c:pt idx="268">
                  <c:v>-0.039</c:v>
                </c:pt>
                <c:pt idx="269">
                  <c:v>-0.034</c:v>
                </c:pt>
                <c:pt idx="270">
                  <c:v>-0.032</c:v>
                </c:pt>
                <c:pt idx="271">
                  <c:v>-0.031</c:v>
                </c:pt>
                <c:pt idx="272">
                  <c:v>-0.031</c:v>
                </c:pt>
                <c:pt idx="273">
                  <c:v>-0.028</c:v>
                </c:pt>
                <c:pt idx="274">
                  <c:v>-0.033</c:v>
                </c:pt>
                <c:pt idx="275">
                  <c:v>-0.031</c:v>
                </c:pt>
                <c:pt idx="276">
                  <c:v>-0.03</c:v>
                </c:pt>
                <c:pt idx="277">
                  <c:v>-0.029</c:v>
                </c:pt>
                <c:pt idx="278">
                  <c:v>-0.029</c:v>
                </c:pt>
                <c:pt idx="279">
                  <c:v>-0.027</c:v>
                </c:pt>
                <c:pt idx="280">
                  <c:v>-0.029</c:v>
                </c:pt>
                <c:pt idx="281">
                  <c:v>-0.03</c:v>
                </c:pt>
                <c:pt idx="282">
                  <c:v>-0.033</c:v>
                </c:pt>
                <c:pt idx="283">
                  <c:v>-0.042</c:v>
                </c:pt>
                <c:pt idx="284">
                  <c:v>-0.038</c:v>
                </c:pt>
                <c:pt idx="285">
                  <c:v>-0.047</c:v>
                </c:pt>
                <c:pt idx="286">
                  <c:v>-0.034</c:v>
                </c:pt>
                <c:pt idx="287">
                  <c:v>-0.045</c:v>
                </c:pt>
                <c:pt idx="288">
                  <c:v>-0.031</c:v>
                </c:pt>
                <c:pt idx="289">
                  <c:v>-0.023</c:v>
                </c:pt>
                <c:pt idx="290">
                  <c:v>-0.025</c:v>
                </c:pt>
                <c:pt idx="291">
                  <c:v>-0.03</c:v>
                </c:pt>
                <c:pt idx="292">
                  <c:v>-0.028</c:v>
                </c:pt>
                <c:pt idx="293">
                  <c:v>-0.022</c:v>
                </c:pt>
                <c:pt idx="294">
                  <c:v>-0.022</c:v>
                </c:pt>
                <c:pt idx="295">
                  <c:v>-0.025</c:v>
                </c:pt>
                <c:pt idx="296">
                  <c:v>-0.033</c:v>
                </c:pt>
                <c:pt idx="297">
                  <c:v>-0.044</c:v>
                </c:pt>
                <c:pt idx="298">
                  <c:v>-0.042</c:v>
                </c:pt>
                <c:pt idx="299">
                  <c:v>-0.038</c:v>
                </c:pt>
                <c:pt idx="300">
                  <c:v>-0.039</c:v>
                </c:pt>
                <c:pt idx="301">
                  <c:v>-0.041</c:v>
                </c:pt>
                <c:pt idx="302">
                  <c:v>-0.037</c:v>
                </c:pt>
                <c:pt idx="303">
                  <c:v>-0.037</c:v>
                </c:pt>
                <c:pt idx="304">
                  <c:v>-0.038</c:v>
                </c:pt>
                <c:pt idx="305">
                  <c:v>-0.041</c:v>
                </c:pt>
                <c:pt idx="306">
                  <c:v>-0.042</c:v>
                </c:pt>
                <c:pt idx="307">
                  <c:v>-0.045</c:v>
                </c:pt>
                <c:pt idx="308">
                  <c:v>-0.053</c:v>
                </c:pt>
                <c:pt idx="309">
                  <c:v>-0.045</c:v>
                </c:pt>
                <c:pt idx="310">
                  <c:v>-0.044</c:v>
                </c:pt>
                <c:pt idx="311">
                  <c:v>-0.04</c:v>
                </c:pt>
                <c:pt idx="312">
                  <c:v>-0.037</c:v>
                </c:pt>
                <c:pt idx="313">
                  <c:v>-0.038</c:v>
                </c:pt>
                <c:pt idx="314">
                  <c:v>-0.041</c:v>
                </c:pt>
                <c:pt idx="315">
                  <c:v>-0.05</c:v>
                </c:pt>
                <c:pt idx="316">
                  <c:v>-0.056</c:v>
                </c:pt>
                <c:pt idx="317">
                  <c:v>-0.056</c:v>
                </c:pt>
                <c:pt idx="318">
                  <c:v>-0.063</c:v>
                </c:pt>
                <c:pt idx="319">
                  <c:v>-0.059</c:v>
                </c:pt>
                <c:pt idx="320">
                  <c:v>-0.058</c:v>
                </c:pt>
                <c:pt idx="321">
                  <c:v>-0.059</c:v>
                </c:pt>
                <c:pt idx="322">
                  <c:v>-0.064</c:v>
                </c:pt>
                <c:pt idx="323">
                  <c:v>-0.066</c:v>
                </c:pt>
                <c:pt idx="324">
                  <c:v>-0.067</c:v>
                </c:pt>
                <c:pt idx="325">
                  <c:v>-0.068</c:v>
                </c:pt>
                <c:pt idx="326">
                  <c:v>-0.066</c:v>
                </c:pt>
                <c:pt idx="327">
                  <c:v>-0.059</c:v>
                </c:pt>
                <c:pt idx="328">
                  <c:v>-0.055</c:v>
                </c:pt>
                <c:pt idx="329">
                  <c:v>-0.058</c:v>
                </c:pt>
                <c:pt idx="330">
                  <c:v>-0.053</c:v>
                </c:pt>
                <c:pt idx="331">
                  <c:v>-0.055</c:v>
                </c:pt>
                <c:pt idx="332">
                  <c:v>-0.056</c:v>
                </c:pt>
                <c:pt idx="333">
                  <c:v>-0.059</c:v>
                </c:pt>
                <c:pt idx="334">
                  <c:v>-0.059</c:v>
                </c:pt>
                <c:pt idx="335">
                  <c:v>-0.06</c:v>
                </c:pt>
                <c:pt idx="336">
                  <c:v>-0.062</c:v>
                </c:pt>
                <c:pt idx="337">
                  <c:v>-0.056</c:v>
                </c:pt>
                <c:pt idx="338">
                  <c:v>-0.056</c:v>
                </c:pt>
                <c:pt idx="339">
                  <c:v>-0.056</c:v>
                </c:pt>
                <c:pt idx="340">
                  <c:v>-0.062</c:v>
                </c:pt>
                <c:pt idx="341">
                  <c:v>-0.072</c:v>
                </c:pt>
                <c:pt idx="342">
                  <c:v>-0.124</c:v>
                </c:pt>
                <c:pt idx="343">
                  <c:v>-0.125</c:v>
                </c:pt>
                <c:pt idx="344">
                  <c:v>-0.126</c:v>
                </c:pt>
                <c:pt idx="345">
                  <c:v>-0.119</c:v>
                </c:pt>
                <c:pt idx="346">
                  <c:v>-0.121</c:v>
                </c:pt>
                <c:pt idx="347">
                  <c:v>-0.122</c:v>
                </c:pt>
                <c:pt idx="348">
                  <c:v>-0.124</c:v>
                </c:pt>
                <c:pt idx="349">
                  <c:v>-0.126</c:v>
                </c:pt>
                <c:pt idx="350">
                  <c:v>-0.128</c:v>
                </c:pt>
                <c:pt idx="351">
                  <c:v>-0.124</c:v>
                </c:pt>
                <c:pt idx="352">
                  <c:v>-0.129</c:v>
                </c:pt>
                <c:pt idx="353">
                  <c:v>-0.134</c:v>
                </c:pt>
                <c:pt idx="354">
                  <c:v>-0.135</c:v>
                </c:pt>
                <c:pt idx="355">
                  <c:v>-0.131</c:v>
                </c:pt>
                <c:pt idx="356">
                  <c:v>-0.12</c:v>
                </c:pt>
                <c:pt idx="357">
                  <c:v>-0.118</c:v>
                </c:pt>
                <c:pt idx="358">
                  <c:v>-0.112</c:v>
                </c:pt>
                <c:pt idx="359">
                  <c:v>-0.111</c:v>
                </c:pt>
                <c:pt idx="360">
                  <c:v>-0.119</c:v>
                </c:pt>
                <c:pt idx="361">
                  <c:v>-0.119</c:v>
                </c:pt>
                <c:pt idx="362">
                  <c:v>-0.111</c:v>
                </c:pt>
                <c:pt idx="363">
                  <c:v>-0.104</c:v>
                </c:pt>
                <c:pt idx="364">
                  <c:v>-0.1</c:v>
                </c:pt>
                <c:pt idx="365">
                  <c:v>-0.099</c:v>
                </c:pt>
                <c:pt idx="366">
                  <c:v>-0.104</c:v>
                </c:pt>
                <c:pt idx="367">
                  <c:v>-0.104</c:v>
                </c:pt>
                <c:pt idx="368">
                  <c:v>-0.109</c:v>
                </c:pt>
                <c:pt idx="369">
                  <c:v>-0.1</c:v>
                </c:pt>
                <c:pt idx="370">
                  <c:v>-0.095</c:v>
                </c:pt>
                <c:pt idx="371">
                  <c:v>-0.092</c:v>
                </c:pt>
                <c:pt idx="372">
                  <c:v>-0.094</c:v>
                </c:pt>
                <c:pt idx="373">
                  <c:v>-0.082</c:v>
                </c:pt>
                <c:pt idx="374">
                  <c:v>-0.081</c:v>
                </c:pt>
                <c:pt idx="375">
                  <c:v>-0.077</c:v>
                </c:pt>
                <c:pt idx="376">
                  <c:v>-0.08</c:v>
                </c:pt>
                <c:pt idx="377">
                  <c:v>-0.067</c:v>
                </c:pt>
                <c:pt idx="378">
                  <c:v>-0.06</c:v>
                </c:pt>
                <c:pt idx="379">
                  <c:v>-0.057</c:v>
                </c:pt>
                <c:pt idx="380">
                  <c:v>-0.066</c:v>
                </c:pt>
                <c:pt idx="381">
                  <c:v>-0.06</c:v>
                </c:pt>
                <c:pt idx="382">
                  <c:v>-0.058</c:v>
                </c:pt>
                <c:pt idx="383">
                  <c:v>-0.051</c:v>
                </c:pt>
                <c:pt idx="384">
                  <c:v>-0.053</c:v>
                </c:pt>
                <c:pt idx="385">
                  <c:v>-0.051</c:v>
                </c:pt>
                <c:pt idx="386">
                  <c:v>-0.057</c:v>
                </c:pt>
                <c:pt idx="387">
                  <c:v>-0.06</c:v>
                </c:pt>
                <c:pt idx="388">
                  <c:v>-0.059</c:v>
                </c:pt>
                <c:pt idx="389">
                  <c:v>-0.061</c:v>
                </c:pt>
                <c:pt idx="390">
                  <c:v>-0.051</c:v>
                </c:pt>
                <c:pt idx="391">
                  <c:v>-0.053</c:v>
                </c:pt>
                <c:pt idx="392">
                  <c:v>-0.051</c:v>
                </c:pt>
                <c:pt idx="393">
                  <c:v>-0.056</c:v>
                </c:pt>
                <c:pt idx="394">
                  <c:v>-0.056</c:v>
                </c:pt>
                <c:pt idx="395">
                  <c:v>-0.05</c:v>
                </c:pt>
                <c:pt idx="396">
                  <c:v>-0.047</c:v>
                </c:pt>
                <c:pt idx="397">
                  <c:v>-0.047</c:v>
                </c:pt>
                <c:pt idx="398">
                  <c:v>-0.043</c:v>
                </c:pt>
                <c:pt idx="399">
                  <c:v>-0.038</c:v>
                </c:pt>
                <c:pt idx="400">
                  <c:v>-0.044</c:v>
                </c:pt>
                <c:pt idx="401">
                  <c:v>-0.044</c:v>
                </c:pt>
                <c:pt idx="402">
                  <c:v>-0.048</c:v>
                </c:pt>
                <c:pt idx="403">
                  <c:v>-0.056</c:v>
                </c:pt>
                <c:pt idx="404">
                  <c:v>-0.063</c:v>
                </c:pt>
                <c:pt idx="405">
                  <c:v>-0.056</c:v>
                </c:pt>
                <c:pt idx="406">
                  <c:v>-0.066</c:v>
                </c:pt>
                <c:pt idx="407">
                  <c:v>-0.071</c:v>
                </c:pt>
                <c:pt idx="408">
                  <c:v>-0.071</c:v>
                </c:pt>
                <c:pt idx="409">
                  <c:v>-0.07</c:v>
                </c:pt>
                <c:pt idx="410">
                  <c:v>-0.068</c:v>
                </c:pt>
                <c:pt idx="411">
                  <c:v>-0.071</c:v>
                </c:pt>
                <c:pt idx="412">
                  <c:v>-0.073</c:v>
                </c:pt>
                <c:pt idx="413">
                  <c:v>-0.076</c:v>
                </c:pt>
                <c:pt idx="414">
                  <c:v>-0.084</c:v>
                </c:pt>
                <c:pt idx="415">
                  <c:v>-0.089</c:v>
                </c:pt>
                <c:pt idx="416">
                  <c:v>-0.085</c:v>
                </c:pt>
                <c:pt idx="417">
                  <c:v>-0.084</c:v>
                </c:pt>
                <c:pt idx="418">
                  <c:v>-0.084</c:v>
                </c:pt>
                <c:pt idx="419">
                  <c:v>-0.087</c:v>
                </c:pt>
                <c:pt idx="420">
                  <c:v>-0.09</c:v>
                </c:pt>
                <c:pt idx="421">
                  <c:v>-0.09</c:v>
                </c:pt>
                <c:pt idx="422">
                  <c:v>-0.09</c:v>
                </c:pt>
                <c:pt idx="423">
                  <c:v>-0.082</c:v>
                </c:pt>
                <c:pt idx="424">
                  <c:v>-0.084</c:v>
                </c:pt>
                <c:pt idx="425">
                  <c:v>-0.086</c:v>
                </c:pt>
                <c:pt idx="426">
                  <c:v>-0.092</c:v>
                </c:pt>
                <c:pt idx="427">
                  <c:v>-0.1</c:v>
                </c:pt>
                <c:pt idx="428">
                  <c:v>-0.102</c:v>
                </c:pt>
                <c:pt idx="429">
                  <c:v>-0.094</c:v>
                </c:pt>
                <c:pt idx="430">
                  <c:v>-0.092</c:v>
                </c:pt>
                <c:pt idx="431">
                  <c:v>-0.099</c:v>
                </c:pt>
                <c:pt idx="432">
                  <c:v>-0.091</c:v>
                </c:pt>
                <c:pt idx="433">
                  <c:v>-0.091</c:v>
                </c:pt>
                <c:pt idx="434">
                  <c:v>-0.096</c:v>
                </c:pt>
                <c:pt idx="435">
                  <c:v>-0.098</c:v>
                </c:pt>
                <c:pt idx="436">
                  <c:v>-0.084</c:v>
                </c:pt>
                <c:pt idx="437">
                  <c:v>-0.075</c:v>
                </c:pt>
                <c:pt idx="438">
                  <c:v>-0.062</c:v>
                </c:pt>
                <c:pt idx="439">
                  <c:v>-0.052</c:v>
                </c:pt>
                <c:pt idx="440">
                  <c:v>-0.047</c:v>
                </c:pt>
                <c:pt idx="441">
                  <c:v>-0.039</c:v>
                </c:pt>
                <c:pt idx="442">
                  <c:v>-0.029</c:v>
                </c:pt>
                <c:pt idx="443">
                  <c:v>-0.024</c:v>
                </c:pt>
                <c:pt idx="444">
                  <c:v>-0.03</c:v>
                </c:pt>
                <c:pt idx="445">
                  <c:v>-0.036</c:v>
                </c:pt>
                <c:pt idx="446">
                  <c:v>-0.032</c:v>
                </c:pt>
                <c:pt idx="447">
                  <c:v>-0.024</c:v>
                </c:pt>
                <c:pt idx="448">
                  <c:v>-0.034</c:v>
                </c:pt>
                <c:pt idx="449">
                  <c:v>-0.051</c:v>
                </c:pt>
                <c:pt idx="450">
                  <c:v>-0.061</c:v>
                </c:pt>
                <c:pt idx="451">
                  <c:v>-0.069</c:v>
                </c:pt>
                <c:pt idx="452">
                  <c:v>-0.099</c:v>
                </c:pt>
                <c:pt idx="453">
                  <c:v>-0.089</c:v>
                </c:pt>
                <c:pt idx="454">
                  <c:v>-0.074</c:v>
                </c:pt>
                <c:pt idx="455">
                  <c:v>-0.069</c:v>
                </c:pt>
                <c:pt idx="456">
                  <c:v>-0.068</c:v>
                </c:pt>
                <c:pt idx="457">
                  <c:v>-0.064</c:v>
                </c:pt>
                <c:pt idx="458">
                  <c:v>-0.093</c:v>
                </c:pt>
                <c:pt idx="459">
                  <c:v>-0.119</c:v>
                </c:pt>
                <c:pt idx="460">
                  <c:v>-0.117</c:v>
                </c:pt>
                <c:pt idx="461">
                  <c:v>-0.121</c:v>
                </c:pt>
                <c:pt idx="462">
                  <c:v>-0.118</c:v>
                </c:pt>
                <c:pt idx="463">
                  <c:v>-0.107</c:v>
                </c:pt>
                <c:pt idx="464">
                  <c:v>-0.1</c:v>
                </c:pt>
                <c:pt idx="465">
                  <c:v>-0.104</c:v>
                </c:pt>
                <c:pt idx="466">
                  <c:v>-0.169</c:v>
                </c:pt>
                <c:pt idx="467">
                  <c:v>-0.169</c:v>
                </c:pt>
                <c:pt idx="468">
                  <c:v>-0.231</c:v>
                </c:pt>
                <c:pt idx="469">
                  <c:v>-0.241</c:v>
                </c:pt>
                <c:pt idx="470">
                  <c:v>-0.235</c:v>
                </c:pt>
                <c:pt idx="471">
                  <c:v>-0.15</c:v>
                </c:pt>
                <c:pt idx="472">
                  <c:v>-0.083</c:v>
                </c:pt>
                <c:pt idx="473">
                  <c:v>-0.065</c:v>
                </c:pt>
                <c:pt idx="474">
                  <c:v>-0.169</c:v>
                </c:pt>
                <c:pt idx="475">
                  <c:v>-0.139</c:v>
                </c:pt>
                <c:pt idx="476">
                  <c:v>-0.308</c:v>
                </c:pt>
                <c:pt idx="477">
                  <c:v>-0.165</c:v>
                </c:pt>
                <c:pt idx="478">
                  <c:v>-0.251</c:v>
                </c:pt>
                <c:pt idx="479">
                  <c:v>-0.304</c:v>
                </c:pt>
                <c:pt idx="480">
                  <c:v>-0.352</c:v>
                </c:pt>
              </c:numCache>
            </c:numRef>
          </c:yVal>
          <c:smooth val="0"/>
        </c:ser>
        <c:ser>
          <c:idx val="2"/>
          <c:order val="2"/>
          <c:tx>
            <c:strRef>
              <c:f>Sheet1!$D$1</c:f>
              <c:strCache>
                <c:ptCount val="1"/>
                <c:pt idx="0">
                  <c:v>B3</c:v>
                </c:pt>
              </c:strCache>
            </c:strRef>
          </c:tx>
          <c:spPr>
            <a:solidFill>
              <a:srgbClr val="8A9A9B"/>
            </a:solidFill>
            <a:ln w="25400" cap="flat">
              <a:solidFill>
                <a:srgbClr val="8A9A9B"/>
              </a:solidFill>
              <a:prstDash val="solid"/>
              <a:round/>
            </a:ln>
            <a:effectLst/>
          </c:spPr>
          <c:marker>
            <c:symbol val="none"/>
            <c:size val="6"/>
            <c:spPr>
              <a:solidFill>
                <a:srgbClr val="8A9A9B"/>
              </a:solidFill>
              <a:ln w="9525" cap="flat">
                <a:solidFill>
                  <a:srgbClr val="8A9A9B"/>
                </a:solidFill>
                <a:prstDash val="solid"/>
                <a:round/>
              </a:ln>
              <a:effectLst/>
            </c:spPr>
          </c:marker>
          <c:xVal>
            <c:numRef>
              <c:f>Sheet1!$A$2:$A$482</c:f>
              <c:numCache>
                <c:formatCode>General</c:formatCode>
                <c:ptCount val="481"/>
                <c:pt idx="0">
                  <c:v>-160</c:v>
                </c:pt>
                <c:pt idx="1">
                  <c:v>-160</c:v>
                </c:pt>
                <c:pt idx="2">
                  <c:v>-159</c:v>
                </c:pt>
                <c:pt idx="3">
                  <c:v>-159</c:v>
                </c:pt>
                <c:pt idx="4">
                  <c:v>-159</c:v>
                </c:pt>
                <c:pt idx="5">
                  <c:v>-158</c:v>
                </c:pt>
                <c:pt idx="6">
                  <c:v>-158</c:v>
                </c:pt>
                <c:pt idx="7">
                  <c:v>-158</c:v>
                </c:pt>
                <c:pt idx="8">
                  <c:v>-157</c:v>
                </c:pt>
                <c:pt idx="9">
                  <c:v>-157</c:v>
                </c:pt>
                <c:pt idx="10">
                  <c:v>-157</c:v>
                </c:pt>
                <c:pt idx="11">
                  <c:v>-156</c:v>
                </c:pt>
                <c:pt idx="12">
                  <c:v>-156</c:v>
                </c:pt>
                <c:pt idx="13">
                  <c:v>-156</c:v>
                </c:pt>
                <c:pt idx="14">
                  <c:v>-155</c:v>
                </c:pt>
                <c:pt idx="15">
                  <c:v>-155</c:v>
                </c:pt>
                <c:pt idx="16">
                  <c:v>-155</c:v>
                </c:pt>
                <c:pt idx="17">
                  <c:v>-154</c:v>
                </c:pt>
                <c:pt idx="18">
                  <c:v>-154</c:v>
                </c:pt>
                <c:pt idx="19">
                  <c:v>-154</c:v>
                </c:pt>
                <c:pt idx="20">
                  <c:v>-153</c:v>
                </c:pt>
                <c:pt idx="21">
                  <c:v>-153</c:v>
                </c:pt>
                <c:pt idx="22">
                  <c:v>-153</c:v>
                </c:pt>
                <c:pt idx="23">
                  <c:v>-152</c:v>
                </c:pt>
                <c:pt idx="24">
                  <c:v>-152</c:v>
                </c:pt>
                <c:pt idx="25">
                  <c:v>-152</c:v>
                </c:pt>
                <c:pt idx="26">
                  <c:v>-151</c:v>
                </c:pt>
                <c:pt idx="27">
                  <c:v>-151</c:v>
                </c:pt>
                <c:pt idx="28">
                  <c:v>-151</c:v>
                </c:pt>
                <c:pt idx="29">
                  <c:v>-150</c:v>
                </c:pt>
                <c:pt idx="30">
                  <c:v>-150</c:v>
                </c:pt>
                <c:pt idx="31">
                  <c:v>-150</c:v>
                </c:pt>
                <c:pt idx="32">
                  <c:v>-149</c:v>
                </c:pt>
                <c:pt idx="33">
                  <c:v>-149</c:v>
                </c:pt>
                <c:pt idx="34">
                  <c:v>-149</c:v>
                </c:pt>
                <c:pt idx="35">
                  <c:v>-148</c:v>
                </c:pt>
                <c:pt idx="36">
                  <c:v>-148</c:v>
                </c:pt>
                <c:pt idx="37">
                  <c:v>-148</c:v>
                </c:pt>
                <c:pt idx="38">
                  <c:v>-147</c:v>
                </c:pt>
                <c:pt idx="39">
                  <c:v>-147</c:v>
                </c:pt>
                <c:pt idx="40">
                  <c:v>-147</c:v>
                </c:pt>
                <c:pt idx="41">
                  <c:v>-146</c:v>
                </c:pt>
                <c:pt idx="42">
                  <c:v>-146</c:v>
                </c:pt>
                <c:pt idx="43">
                  <c:v>-146</c:v>
                </c:pt>
                <c:pt idx="44">
                  <c:v>-145</c:v>
                </c:pt>
                <c:pt idx="45">
                  <c:v>-145</c:v>
                </c:pt>
                <c:pt idx="46">
                  <c:v>-145</c:v>
                </c:pt>
                <c:pt idx="47">
                  <c:v>-144</c:v>
                </c:pt>
                <c:pt idx="48">
                  <c:v>-144</c:v>
                </c:pt>
                <c:pt idx="49">
                  <c:v>-144</c:v>
                </c:pt>
                <c:pt idx="50">
                  <c:v>-143</c:v>
                </c:pt>
                <c:pt idx="51">
                  <c:v>-143</c:v>
                </c:pt>
                <c:pt idx="52">
                  <c:v>-143</c:v>
                </c:pt>
                <c:pt idx="53">
                  <c:v>-142</c:v>
                </c:pt>
                <c:pt idx="54">
                  <c:v>-142</c:v>
                </c:pt>
                <c:pt idx="55">
                  <c:v>-142</c:v>
                </c:pt>
                <c:pt idx="56">
                  <c:v>-141</c:v>
                </c:pt>
                <c:pt idx="57">
                  <c:v>-141</c:v>
                </c:pt>
                <c:pt idx="58">
                  <c:v>-141</c:v>
                </c:pt>
                <c:pt idx="59">
                  <c:v>-140</c:v>
                </c:pt>
                <c:pt idx="60">
                  <c:v>-140</c:v>
                </c:pt>
                <c:pt idx="61">
                  <c:v>-140</c:v>
                </c:pt>
                <c:pt idx="62">
                  <c:v>-139</c:v>
                </c:pt>
                <c:pt idx="63">
                  <c:v>-139</c:v>
                </c:pt>
                <c:pt idx="64">
                  <c:v>-139</c:v>
                </c:pt>
                <c:pt idx="65">
                  <c:v>-138</c:v>
                </c:pt>
                <c:pt idx="66">
                  <c:v>-138</c:v>
                </c:pt>
                <c:pt idx="67">
                  <c:v>-138</c:v>
                </c:pt>
                <c:pt idx="68">
                  <c:v>-137</c:v>
                </c:pt>
                <c:pt idx="69">
                  <c:v>-137</c:v>
                </c:pt>
                <c:pt idx="70">
                  <c:v>-137</c:v>
                </c:pt>
                <c:pt idx="71">
                  <c:v>-136</c:v>
                </c:pt>
                <c:pt idx="72">
                  <c:v>-136</c:v>
                </c:pt>
                <c:pt idx="73">
                  <c:v>-136</c:v>
                </c:pt>
                <c:pt idx="74">
                  <c:v>-135</c:v>
                </c:pt>
                <c:pt idx="75">
                  <c:v>-135</c:v>
                </c:pt>
                <c:pt idx="76">
                  <c:v>-135</c:v>
                </c:pt>
                <c:pt idx="77">
                  <c:v>-134</c:v>
                </c:pt>
                <c:pt idx="78">
                  <c:v>-134</c:v>
                </c:pt>
                <c:pt idx="79">
                  <c:v>-134</c:v>
                </c:pt>
                <c:pt idx="80">
                  <c:v>-133</c:v>
                </c:pt>
                <c:pt idx="81">
                  <c:v>-133</c:v>
                </c:pt>
                <c:pt idx="82">
                  <c:v>-133</c:v>
                </c:pt>
                <c:pt idx="83">
                  <c:v>-132</c:v>
                </c:pt>
                <c:pt idx="84">
                  <c:v>-132</c:v>
                </c:pt>
                <c:pt idx="85">
                  <c:v>-132</c:v>
                </c:pt>
                <c:pt idx="86">
                  <c:v>-131</c:v>
                </c:pt>
                <c:pt idx="87">
                  <c:v>-131</c:v>
                </c:pt>
                <c:pt idx="88">
                  <c:v>-131</c:v>
                </c:pt>
                <c:pt idx="89">
                  <c:v>-130</c:v>
                </c:pt>
                <c:pt idx="90">
                  <c:v>-130</c:v>
                </c:pt>
                <c:pt idx="91">
                  <c:v>-130</c:v>
                </c:pt>
                <c:pt idx="92">
                  <c:v>-129</c:v>
                </c:pt>
                <c:pt idx="93">
                  <c:v>-129</c:v>
                </c:pt>
                <c:pt idx="94">
                  <c:v>-129</c:v>
                </c:pt>
                <c:pt idx="95">
                  <c:v>-128</c:v>
                </c:pt>
                <c:pt idx="96">
                  <c:v>-128</c:v>
                </c:pt>
                <c:pt idx="97">
                  <c:v>-128</c:v>
                </c:pt>
                <c:pt idx="98">
                  <c:v>-127</c:v>
                </c:pt>
                <c:pt idx="99">
                  <c:v>-127</c:v>
                </c:pt>
                <c:pt idx="100">
                  <c:v>-127</c:v>
                </c:pt>
                <c:pt idx="101">
                  <c:v>-126</c:v>
                </c:pt>
                <c:pt idx="102">
                  <c:v>-126</c:v>
                </c:pt>
                <c:pt idx="103">
                  <c:v>-126</c:v>
                </c:pt>
                <c:pt idx="104">
                  <c:v>-125</c:v>
                </c:pt>
                <c:pt idx="105">
                  <c:v>-125</c:v>
                </c:pt>
                <c:pt idx="106">
                  <c:v>-125</c:v>
                </c:pt>
                <c:pt idx="107">
                  <c:v>-124</c:v>
                </c:pt>
                <c:pt idx="108">
                  <c:v>-124</c:v>
                </c:pt>
                <c:pt idx="109">
                  <c:v>-124</c:v>
                </c:pt>
                <c:pt idx="110">
                  <c:v>-123</c:v>
                </c:pt>
                <c:pt idx="111">
                  <c:v>-123</c:v>
                </c:pt>
                <c:pt idx="112">
                  <c:v>-123</c:v>
                </c:pt>
                <c:pt idx="113">
                  <c:v>-122</c:v>
                </c:pt>
                <c:pt idx="114">
                  <c:v>-122</c:v>
                </c:pt>
                <c:pt idx="115">
                  <c:v>-122</c:v>
                </c:pt>
                <c:pt idx="116">
                  <c:v>-121</c:v>
                </c:pt>
                <c:pt idx="117">
                  <c:v>-121</c:v>
                </c:pt>
                <c:pt idx="118">
                  <c:v>-121</c:v>
                </c:pt>
                <c:pt idx="119">
                  <c:v>-120</c:v>
                </c:pt>
                <c:pt idx="120">
                  <c:v>-120</c:v>
                </c:pt>
                <c:pt idx="121">
                  <c:v>-120</c:v>
                </c:pt>
                <c:pt idx="122">
                  <c:v>-119</c:v>
                </c:pt>
                <c:pt idx="123">
                  <c:v>-119</c:v>
                </c:pt>
                <c:pt idx="124">
                  <c:v>-119</c:v>
                </c:pt>
                <c:pt idx="125">
                  <c:v>-118</c:v>
                </c:pt>
                <c:pt idx="126">
                  <c:v>-118</c:v>
                </c:pt>
                <c:pt idx="127">
                  <c:v>-118</c:v>
                </c:pt>
                <c:pt idx="128">
                  <c:v>-117</c:v>
                </c:pt>
                <c:pt idx="129">
                  <c:v>-117</c:v>
                </c:pt>
                <c:pt idx="130">
                  <c:v>-117</c:v>
                </c:pt>
                <c:pt idx="131">
                  <c:v>-116</c:v>
                </c:pt>
                <c:pt idx="132">
                  <c:v>-116</c:v>
                </c:pt>
                <c:pt idx="133">
                  <c:v>-116</c:v>
                </c:pt>
                <c:pt idx="134">
                  <c:v>-115</c:v>
                </c:pt>
                <c:pt idx="135">
                  <c:v>-115</c:v>
                </c:pt>
                <c:pt idx="136">
                  <c:v>-115</c:v>
                </c:pt>
                <c:pt idx="137">
                  <c:v>-114</c:v>
                </c:pt>
                <c:pt idx="138">
                  <c:v>-114</c:v>
                </c:pt>
                <c:pt idx="139">
                  <c:v>-114</c:v>
                </c:pt>
                <c:pt idx="140">
                  <c:v>-113</c:v>
                </c:pt>
                <c:pt idx="141">
                  <c:v>-113</c:v>
                </c:pt>
                <c:pt idx="142">
                  <c:v>-113</c:v>
                </c:pt>
                <c:pt idx="143">
                  <c:v>-112</c:v>
                </c:pt>
                <c:pt idx="144">
                  <c:v>-112</c:v>
                </c:pt>
                <c:pt idx="145">
                  <c:v>-112</c:v>
                </c:pt>
                <c:pt idx="146">
                  <c:v>-111</c:v>
                </c:pt>
                <c:pt idx="147">
                  <c:v>-111</c:v>
                </c:pt>
                <c:pt idx="148">
                  <c:v>-111</c:v>
                </c:pt>
                <c:pt idx="149">
                  <c:v>-110</c:v>
                </c:pt>
                <c:pt idx="150">
                  <c:v>-110</c:v>
                </c:pt>
                <c:pt idx="151">
                  <c:v>-110</c:v>
                </c:pt>
                <c:pt idx="152">
                  <c:v>-109</c:v>
                </c:pt>
                <c:pt idx="153">
                  <c:v>-109</c:v>
                </c:pt>
                <c:pt idx="154">
                  <c:v>-109</c:v>
                </c:pt>
                <c:pt idx="155">
                  <c:v>-108</c:v>
                </c:pt>
                <c:pt idx="156">
                  <c:v>-108</c:v>
                </c:pt>
                <c:pt idx="157">
                  <c:v>-108</c:v>
                </c:pt>
                <c:pt idx="158">
                  <c:v>-107</c:v>
                </c:pt>
                <c:pt idx="159">
                  <c:v>-107</c:v>
                </c:pt>
                <c:pt idx="160">
                  <c:v>-107</c:v>
                </c:pt>
                <c:pt idx="161">
                  <c:v>-106</c:v>
                </c:pt>
                <c:pt idx="162">
                  <c:v>-106</c:v>
                </c:pt>
                <c:pt idx="163">
                  <c:v>-106</c:v>
                </c:pt>
                <c:pt idx="164">
                  <c:v>-105</c:v>
                </c:pt>
                <c:pt idx="165">
                  <c:v>-105</c:v>
                </c:pt>
                <c:pt idx="166">
                  <c:v>-105</c:v>
                </c:pt>
                <c:pt idx="167">
                  <c:v>-104</c:v>
                </c:pt>
                <c:pt idx="168">
                  <c:v>-104</c:v>
                </c:pt>
                <c:pt idx="169">
                  <c:v>-104</c:v>
                </c:pt>
                <c:pt idx="170">
                  <c:v>-103</c:v>
                </c:pt>
                <c:pt idx="171">
                  <c:v>-103</c:v>
                </c:pt>
                <c:pt idx="172">
                  <c:v>-103</c:v>
                </c:pt>
                <c:pt idx="173">
                  <c:v>-102</c:v>
                </c:pt>
                <c:pt idx="174">
                  <c:v>-102</c:v>
                </c:pt>
                <c:pt idx="175">
                  <c:v>-102</c:v>
                </c:pt>
                <c:pt idx="176">
                  <c:v>-101</c:v>
                </c:pt>
                <c:pt idx="177">
                  <c:v>-101</c:v>
                </c:pt>
                <c:pt idx="178">
                  <c:v>-101</c:v>
                </c:pt>
                <c:pt idx="179">
                  <c:v>-100</c:v>
                </c:pt>
                <c:pt idx="180">
                  <c:v>-100</c:v>
                </c:pt>
                <c:pt idx="181">
                  <c:v>-100</c:v>
                </c:pt>
                <c:pt idx="182">
                  <c:v>-99</c:v>
                </c:pt>
                <c:pt idx="183">
                  <c:v>-99</c:v>
                </c:pt>
                <c:pt idx="184">
                  <c:v>-99</c:v>
                </c:pt>
                <c:pt idx="185">
                  <c:v>-98</c:v>
                </c:pt>
                <c:pt idx="186">
                  <c:v>-98</c:v>
                </c:pt>
                <c:pt idx="187">
                  <c:v>-98</c:v>
                </c:pt>
                <c:pt idx="188">
                  <c:v>-97</c:v>
                </c:pt>
                <c:pt idx="189">
                  <c:v>-97</c:v>
                </c:pt>
                <c:pt idx="190">
                  <c:v>-97</c:v>
                </c:pt>
                <c:pt idx="191">
                  <c:v>-96</c:v>
                </c:pt>
                <c:pt idx="192">
                  <c:v>-96</c:v>
                </c:pt>
                <c:pt idx="193">
                  <c:v>-96</c:v>
                </c:pt>
                <c:pt idx="194">
                  <c:v>-95</c:v>
                </c:pt>
                <c:pt idx="195">
                  <c:v>-95</c:v>
                </c:pt>
                <c:pt idx="196">
                  <c:v>-95</c:v>
                </c:pt>
                <c:pt idx="197">
                  <c:v>-94</c:v>
                </c:pt>
                <c:pt idx="198">
                  <c:v>-94</c:v>
                </c:pt>
                <c:pt idx="199">
                  <c:v>-94</c:v>
                </c:pt>
                <c:pt idx="200">
                  <c:v>-93</c:v>
                </c:pt>
                <c:pt idx="201">
                  <c:v>-93</c:v>
                </c:pt>
                <c:pt idx="202">
                  <c:v>-93</c:v>
                </c:pt>
                <c:pt idx="203">
                  <c:v>-92</c:v>
                </c:pt>
                <c:pt idx="204">
                  <c:v>-92</c:v>
                </c:pt>
                <c:pt idx="205">
                  <c:v>-92</c:v>
                </c:pt>
                <c:pt idx="206">
                  <c:v>-91</c:v>
                </c:pt>
                <c:pt idx="207">
                  <c:v>-91</c:v>
                </c:pt>
                <c:pt idx="208">
                  <c:v>-91</c:v>
                </c:pt>
                <c:pt idx="209">
                  <c:v>-90</c:v>
                </c:pt>
                <c:pt idx="210">
                  <c:v>-90</c:v>
                </c:pt>
                <c:pt idx="211">
                  <c:v>-90</c:v>
                </c:pt>
                <c:pt idx="212">
                  <c:v>-89</c:v>
                </c:pt>
                <c:pt idx="213">
                  <c:v>-89</c:v>
                </c:pt>
                <c:pt idx="214">
                  <c:v>-89</c:v>
                </c:pt>
                <c:pt idx="215">
                  <c:v>-88</c:v>
                </c:pt>
                <c:pt idx="216">
                  <c:v>-88</c:v>
                </c:pt>
                <c:pt idx="217">
                  <c:v>-88</c:v>
                </c:pt>
                <c:pt idx="218">
                  <c:v>-87</c:v>
                </c:pt>
                <c:pt idx="219">
                  <c:v>-87</c:v>
                </c:pt>
                <c:pt idx="220">
                  <c:v>-87</c:v>
                </c:pt>
                <c:pt idx="221">
                  <c:v>-86</c:v>
                </c:pt>
                <c:pt idx="222">
                  <c:v>-86</c:v>
                </c:pt>
                <c:pt idx="223">
                  <c:v>-86</c:v>
                </c:pt>
                <c:pt idx="224">
                  <c:v>-85</c:v>
                </c:pt>
                <c:pt idx="225">
                  <c:v>-85</c:v>
                </c:pt>
                <c:pt idx="226">
                  <c:v>-85</c:v>
                </c:pt>
                <c:pt idx="227">
                  <c:v>-84</c:v>
                </c:pt>
                <c:pt idx="228">
                  <c:v>-84</c:v>
                </c:pt>
                <c:pt idx="229">
                  <c:v>-84</c:v>
                </c:pt>
                <c:pt idx="230">
                  <c:v>-83</c:v>
                </c:pt>
                <c:pt idx="231">
                  <c:v>-83</c:v>
                </c:pt>
                <c:pt idx="232">
                  <c:v>-83</c:v>
                </c:pt>
                <c:pt idx="233">
                  <c:v>-82</c:v>
                </c:pt>
                <c:pt idx="234">
                  <c:v>-82</c:v>
                </c:pt>
                <c:pt idx="235">
                  <c:v>-82</c:v>
                </c:pt>
                <c:pt idx="236">
                  <c:v>-81</c:v>
                </c:pt>
                <c:pt idx="237">
                  <c:v>-81</c:v>
                </c:pt>
                <c:pt idx="238">
                  <c:v>-81</c:v>
                </c:pt>
                <c:pt idx="239">
                  <c:v>-80</c:v>
                </c:pt>
                <c:pt idx="240">
                  <c:v>-80</c:v>
                </c:pt>
                <c:pt idx="241">
                  <c:v>-80</c:v>
                </c:pt>
                <c:pt idx="242">
                  <c:v>-79</c:v>
                </c:pt>
                <c:pt idx="243">
                  <c:v>-79</c:v>
                </c:pt>
                <c:pt idx="244">
                  <c:v>-79</c:v>
                </c:pt>
                <c:pt idx="245">
                  <c:v>-78</c:v>
                </c:pt>
                <c:pt idx="246">
                  <c:v>-78</c:v>
                </c:pt>
                <c:pt idx="247">
                  <c:v>-78</c:v>
                </c:pt>
                <c:pt idx="248">
                  <c:v>-77</c:v>
                </c:pt>
                <c:pt idx="249">
                  <c:v>-77</c:v>
                </c:pt>
                <c:pt idx="250">
                  <c:v>-77</c:v>
                </c:pt>
                <c:pt idx="251">
                  <c:v>-76</c:v>
                </c:pt>
                <c:pt idx="252">
                  <c:v>-76</c:v>
                </c:pt>
                <c:pt idx="253">
                  <c:v>-76</c:v>
                </c:pt>
                <c:pt idx="254">
                  <c:v>-75</c:v>
                </c:pt>
                <c:pt idx="255">
                  <c:v>-75</c:v>
                </c:pt>
                <c:pt idx="256">
                  <c:v>-75</c:v>
                </c:pt>
                <c:pt idx="257">
                  <c:v>-74</c:v>
                </c:pt>
                <c:pt idx="258">
                  <c:v>-74</c:v>
                </c:pt>
                <c:pt idx="259">
                  <c:v>-74</c:v>
                </c:pt>
                <c:pt idx="260">
                  <c:v>-73</c:v>
                </c:pt>
                <c:pt idx="261">
                  <c:v>-73</c:v>
                </c:pt>
                <c:pt idx="262">
                  <c:v>-73</c:v>
                </c:pt>
                <c:pt idx="263">
                  <c:v>-72</c:v>
                </c:pt>
                <c:pt idx="264">
                  <c:v>-72</c:v>
                </c:pt>
                <c:pt idx="265">
                  <c:v>-72</c:v>
                </c:pt>
                <c:pt idx="266">
                  <c:v>-71</c:v>
                </c:pt>
                <c:pt idx="267">
                  <c:v>-71</c:v>
                </c:pt>
                <c:pt idx="268">
                  <c:v>-71</c:v>
                </c:pt>
                <c:pt idx="269">
                  <c:v>-70</c:v>
                </c:pt>
                <c:pt idx="270">
                  <c:v>-70</c:v>
                </c:pt>
                <c:pt idx="271">
                  <c:v>-70</c:v>
                </c:pt>
                <c:pt idx="272">
                  <c:v>-69</c:v>
                </c:pt>
                <c:pt idx="273">
                  <c:v>-69</c:v>
                </c:pt>
                <c:pt idx="274">
                  <c:v>-69</c:v>
                </c:pt>
                <c:pt idx="275">
                  <c:v>-68</c:v>
                </c:pt>
                <c:pt idx="276">
                  <c:v>-68</c:v>
                </c:pt>
                <c:pt idx="277">
                  <c:v>-68</c:v>
                </c:pt>
                <c:pt idx="278">
                  <c:v>-67</c:v>
                </c:pt>
                <c:pt idx="279">
                  <c:v>-67</c:v>
                </c:pt>
                <c:pt idx="280">
                  <c:v>-67</c:v>
                </c:pt>
                <c:pt idx="281">
                  <c:v>-66</c:v>
                </c:pt>
                <c:pt idx="282">
                  <c:v>-66</c:v>
                </c:pt>
                <c:pt idx="283">
                  <c:v>-66</c:v>
                </c:pt>
                <c:pt idx="284">
                  <c:v>-65</c:v>
                </c:pt>
                <c:pt idx="285">
                  <c:v>-65</c:v>
                </c:pt>
                <c:pt idx="286">
                  <c:v>-65</c:v>
                </c:pt>
                <c:pt idx="287">
                  <c:v>-64</c:v>
                </c:pt>
                <c:pt idx="288">
                  <c:v>-64</c:v>
                </c:pt>
                <c:pt idx="289">
                  <c:v>-64</c:v>
                </c:pt>
                <c:pt idx="290">
                  <c:v>-63</c:v>
                </c:pt>
                <c:pt idx="291">
                  <c:v>-63</c:v>
                </c:pt>
                <c:pt idx="292">
                  <c:v>-63</c:v>
                </c:pt>
                <c:pt idx="293">
                  <c:v>-62</c:v>
                </c:pt>
                <c:pt idx="294">
                  <c:v>-62</c:v>
                </c:pt>
                <c:pt idx="295">
                  <c:v>-62</c:v>
                </c:pt>
                <c:pt idx="296">
                  <c:v>-61</c:v>
                </c:pt>
                <c:pt idx="297">
                  <c:v>-61</c:v>
                </c:pt>
                <c:pt idx="298">
                  <c:v>-61</c:v>
                </c:pt>
                <c:pt idx="299">
                  <c:v>-60</c:v>
                </c:pt>
                <c:pt idx="300">
                  <c:v>-60</c:v>
                </c:pt>
                <c:pt idx="301">
                  <c:v>-60</c:v>
                </c:pt>
                <c:pt idx="302">
                  <c:v>-59</c:v>
                </c:pt>
                <c:pt idx="303">
                  <c:v>-59</c:v>
                </c:pt>
                <c:pt idx="304">
                  <c:v>-59</c:v>
                </c:pt>
                <c:pt idx="305">
                  <c:v>-58</c:v>
                </c:pt>
                <c:pt idx="306">
                  <c:v>-58</c:v>
                </c:pt>
                <c:pt idx="307">
                  <c:v>-58</c:v>
                </c:pt>
                <c:pt idx="308">
                  <c:v>-57</c:v>
                </c:pt>
                <c:pt idx="309">
                  <c:v>-57</c:v>
                </c:pt>
                <c:pt idx="310">
                  <c:v>-57</c:v>
                </c:pt>
                <c:pt idx="311">
                  <c:v>-56</c:v>
                </c:pt>
                <c:pt idx="312">
                  <c:v>-56</c:v>
                </c:pt>
                <c:pt idx="313">
                  <c:v>-56</c:v>
                </c:pt>
                <c:pt idx="314">
                  <c:v>-55</c:v>
                </c:pt>
                <c:pt idx="315">
                  <c:v>-55</c:v>
                </c:pt>
                <c:pt idx="316">
                  <c:v>-55</c:v>
                </c:pt>
                <c:pt idx="317">
                  <c:v>-54</c:v>
                </c:pt>
                <c:pt idx="318">
                  <c:v>-54</c:v>
                </c:pt>
                <c:pt idx="319">
                  <c:v>-54</c:v>
                </c:pt>
                <c:pt idx="320">
                  <c:v>-53</c:v>
                </c:pt>
                <c:pt idx="321">
                  <c:v>-53</c:v>
                </c:pt>
                <c:pt idx="322">
                  <c:v>-53</c:v>
                </c:pt>
                <c:pt idx="323">
                  <c:v>-52</c:v>
                </c:pt>
                <c:pt idx="324">
                  <c:v>-52</c:v>
                </c:pt>
                <c:pt idx="325">
                  <c:v>-52</c:v>
                </c:pt>
                <c:pt idx="326">
                  <c:v>-51</c:v>
                </c:pt>
                <c:pt idx="327">
                  <c:v>-51</c:v>
                </c:pt>
                <c:pt idx="328">
                  <c:v>-51</c:v>
                </c:pt>
                <c:pt idx="329">
                  <c:v>-50</c:v>
                </c:pt>
                <c:pt idx="330">
                  <c:v>-50</c:v>
                </c:pt>
                <c:pt idx="331">
                  <c:v>-50</c:v>
                </c:pt>
                <c:pt idx="332">
                  <c:v>-49</c:v>
                </c:pt>
                <c:pt idx="333">
                  <c:v>-49</c:v>
                </c:pt>
                <c:pt idx="334">
                  <c:v>-49</c:v>
                </c:pt>
                <c:pt idx="335">
                  <c:v>-48</c:v>
                </c:pt>
                <c:pt idx="336">
                  <c:v>-48</c:v>
                </c:pt>
                <c:pt idx="337">
                  <c:v>-48</c:v>
                </c:pt>
                <c:pt idx="338">
                  <c:v>-47</c:v>
                </c:pt>
                <c:pt idx="339">
                  <c:v>-47</c:v>
                </c:pt>
                <c:pt idx="340">
                  <c:v>-47</c:v>
                </c:pt>
                <c:pt idx="341">
                  <c:v>-46</c:v>
                </c:pt>
                <c:pt idx="342">
                  <c:v>-46</c:v>
                </c:pt>
                <c:pt idx="343">
                  <c:v>-46</c:v>
                </c:pt>
                <c:pt idx="344">
                  <c:v>-45</c:v>
                </c:pt>
                <c:pt idx="345">
                  <c:v>-45</c:v>
                </c:pt>
                <c:pt idx="346">
                  <c:v>-45</c:v>
                </c:pt>
                <c:pt idx="347">
                  <c:v>-44</c:v>
                </c:pt>
                <c:pt idx="348">
                  <c:v>-44</c:v>
                </c:pt>
                <c:pt idx="349">
                  <c:v>-44</c:v>
                </c:pt>
                <c:pt idx="350">
                  <c:v>-43</c:v>
                </c:pt>
                <c:pt idx="351">
                  <c:v>-43</c:v>
                </c:pt>
                <c:pt idx="352">
                  <c:v>-43</c:v>
                </c:pt>
                <c:pt idx="353">
                  <c:v>-42</c:v>
                </c:pt>
                <c:pt idx="354">
                  <c:v>-42</c:v>
                </c:pt>
                <c:pt idx="355">
                  <c:v>-42</c:v>
                </c:pt>
                <c:pt idx="356">
                  <c:v>-41</c:v>
                </c:pt>
                <c:pt idx="357">
                  <c:v>-41</c:v>
                </c:pt>
                <c:pt idx="358">
                  <c:v>-41</c:v>
                </c:pt>
                <c:pt idx="359">
                  <c:v>-40</c:v>
                </c:pt>
                <c:pt idx="360">
                  <c:v>-40</c:v>
                </c:pt>
                <c:pt idx="361">
                  <c:v>-40</c:v>
                </c:pt>
                <c:pt idx="362">
                  <c:v>-39</c:v>
                </c:pt>
                <c:pt idx="363">
                  <c:v>-39</c:v>
                </c:pt>
                <c:pt idx="364">
                  <c:v>-39</c:v>
                </c:pt>
                <c:pt idx="365">
                  <c:v>-38</c:v>
                </c:pt>
                <c:pt idx="366">
                  <c:v>-38</c:v>
                </c:pt>
                <c:pt idx="367">
                  <c:v>-38</c:v>
                </c:pt>
                <c:pt idx="368">
                  <c:v>-37</c:v>
                </c:pt>
                <c:pt idx="369">
                  <c:v>-37</c:v>
                </c:pt>
                <c:pt idx="370">
                  <c:v>-37</c:v>
                </c:pt>
                <c:pt idx="371">
                  <c:v>-36</c:v>
                </c:pt>
                <c:pt idx="372">
                  <c:v>-36</c:v>
                </c:pt>
                <c:pt idx="373">
                  <c:v>-36</c:v>
                </c:pt>
                <c:pt idx="374">
                  <c:v>-35</c:v>
                </c:pt>
                <c:pt idx="375">
                  <c:v>-35</c:v>
                </c:pt>
                <c:pt idx="376">
                  <c:v>-35</c:v>
                </c:pt>
                <c:pt idx="377">
                  <c:v>-34</c:v>
                </c:pt>
                <c:pt idx="378">
                  <c:v>-34</c:v>
                </c:pt>
                <c:pt idx="379">
                  <c:v>-34</c:v>
                </c:pt>
                <c:pt idx="380">
                  <c:v>-33</c:v>
                </c:pt>
                <c:pt idx="381">
                  <c:v>-33</c:v>
                </c:pt>
                <c:pt idx="382">
                  <c:v>-33</c:v>
                </c:pt>
                <c:pt idx="383">
                  <c:v>-32</c:v>
                </c:pt>
                <c:pt idx="384">
                  <c:v>-32</c:v>
                </c:pt>
                <c:pt idx="385">
                  <c:v>-32</c:v>
                </c:pt>
                <c:pt idx="386">
                  <c:v>-31</c:v>
                </c:pt>
                <c:pt idx="387">
                  <c:v>-31</c:v>
                </c:pt>
                <c:pt idx="388">
                  <c:v>-31</c:v>
                </c:pt>
                <c:pt idx="389">
                  <c:v>-30</c:v>
                </c:pt>
                <c:pt idx="390">
                  <c:v>-30</c:v>
                </c:pt>
                <c:pt idx="391">
                  <c:v>-30</c:v>
                </c:pt>
                <c:pt idx="392">
                  <c:v>-29</c:v>
                </c:pt>
                <c:pt idx="393">
                  <c:v>-29</c:v>
                </c:pt>
                <c:pt idx="394">
                  <c:v>-29</c:v>
                </c:pt>
                <c:pt idx="395">
                  <c:v>-28</c:v>
                </c:pt>
                <c:pt idx="396">
                  <c:v>-28</c:v>
                </c:pt>
                <c:pt idx="397">
                  <c:v>-28</c:v>
                </c:pt>
                <c:pt idx="398">
                  <c:v>-27</c:v>
                </c:pt>
                <c:pt idx="399">
                  <c:v>-27</c:v>
                </c:pt>
                <c:pt idx="400">
                  <c:v>-27</c:v>
                </c:pt>
                <c:pt idx="401">
                  <c:v>-26</c:v>
                </c:pt>
                <c:pt idx="402">
                  <c:v>-26</c:v>
                </c:pt>
                <c:pt idx="403">
                  <c:v>-26</c:v>
                </c:pt>
                <c:pt idx="404">
                  <c:v>-25</c:v>
                </c:pt>
                <c:pt idx="405">
                  <c:v>-25</c:v>
                </c:pt>
                <c:pt idx="406">
                  <c:v>-25</c:v>
                </c:pt>
                <c:pt idx="407">
                  <c:v>-24</c:v>
                </c:pt>
                <c:pt idx="408">
                  <c:v>-24</c:v>
                </c:pt>
                <c:pt idx="409">
                  <c:v>-24</c:v>
                </c:pt>
                <c:pt idx="410">
                  <c:v>-23</c:v>
                </c:pt>
                <c:pt idx="411">
                  <c:v>-23</c:v>
                </c:pt>
                <c:pt idx="412">
                  <c:v>-23</c:v>
                </c:pt>
                <c:pt idx="413">
                  <c:v>-22</c:v>
                </c:pt>
                <c:pt idx="414">
                  <c:v>-22</c:v>
                </c:pt>
                <c:pt idx="415">
                  <c:v>-22</c:v>
                </c:pt>
                <c:pt idx="416">
                  <c:v>-21</c:v>
                </c:pt>
                <c:pt idx="417">
                  <c:v>-21</c:v>
                </c:pt>
                <c:pt idx="418">
                  <c:v>-21</c:v>
                </c:pt>
                <c:pt idx="419">
                  <c:v>-20</c:v>
                </c:pt>
                <c:pt idx="420">
                  <c:v>-20</c:v>
                </c:pt>
                <c:pt idx="421">
                  <c:v>-20</c:v>
                </c:pt>
                <c:pt idx="422">
                  <c:v>-19</c:v>
                </c:pt>
                <c:pt idx="423">
                  <c:v>-19</c:v>
                </c:pt>
                <c:pt idx="424">
                  <c:v>-19</c:v>
                </c:pt>
                <c:pt idx="425">
                  <c:v>-18</c:v>
                </c:pt>
                <c:pt idx="426">
                  <c:v>-18</c:v>
                </c:pt>
                <c:pt idx="427">
                  <c:v>-18</c:v>
                </c:pt>
                <c:pt idx="428">
                  <c:v>-17</c:v>
                </c:pt>
                <c:pt idx="429">
                  <c:v>-17</c:v>
                </c:pt>
                <c:pt idx="430">
                  <c:v>-17</c:v>
                </c:pt>
                <c:pt idx="431">
                  <c:v>-16</c:v>
                </c:pt>
                <c:pt idx="432">
                  <c:v>-16</c:v>
                </c:pt>
                <c:pt idx="433">
                  <c:v>-16</c:v>
                </c:pt>
                <c:pt idx="434">
                  <c:v>-15</c:v>
                </c:pt>
                <c:pt idx="435">
                  <c:v>-15</c:v>
                </c:pt>
                <c:pt idx="436">
                  <c:v>-15</c:v>
                </c:pt>
                <c:pt idx="437">
                  <c:v>-14</c:v>
                </c:pt>
                <c:pt idx="438">
                  <c:v>-14</c:v>
                </c:pt>
                <c:pt idx="439">
                  <c:v>-14</c:v>
                </c:pt>
                <c:pt idx="440">
                  <c:v>-13</c:v>
                </c:pt>
                <c:pt idx="441">
                  <c:v>-13</c:v>
                </c:pt>
                <c:pt idx="442">
                  <c:v>-13</c:v>
                </c:pt>
                <c:pt idx="443">
                  <c:v>-12</c:v>
                </c:pt>
                <c:pt idx="444">
                  <c:v>-12</c:v>
                </c:pt>
                <c:pt idx="445">
                  <c:v>-12</c:v>
                </c:pt>
                <c:pt idx="446">
                  <c:v>-11</c:v>
                </c:pt>
                <c:pt idx="447">
                  <c:v>-11</c:v>
                </c:pt>
                <c:pt idx="448">
                  <c:v>-11</c:v>
                </c:pt>
                <c:pt idx="449">
                  <c:v>-10</c:v>
                </c:pt>
                <c:pt idx="450">
                  <c:v>-10</c:v>
                </c:pt>
                <c:pt idx="451">
                  <c:v>-10</c:v>
                </c:pt>
                <c:pt idx="452">
                  <c:v>-9</c:v>
                </c:pt>
                <c:pt idx="453">
                  <c:v>-9</c:v>
                </c:pt>
                <c:pt idx="454">
                  <c:v>-9</c:v>
                </c:pt>
                <c:pt idx="455">
                  <c:v>-8</c:v>
                </c:pt>
                <c:pt idx="456">
                  <c:v>-8</c:v>
                </c:pt>
                <c:pt idx="457">
                  <c:v>-8</c:v>
                </c:pt>
                <c:pt idx="458">
                  <c:v>-7</c:v>
                </c:pt>
                <c:pt idx="459">
                  <c:v>-7</c:v>
                </c:pt>
                <c:pt idx="460">
                  <c:v>-7</c:v>
                </c:pt>
                <c:pt idx="461">
                  <c:v>-6</c:v>
                </c:pt>
                <c:pt idx="462">
                  <c:v>-6</c:v>
                </c:pt>
                <c:pt idx="463">
                  <c:v>-6</c:v>
                </c:pt>
                <c:pt idx="464">
                  <c:v>-5</c:v>
                </c:pt>
                <c:pt idx="465">
                  <c:v>-5</c:v>
                </c:pt>
                <c:pt idx="466">
                  <c:v>-5</c:v>
                </c:pt>
                <c:pt idx="467">
                  <c:v>-4</c:v>
                </c:pt>
                <c:pt idx="468">
                  <c:v>-4</c:v>
                </c:pt>
                <c:pt idx="469">
                  <c:v>-4</c:v>
                </c:pt>
                <c:pt idx="470">
                  <c:v>-3</c:v>
                </c:pt>
                <c:pt idx="471">
                  <c:v>-3</c:v>
                </c:pt>
                <c:pt idx="472">
                  <c:v>-3</c:v>
                </c:pt>
                <c:pt idx="473">
                  <c:v>-2</c:v>
                </c:pt>
                <c:pt idx="474">
                  <c:v>-2</c:v>
                </c:pt>
                <c:pt idx="475">
                  <c:v>-2</c:v>
                </c:pt>
                <c:pt idx="476">
                  <c:v>-1</c:v>
                </c:pt>
                <c:pt idx="477">
                  <c:v>-1</c:v>
                </c:pt>
                <c:pt idx="478">
                  <c:v>-1</c:v>
                </c:pt>
                <c:pt idx="479">
                  <c:v>0</c:v>
                </c:pt>
                <c:pt idx="480">
                  <c:v>0</c:v>
                </c:pt>
              </c:numCache>
            </c:numRef>
          </c:xVal>
          <c:yVal>
            <c:numRef>
              <c:f>Sheet1!$D$2:$D$482</c:f>
              <c:numCache>
                <c:formatCode>General</c:formatCode>
                <c:ptCount val="481"/>
                <c:pt idx="0">
                  <c:v>0.018</c:v>
                </c:pt>
                <c:pt idx="1">
                  <c:v>0.018</c:v>
                </c:pt>
                <c:pt idx="2">
                  <c:v>0.019</c:v>
                </c:pt>
                <c:pt idx="3">
                  <c:v>0.022</c:v>
                </c:pt>
                <c:pt idx="4">
                  <c:v>0.024</c:v>
                </c:pt>
                <c:pt idx="5">
                  <c:v>0.017</c:v>
                </c:pt>
                <c:pt idx="6">
                  <c:v>0.012</c:v>
                </c:pt>
                <c:pt idx="7">
                  <c:v>0.01</c:v>
                </c:pt>
                <c:pt idx="8">
                  <c:v>0.009</c:v>
                </c:pt>
                <c:pt idx="9">
                  <c:v>0.017</c:v>
                </c:pt>
                <c:pt idx="10">
                  <c:v>0.015</c:v>
                </c:pt>
                <c:pt idx="11">
                  <c:v>0.015</c:v>
                </c:pt>
                <c:pt idx="12">
                  <c:v>0.011</c:v>
                </c:pt>
                <c:pt idx="13">
                  <c:v>0.018</c:v>
                </c:pt>
                <c:pt idx="14">
                  <c:v>0.016</c:v>
                </c:pt>
                <c:pt idx="15">
                  <c:v>0.001</c:v>
                </c:pt>
                <c:pt idx="16">
                  <c:v>-0.009</c:v>
                </c:pt>
                <c:pt idx="17">
                  <c:v>-0.002</c:v>
                </c:pt>
                <c:pt idx="18">
                  <c:v>0.006</c:v>
                </c:pt>
                <c:pt idx="19">
                  <c:v>0.011</c:v>
                </c:pt>
                <c:pt idx="20">
                  <c:v>0.008</c:v>
                </c:pt>
                <c:pt idx="21">
                  <c:v>0.004</c:v>
                </c:pt>
                <c:pt idx="22">
                  <c:v>0.005</c:v>
                </c:pt>
                <c:pt idx="23">
                  <c:v>0.008</c:v>
                </c:pt>
                <c:pt idx="24">
                  <c:v>0.01</c:v>
                </c:pt>
                <c:pt idx="25">
                  <c:v>0.009</c:v>
                </c:pt>
                <c:pt idx="26">
                  <c:v>-0.002</c:v>
                </c:pt>
                <c:pt idx="27">
                  <c:v>-0.005</c:v>
                </c:pt>
                <c:pt idx="28">
                  <c:v>-0.005</c:v>
                </c:pt>
                <c:pt idx="29">
                  <c:v>-0.003</c:v>
                </c:pt>
                <c:pt idx="30">
                  <c:v>0.005</c:v>
                </c:pt>
                <c:pt idx="31">
                  <c:v>-0.001</c:v>
                </c:pt>
                <c:pt idx="32">
                  <c:v>-0.012</c:v>
                </c:pt>
                <c:pt idx="33">
                  <c:v>-0.014</c:v>
                </c:pt>
                <c:pt idx="34">
                  <c:v>-0.01</c:v>
                </c:pt>
                <c:pt idx="35">
                  <c:v>0.005</c:v>
                </c:pt>
                <c:pt idx="36">
                  <c:v>0.011</c:v>
                </c:pt>
                <c:pt idx="37">
                  <c:v>0.006</c:v>
                </c:pt>
                <c:pt idx="38">
                  <c:v>-0.005</c:v>
                </c:pt>
                <c:pt idx="39">
                  <c:v>-0.015</c:v>
                </c:pt>
                <c:pt idx="40">
                  <c:v>-0.012</c:v>
                </c:pt>
                <c:pt idx="41">
                  <c:v>-0.012</c:v>
                </c:pt>
                <c:pt idx="42">
                  <c:v>-0.015</c:v>
                </c:pt>
                <c:pt idx="43">
                  <c:v>-0.009</c:v>
                </c:pt>
                <c:pt idx="44">
                  <c:v>-0.011</c:v>
                </c:pt>
                <c:pt idx="45">
                  <c:v>0</c:v>
                </c:pt>
                <c:pt idx="46">
                  <c:v>-0.002</c:v>
                </c:pt>
                <c:pt idx="47">
                  <c:v>-0.004</c:v>
                </c:pt>
                <c:pt idx="48">
                  <c:v>0.001</c:v>
                </c:pt>
                <c:pt idx="49">
                  <c:v>-0.001</c:v>
                </c:pt>
                <c:pt idx="50">
                  <c:v>0</c:v>
                </c:pt>
                <c:pt idx="51">
                  <c:v>-0.008</c:v>
                </c:pt>
                <c:pt idx="52">
                  <c:v>-0.009</c:v>
                </c:pt>
                <c:pt idx="53">
                  <c:v>-0.007</c:v>
                </c:pt>
                <c:pt idx="54">
                  <c:v>-0.004</c:v>
                </c:pt>
                <c:pt idx="55">
                  <c:v>0.003</c:v>
                </c:pt>
                <c:pt idx="56">
                  <c:v>0.016</c:v>
                </c:pt>
                <c:pt idx="57">
                  <c:v>0.018</c:v>
                </c:pt>
                <c:pt idx="58">
                  <c:v>0.006</c:v>
                </c:pt>
                <c:pt idx="59">
                  <c:v>-0.006</c:v>
                </c:pt>
                <c:pt idx="60">
                  <c:v>-0.005</c:v>
                </c:pt>
                <c:pt idx="61">
                  <c:v>0.005</c:v>
                </c:pt>
                <c:pt idx="62">
                  <c:v>0.007</c:v>
                </c:pt>
                <c:pt idx="63">
                  <c:v>0.002</c:v>
                </c:pt>
                <c:pt idx="64">
                  <c:v>-0.001</c:v>
                </c:pt>
                <c:pt idx="65">
                  <c:v>-0.007</c:v>
                </c:pt>
                <c:pt idx="66">
                  <c:v>-0.001</c:v>
                </c:pt>
                <c:pt idx="67">
                  <c:v>-0.006</c:v>
                </c:pt>
                <c:pt idx="68">
                  <c:v>-0.011</c:v>
                </c:pt>
                <c:pt idx="69">
                  <c:v>-0.012</c:v>
                </c:pt>
                <c:pt idx="70">
                  <c:v>-0.012</c:v>
                </c:pt>
                <c:pt idx="71">
                  <c:v>-0.008</c:v>
                </c:pt>
                <c:pt idx="72">
                  <c:v>-0.02</c:v>
                </c:pt>
                <c:pt idx="73">
                  <c:v>-0.013</c:v>
                </c:pt>
                <c:pt idx="74">
                  <c:v>-0.018</c:v>
                </c:pt>
                <c:pt idx="75">
                  <c:v>-0.018</c:v>
                </c:pt>
                <c:pt idx="76">
                  <c:v>-0.025</c:v>
                </c:pt>
                <c:pt idx="77">
                  <c:v>-0.027</c:v>
                </c:pt>
                <c:pt idx="78">
                  <c:v>-0.032</c:v>
                </c:pt>
                <c:pt idx="79">
                  <c:v>-0.03</c:v>
                </c:pt>
                <c:pt idx="80">
                  <c:v>-0.03</c:v>
                </c:pt>
                <c:pt idx="81">
                  <c:v>-0.029</c:v>
                </c:pt>
                <c:pt idx="82">
                  <c:v>-0.013</c:v>
                </c:pt>
                <c:pt idx="83">
                  <c:v>-0.017</c:v>
                </c:pt>
                <c:pt idx="84">
                  <c:v>-0.021</c:v>
                </c:pt>
                <c:pt idx="85">
                  <c:v>-0.021</c:v>
                </c:pt>
                <c:pt idx="86">
                  <c:v>-0.039</c:v>
                </c:pt>
                <c:pt idx="87">
                  <c:v>-0.034</c:v>
                </c:pt>
                <c:pt idx="88">
                  <c:v>-0.024</c:v>
                </c:pt>
                <c:pt idx="89">
                  <c:v>-0.025</c:v>
                </c:pt>
                <c:pt idx="90">
                  <c:v>-0.022</c:v>
                </c:pt>
                <c:pt idx="91">
                  <c:v>-0.024</c:v>
                </c:pt>
                <c:pt idx="92">
                  <c:v>-0.021</c:v>
                </c:pt>
                <c:pt idx="93">
                  <c:v>-0.024</c:v>
                </c:pt>
                <c:pt idx="94">
                  <c:v>-0.023</c:v>
                </c:pt>
                <c:pt idx="95">
                  <c:v>-0.028</c:v>
                </c:pt>
                <c:pt idx="96">
                  <c:v>-0.016</c:v>
                </c:pt>
                <c:pt idx="97">
                  <c:v>-0.01</c:v>
                </c:pt>
                <c:pt idx="98">
                  <c:v>-0.008</c:v>
                </c:pt>
                <c:pt idx="99">
                  <c:v>-0.027</c:v>
                </c:pt>
                <c:pt idx="100">
                  <c:v>-0.036</c:v>
                </c:pt>
                <c:pt idx="101">
                  <c:v>-0.026</c:v>
                </c:pt>
                <c:pt idx="102">
                  <c:v>-0.023</c:v>
                </c:pt>
                <c:pt idx="103">
                  <c:v>-0.012</c:v>
                </c:pt>
                <c:pt idx="104">
                  <c:v>-0.02</c:v>
                </c:pt>
                <c:pt idx="105">
                  <c:v>-0.022</c:v>
                </c:pt>
                <c:pt idx="106">
                  <c:v>-0.035</c:v>
                </c:pt>
                <c:pt idx="107">
                  <c:v>-0.042</c:v>
                </c:pt>
                <c:pt idx="108">
                  <c:v>-0.035</c:v>
                </c:pt>
                <c:pt idx="109">
                  <c:v>-0.028</c:v>
                </c:pt>
                <c:pt idx="110">
                  <c:v>-0.024</c:v>
                </c:pt>
                <c:pt idx="111">
                  <c:v>-0.023</c:v>
                </c:pt>
                <c:pt idx="112">
                  <c:v>-0.031</c:v>
                </c:pt>
                <c:pt idx="113">
                  <c:v>-0.023</c:v>
                </c:pt>
                <c:pt idx="114">
                  <c:v>-0.018</c:v>
                </c:pt>
                <c:pt idx="115">
                  <c:v>-0.033</c:v>
                </c:pt>
                <c:pt idx="116">
                  <c:v>-0.024</c:v>
                </c:pt>
                <c:pt idx="117">
                  <c:v>-0.024</c:v>
                </c:pt>
                <c:pt idx="118">
                  <c:v>-0.028</c:v>
                </c:pt>
                <c:pt idx="119">
                  <c:v>-0.029</c:v>
                </c:pt>
                <c:pt idx="120">
                  <c:v>-0.031</c:v>
                </c:pt>
                <c:pt idx="121">
                  <c:v>-0.024</c:v>
                </c:pt>
                <c:pt idx="122">
                  <c:v>-0.026</c:v>
                </c:pt>
                <c:pt idx="123">
                  <c:v>-0.022</c:v>
                </c:pt>
                <c:pt idx="124">
                  <c:v>-0.018</c:v>
                </c:pt>
                <c:pt idx="125">
                  <c:v>-0.028</c:v>
                </c:pt>
                <c:pt idx="126">
                  <c:v>-0.03</c:v>
                </c:pt>
                <c:pt idx="127">
                  <c:v>-0.041</c:v>
                </c:pt>
                <c:pt idx="128">
                  <c:v>-0.037</c:v>
                </c:pt>
                <c:pt idx="129">
                  <c:v>-0.042</c:v>
                </c:pt>
                <c:pt idx="130">
                  <c:v>-0.042</c:v>
                </c:pt>
                <c:pt idx="131">
                  <c:v>-0.037</c:v>
                </c:pt>
                <c:pt idx="132">
                  <c:v>-0.033</c:v>
                </c:pt>
                <c:pt idx="133">
                  <c:v>-0.028</c:v>
                </c:pt>
                <c:pt idx="134">
                  <c:v>-0.033</c:v>
                </c:pt>
                <c:pt idx="135">
                  <c:v>-0.035</c:v>
                </c:pt>
                <c:pt idx="136">
                  <c:v>-0.017</c:v>
                </c:pt>
                <c:pt idx="137">
                  <c:v>-0.023</c:v>
                </c:pt>
                <c:pt idx="138">
                  <c:v>-0.021</c:v>
                </c:pt>
                <c:pt idx="139">
                  <c:v>-0.034</c:v>
                </c:pt>
                <c:pt idx="140">
                  <c:v>-0.026</c:v>
                </c:pt>
                <c:pt idx="141">
                  <c:v>-0.025</c:v>
                </c:pt>
                <c:pt idx="142">
                  <c:v>-0.03</c:v>
                </c:pt>
                <c:pt idx="143">
                  <c:v>-0.038</c:v>
                </c:pt>
                <c:pt idx="144">
                  <c:v>-0.048</c:v>
                </c:pt>
                <c:pt idx="145">
                  <c:v>-0.045</c:v>
                </c:pt>
                <c:pt idx="146">
                  <c:v>-0.055</c:v>
                </c:pt>
                <c:pt idx="147">
                  <c:v>-0.036</c:v>
                </c:pt>
                <c:pt idx="148">
                  <c:v>-0.033</c:v>
                </c:pt>
                <c:pt idx="149">
                  <c:v>-0.033</c:v>
                </c:pt>
                <c:pt idx="150">
                  <c:v>-0.033</c:v>
                </c:pt>
                <c:pt idx="151">
                  <c:v>-0.043</c:v>
                </c:pt>
                <c:pt idx="152">
                  <c:v>-0.033</c:v>
                </c:pt>
                <c:pt idx="153">
                  <c:v>-0.039</c:v>
                </c:pt>
                <c:pt idx="154">
                  <c:v>-0.033</c:v>
                </c:pt>
                <c:pt idx="155">
                  <c:v>-0.038</c:v>
                </c:pt>
                <c:pt idx="156">
                  <c:v>-0.047</c:v>
                </c:pt>
                <c:pt idx="157">
                  <c:v>-0.037</c:v>
                </c:pt>
                <c:pt idx="158">
                  <c:v>-0.031</c:v>
                </c:pt>
                <c:pt idx="159">
                  <c:v>-0.039</c:v>
                </c:pt>
                <c:pt idx="160">
                  <c:v>-0.046</c:v>
                </c:pt>
                <c:pt idx="161">
                  <c:v>-0.037</c:v>
                </c:pt>
                <c:pt idx="162">
                  <c:v>-0.043</c:v>
                </c:pt>
                <c:pt idx="163">
                  <c:v>-0.029</c:v>
                </c:pt>
                <c:pt idx="164">
                  <c:v>-0.038</c:v>
                </c:pt>
                <c:pt idx="165">
                  <c:v>-0.032</c:v>
                </c:pt>
                <c:pt idx="166">
                  <c:v>-0.039</c:v>
                </c:pt>
                <c:pt idx="167">
                  <c:v>-0.035</c:v>
                </c:pt>
                <c:pt idx="168">
                  <c:v>-0.04</c:v>
                </c:pt>
                <c:pt idx="169">
                  <c:v>-0.038</c:v>
                </c:pt>
                <c:pt idx="170">
                  <c:v>-0.03</c:v>
                </c:pt>
                <c:pt idx="171">
                  <c:v>-0.031</c:v>
                </c:pt>
                <c:pt idx="172">
                  <c:v>-0.027</c:v>
                </c:pt>
                <c:pt idx="173">
                  <c:v>-0.033</c:v>
                </c:pt>
                <c:pt idx="174">
                  <c:v>-0.035</c:v>
                </c:pt>
                <c:pt idx="175">
                  <c:v>-0.043</c:v>
                </c:pt>
                <c:pt idx="176">
                  <c:v>-0.034</c:v>
                </c:pt>
                <c:pt idx="177">
                  <c:v>-0.029</c:v>
                </c:pt>
                <c:pt idx="178">
                  <c:v>-0.043</c:v>
                </c:pt>
                <c:pt idx="179">
                  <c:v>-0.044</c:v>
                </c:pt>
                <c:pt idx="180">
                  <c:v>-0.044</c:v>
                </c:pt>
                <c:pt idx="181">
                  <c:v>-0.029</c:v>
                </c:pt>
                <c:pt idx="182">
                  <c:v>-0.019</c:v>
                </c:pt>
                <c:pt idx="183">
                  <c:v>-0.019</c:v>
                </c:pt>
                <c:pt idx="184">
                  <c:v>-0.016</c:v>
                </c:pt>
                <c:pt idx="185">
                  <c:v>-0.036</c:v>
                </c:pt>
                <c:pt idx="186">
                  <c:v>-0.03</c:v>
                </c:pt>
                <c:pt idx="187">
                  <c:v>-0.035</c:v>
                </c:pt>
                <c:pt idx="188">
                  <c:v>-0.039</c:v>
                </c:pt>
                <c:pt idx="189">
                  <c:v>-0.037</c:v>
                </c:pt>
                <c:pt idx="190">
                  <c:v>-0.037</c:v>
                </c:pt>
                <c:pt idx="191">
                  <c:v>-0.031</c:v>
                </c:pt>
                <c:pt idx="192">
                  <c:v>-0.038</c:v>
                </c:pt>
                <c:pt idx="193">
                  <c:v>-0.043</c:v>
                </c:pt>
                <c:pt idx="194">
                  <c:v>-0.031</c:v>
                </c:pt>
                <c:pt idx="195">
                  <c:v>-0.029</c:v>
                </c:pt>
                <c:pt idx="196">
                  <c:v>-0.026</c:v>
                </c:pt>
                <c:pt idx="197">
                  <c:v>-0.035</c:v>
                </c:pt>
                <c:pt idx="198">
                  <c:v>-0.034</c:v>
                </c:pt>
                <c:pt idx="199">
                  <c:v>-0.037</c:v>
                </c:pt>
                <c:pt idx="200">
                  <c:v>-0.039</c:v>
                </c:pt>
                <c:pt idx="201">
                  <c:v>-0.035</c:v>
                </c:pt>
                <c:pt idx="202">
                  <c:v>-0.03</c:v>
                </c:pt>
                <c:pt idx="203">
                  <c:v>-0.034</c:v>
                </c:pt>
                <c:pt idx="204">
                  <c:v>-0.036</c:v>
                </c:pt>
                <c:pt idx="205">
                  <c:v>-0.042</c:v>
                </c:pt>
                <c:pt idx="206">
                  <c:v>-0.044</c:v>
                </c:pt>
                <c:pt idx="207">
                  <c:v>-0.039</c:v>
                </c:pt>
                <c:pt idx="208">
                  <c:v>-0.033</c:v>
                </c:pt>
                <c:pt idx="209">
                  <c:v>-0.046</c:v>
                </c:pt>
                <c:pt idx="210">
                  <c:v>-0.042</c:v>
                </c:pt>
                <c:pt idx="211">
                  <c:v>-0.045</c:v>
                </c:pt>
                <c:pt idx="212">
                  <c:v>-0.016</c:v>
                </c:pt>
                <c:pt idx="213">
                  <c:v>-0.035</c:v>
                </c:pt>
                <c:pt idx="214">
                  <c:v>-0.036</c:v>
                </c:pt>
                <c:pt idx="215">
                  <c:v>-0.04</c:v>
                </c:pt>
                <c:pt idx="216">
                  <c:v>-0.031</c:v>
                </c:pt>
                <c:pt idx="217">
                  <c:v>-0.034</c:v>
                </c:pt>
                <c:pt idx="218">
                  <c:v>-0.042</c:v>
                </c:pt>
                <c:pt idx="219">
                  <c:v>-0.053</c:v>
                </c:pt>
                <c:pt idx="220">
                  <c:v>-0.052</c:v>
                </c:pt>
                <c:pt idx="221">
                  <c:v>-0.042</c:v>
                </c:pt>
                <c:pt idx="222">
                  <c:v>-0.049</c:v>
                </c:pt>
                <c:pt idx="223">
                  <c:v>-0.035</c:v>
                </c:pt>
                <c:pt idx="224">
                  <c:v>-0.033</c:v>
                </c:pt>
                <c:pt idx="225">
                  <c:v>-0.028</c:v>
                </c:pt>
                <c:pt idx="226">
                  <c:v>-0.042</c:v>
                </c:pt>
                <c:pt idx="227">
                  <c:v>-0.037</c:v>
                </c:pt>
                <c:pt idx="228">
                  <c:v>-0.033</c:v>
                </c:pt>
                <c:pt idx="229">
                  <c:v>-0.022</c:v>
                </c:pt>
                <c:pt idx="230">
                  <c:v>-0.023</c:v>
                </c:pt>
                <c:pt idx="231">
                  <c:v>-0.027</c:v>
                </c:pt>
                <c:pt idx="232">
                  <c:v>-0.034</c:v>
                </c:pt>
                <c:pt idx="233">
                  <c:v>-0.034</c:v>
                </c:pt>
                <c:pt idx="234">
                  <c:v>-0.032</c:v>
                </c:pt>
                <c:pt idx="235">
                  <c:v>-0.03</c:v>
                </c:pt>
                <c:pt idx="236">
                  <c:v>-0.055</c:v>
                </c:pt>
                <c:pt idx="237">
                  <c:v>-0.051</c:v>
                </c:pt>
                <c:pt idx="238">
                  <c:v>-0.057</c:v>
                </c:pt>
                <c:pt idx="239">
                  <c:v>-0.031</c:v>
                </c:pt>
                <c:pt idx="240">
                  <c:v>-0.038</c:v>
                </c:pt>
                <c:pt idx="241">
                  <c:v>-0.035</c:v>
                </c:pt>
                <c:pt idx="242">
                  <c:v>-0.035</c:v>
                </c:pt>
                <c:pt idx="243">
                  <c:v>-0.036</c:v>
                </c:pt>
                <c:pt idx="244">
                  <c:v>-0.043</c:v>
                </c:pt>
                <c:pt idx="245">
                  <c:v>-0.044</c:v>
                </c:pt>
                <c:pt idx="246">
                  <c:v>-0.041</c:v>
                </c:pt>
                <c:pt idx="247">
                  <c:v>-0.042</c:v>
                </c:pt>
                <c:pt idx="248">
                  <c:v>-0.042</c:v>
                </c:pt>
                <c:pt idx="249">
                  <c:v>-0.033</c:v>
                </c:pt>
                <c:pt idx="250">
                  <c:v>-0.033</c:v>
                </c:pt>
                <c:pt idx="251">
                  <c:v>-0.033</c:v>
                </c:pt>
                <c:pt idx="252">
                  <c:v>-0.039</c:v>
                </c:pt>
                <c:pt idx="253">
                  <c:v>-0.044</c:v>
                </c:pt>
                <c:pt idx="254">
                  <c:v>-0.04</c:v>
                </c:pt>
                <c:pt idx="255">
                  <c:v>-0.04</c:v>
                </c:pt>
                <c:pt idx="256">
                  <c:v>-0.047</c:v>
                </c:pt>
                <c:pt idx="257">
                  <c:v>-0.058</c:v>
                </c:pt>
                <c:pt idx="258">
                  <c:v>-0.054</c:v>
                </c:pt>
                <c:pt idx="259">
                  <c:v>-0.054</c:v>
                </c:pt>
                <c:pt idx="260">
                  <c:v>-0.036</c:v>
                </c:pt>
                <c:pt idx="261">
                  <c:v>-0.041</c:v>
                </c:pt>
                <c:pt idx="262">
                  <c:v>-0.053</c:v>
                </c:pt>
                <c:pt idx="263">
                  <c:v>-0.054</c:v>
                </c:pt>
                <c:pt idx="264">
                  <c:v>-0.056</c:v>
                </c:pt>
                <c:pt idx="265">
                  <c:v>-0.048</c:v>
                </c:pt>
                <c:pt idx="266">
                  <c:v>-0.056</c:v>
                </c:pt>
                <c:pt idx="267">
                  <c:v>-0.053</c:v>
                </c:pt>
                <c:pt idx="268">
                  <c:v>-0.053</c:v>
                </c:pt>
                <c:pt idx="269">
                  <c:v>-0.053</c:v>
                </c:pt>
                <c:pt idx="270">
                  <c:v>-0.052</c:v>
                </c:pt>
                <c:pt idx="271">
                  <c:v>-0.052</c:v>
                </c:pt>
                <c:pt idx="272">
                  <c:v>-0.049</c:v>
                </c:pt>
                <c:pt idx="273">
                  <c:v>-0.048</c:v>
                </c:pt>
                <c:pt idx="274">
                  <c:v>-0.053</c:v>
                </c:pt>
                <c:pt idx="275">
                  <c:v>-0.051</c:v>
                </c:pt>
                <c:pt idx="276">
                  <c:v>-0.045</c:v>
                </c:pt>
                <c:pt idx="277">
                  <c:v>-0.034</c:v>
                </c:pt>
                <c:pt idx="278">
                  <c:v>-0.048</c:v>
                </c:pt>
                <c:pt idx="279">
                  <c:v>-0.056</c:v>
                </c:pt>
                <c:pt idx="280">
                  <c:v>-0.058</c:v>
                </c:pt>
                <c:pt idx="281">
                  <c:v>-0.059</c:v>
                </c:pt>
                <c:pt idx="282">
                  <c:v>-0.052</c:v>
                </c:pt>
                <c:pt idx="283">
                  <c:v>-0.06</c:v>
                </c:pt>
                <c:pt idx="284">
                  <c:v>-0.059</c:v>
                </c:pt>
                <c:pt idx="285">
                  <c:v>-0.07</c:v>
                </c:pt>
                <c:pt idx="286">
                  <c:v>-0.065</c:v>
                </c:pt>
                <c:pt idx="287">
                  <c:v>-0.073</c:v>
                </c:pt>
                <c:pt idx="288">
                  <c:v>-0.061</c:v>
                </c:pt>
                <c:pt idx="289">
                  <c:v>-0.052</c:v>
                </c:pt>
                <c:pt idx="290">
                  <c:v>-0.045</c:v>
                </c:pt>
                <c:pt idx="291">
                  <c:v>-0.054</c:v>
                </c:pt>
                <c:pt idx="292">
                  <c:v>-0.058</c:v>
                </c:pt>
                <c:pt idx="293">
                  <c:v>-0.057</c:v>
                </c:pt>
                <c:pt idx="294">
                  <c:v>-0.046</c:v>
                </c:pt>
                <c:pt idx="295">
                  <c:v>-0.062</c:v>
                </c:pt>
                <c:pt idx="296">
                  <c:v>-0.06</c:v>
                </c:pt>
                <c:pt idx="297">
                  <c:v>-0.08</c:v>
                </c:pt>
                <c:pt idx="298">
                  <c:v>-0.076</c:v>
                </c:pt>
                <c:pt idx="299">
                  <c:v>-0.073</c:v>
                </c:pt>
                <c:pt idx="300">
                  <c:v>-0.071</c:v>
                </c:pt>
                <c:pt idx="301">
                  <c:v>-0.061</c:v>
                </c:pt>
                <c:pt idx="302">
                  <c:v>-0.06</c:v>
                </c:pt>
                <c:pt idx="303">
                  <c:v>-0.07</c:v>
                </c:pt>
                <c:pt idx="304">
                  <c:v>-0.068</c:v>
                </c:pt>
                <c:pt idx="305">
                  <c:v>-0.07</c:v>
                </c:pt>
                <c:pt idx="306">
                  <c:v>-0.066</c:v>
                </c:pt>
                <c:pt idx="307">
                  <c:v>-0.069</c:v>
                </c:pt>
                <c:pt idx="308">
                  <c:v>-0.068</c:v>
                </c:pt>
                <c:pt idx="309">
                  <c:v>-0.071</c:v>
                </c:pt>
                <c:pt idx="310">
                  <c:v>-0.079</c:v>
                </c:pt>
                <c:pt idx="311">
                  <c:v>-0.08</c:v>
                </c:pt>
                <c:pt idx="312">
                  <c:v>-0.079</c:v>
                </c:pt>
                <c:pt idx="313">
                  <c:v>-0.075</c:v>
                </c:pt>
                <c:pt idx="314">
                  <c:v>-0.07</c:v>
                </c:pt>
                <c:pt idx="315">
                  <c:v>-0.077</c:v>
                </c:pt>
                <c:pt idx="316">
                  <c:v>-0.091</c:v>
                </c:pt>
                <c:pt idx="317">
                  <c:v>-0.089</c:v>
                </c:pt>
                <c:pt idx="318">
                  <c:v>-0.091</c:v>
                </c:pt>
                <c:pt idx="319">
                  <c:v>-0.074</c:v>
                </c:pt>
                <c:pt idx="320">
                  <c:v>-0.083</c:v>
                </c:pt>
                <c:pt idx="321">
                  <c:v>-0.088</c:v>
                </c:pt>
                <c:pt idx="322">
                  <c:v>-0.102</c:v>
                </c:pt>
                <c:pt idx="323">
                  <c:v>-0.096</c:v>
                </c:pt>
                <c:pt idx="324">
                  <c:v>-0.097</c:v>
                </c:pt>
                <c:pt idx="325">
                  <c:v>-0.095</c:v>
                </c:pt>
                <c:pt idx="326">
                  <c:v>-0.085</c:v>
                </c:pt>
                <c:pt idx="327">
                  <c:v>-0.084</c:v>
                </c:pt>
                <c:pt idx="328">
                  <c:v>-0.08</c:v>
                </c:pt>
                <c:pt idx="329">
                  <c:v>-0.093</c:v>
                </c:pt>
                <c:pt idx="330">
                  <c:v>-0.089</c:v>
                </c:pt>
                <c:pt idx="331">
                  <c:v>-0.095</c:v>
                </c:pt>
                <c:pt idx="332">
                  <c:v>-0.093</c:v>
                </c:pt>
                <c:pt idx="333">
                  <c:v>-0.097</c:v>
                </c:pt>
                <c:pt idx="334">
                  <c:v>-0.095</c:v>
                </c:pt>
                <c:pt idx="335">
                  <c:v>-0.093</c:v>
                </c:pt>
                <c:pt idx="336">
                  <c:v>-0.093</c:v>
                </c:pt>
                <c:pt idx="337">
                  <c:v>-0.094</c:v>
                </c:pt>
                <c:pt idx="338">
                  <c:v>-0.091</c:v>
                </c:pt>
                <c:pt idx="339">
                  <c:v>-0.096</c:v>
                </c:pt>
                <c:pt idx="340">
                  <c:v>-0.1</c:v>
                </c:pt>
                <c:pt idx="341">
                  <c:v>-0.11</c:v>
                </c:pt>
                <c:pt idx="342">
                  <c:v>-0.169</c:v>
                </c:pt>
                <c:pt idx="343">
                  <c:v>-0.168</c:v>
                </c:pt>
                <c:pt idx="344">
                  <c:v>-0.17</c:v>
                </c:pt>
                <c:pt idx="345">
                  <c:v>-0.164</c:v>
                </c:pt>
                <c:pt idx="346">
                  <c:v>-0.158</c:v>
                </c:pt>
                <c:pt idx="347">
                  <c:v>-0.17</c:v>
                </c:pt>
                <c:pt idx="348">
                  <c:v>-0.177</c:v>
                </c:pt>
                <c:pt idx="349">
                  <c:v>-0.172</c:v>
                </c:pt>
                <c:pt idx="350">
                  <c:v>-0.174</c:v>
                </c:pt>
                <c:pt idx="351">
                  <c:v>-0.17</c:v>
                </c:pt>
                <c:pt idx="352">
                  <c:v>-0.178</c:v>
                </c:pt>
                <c:pt idx="353">
                  <c:v>-0.18</c:v>
                </c:pt>
                <c:pt idx="354">
                  <c:v>-0.18</c:v>
                </c:pt>
                <c:pt idx="355">
                  <c:v>-0.183</c:v>
                </c:pt>
                <c:pt idx="356">
                  <c:v>-0.174</c:v>
                </c:pt>
                <c:pt idx="357">
                  <c:v>-0.17</c:v>
                </c:pt>
                <c:pt idx="358">
                  <c:v>-0.167</c:v>
                </c:pt>
                <c:pt idx="359">
                  <c:v>-0.159</c:v>
                </c:pt>
                <c:pt idx="360">
                  <c:v>-0.168</c:v>
                </c:pt>
                <c:pt idx="361">
                  <c:v>-0.166</c:v>
                </c:pt>
                <c:pt idx="362">
                  <c:v>-0.165</c:v>
                </c:pt>
                <c:pt idx="363">
                  <c:v>-0.159</c:v>
                </c:pt>
                <c:pt idx="364">
                  <c:v>-0.153</c:v>
                </c:pt>
                <c:pt idx="365">
                  <c:v>-0.146</c:v>
                </c:pt>
                <c:pt idx="366">
                  <c:v>-0.158</c:v>
                </c:pt>
                <c:pt idx="367">
                  <c:v>-0.161</c:v>
                </c:pt>
                <c:pt idx="368">
                  <c:v>-0.163</c:v>
                </c:pt>
                <c:pt idx="369">
                  <c:v>-0.156</c:v>
                </c:pt>
                <c:pt idx="370">
                  <c:v>-0.143</c:v>
                </c:pt>
                <c:pt idx="371">
                  <c:v>-0.142</c:v>
                </c:pt>
                <c:pt idx="372">
                  <c:v>-0.134</c:v>
                </c:pt>
                <c:pt idx="373">
                  <c:v>-0.125</c:v>
                </c:pt>
                <c:pt idx="374">
                  <c:v>-0.122</c:v>
                </c:pt>
                <c:pt idx="375">
                  <c:v>-0.12</c:v>
                </c:pt>
                <c:pt idx="376">
                  <c:v>-0.128</c:v>
                </c:pt>
                <c:pt idx="377">
                  <c:v>-0.122</c:v>
                </c:pt>
                <c:pt idx="378">
                  <c:v>-0.115</c:v>
                </c:pt>
                <c:pt idx="379">
                  <c:v>-0.104</c:v>
                </c:pt>
                <c:pt idx="380">
                  <c:v>-0.117</c:v>
                </c:pt>
                <c:pt idx="381">
                  <c:v>-0.121</c:v>
                </c:pt>
                <c:pt idx="382">
                  <c:v>-0.117</c:v>
                </c:pt>
                <c:pt idx="383">
                  <c:v>-0.111</c:v>
                </c:pt>
                <c:pt idx="384">
                  <c:v>-0.106</c:v>
                </c:pt>
                <c:pt idx="385">
                  <c:v>-0.104</c:v>
                </c:pt>
                <c:pt idx="386">
                  <c:v>-0.112</c:v>
                </c:pt>
                <c:pt idx="387">
                  <c:v>-0.108</c:v>
                </c:pt>
                <c:pt idx="388">
                  <c:v>-0.11</c:v>
                </c:pt>
                <c:pt idx="389">
                  <c:v>-0.101</c:v>
                </c:pt>
                <c:pt idx="390">
                  <c:v>-0.102</c:v>
                </c:pt>
                <c:pt idx="391">
                  <c:v>-0.099</c:v>
                </c:pt>
                <c:pt idx="392">
                  <c:v>-0.102</c:v>
                </c:pt>
                <c:pt idx="393">
                  <c:v>-0.106</c:v>
                </c:pt>
                <c:pt idx="394">
                  <c:v>-0.101</c:v>
                </c:pt>
                <c:pt idx="395">
                  <c:v>-0.095</c:v>
                </c:pt>
                <c:pt idx="396">
                  <c:v>-0.085</c:v>
                </c:pt>
                <c:pt idx="397">
                  <c:v>-0.083</c:v>
                </c:pt>
                <c:pt idx="398">
                  <c:v>-0.081</c:v>
                </c:pt>
                <c:pt idx="399">
                  <c:v>-0.081</c:v>
                </c:pt>
                <c:pt idx="400">
                  <c:v>-0.101</c:v>
                </c:pt>
                <c:pt idx="401">
                  <c:v>-0.097</c:v>
                </c:pt>
                <c:pt idx="402">
                  <c:v>-0.089</c:v>
                </c:pt>
                <c:pt idx="403">
                  <c:v>-0.098</c:v>
                </c:pt>
                <c:pt idx="404">
                  <c:v>-0.106</c:v>
                </c:pt>
                <c:pt idx="405">
                  <c:v>-0.104</c:v>
                </c:pt>
                <c:pt idx="406">
                  <c:v>-0.115</c:v>
                </c:pt>
                <c:pt idx="407">
                  <c:v>-0.113</c:v>
                </c:pt>
                <c:pt idx="408">
                  <c:v>-0.118</c:v>
                </c:pt>
                <c:pt idx="409">
                  <c:v>-0.119</c:v>
                </c:pt>
                <c:pt idx="410">
                  <c:v>-0.125</c:v>
                </c:pt>
                <c:pt idx="411">
                  <c:v>-0.128</c:v>
                </c:pt>
                <c:pt idx="412">
                  <c:v>-0.126</c:v>
                </c:pt>
                <c:pt idx="413">
                  <c:v>-0.126</c:v>
                </c:pt>
                <c:pt idx="414">
                  <c:v>-0.135</c:v>
                </c:pt>
                <c:pt idx="415">
                  <c:v>-0.133</c:v>
                </c:pt>
                <c:pt idx="416">
                  <c:v>-0.132</c:v>
                </c:pt>
                <c:pt idx="417">
                  <c:v>-0.134</c:v>
                </c:pt>
                <c:pt idx="418">
                  <c:v>-0.131</c:v>
                </c:pt>
                <c:pt idx="419">
                  <c:v>-0.135</c:v>
                </c:pt>
                <c:pt idx="420">
                  <c:v>-0.132</c:v>
                </c:pt>
                <c:pt idx="421">
                  <c:v>-0.135</c:v>
                </c:pt>
                <c:pt idx="422">
                  <c:v>-0.135</c:v>
                </c:pt>
                <c:pt idx="423">
                  <c:v>-0.129</c:v>
                </c:pt>
                <c:pt idx="424">
                  <c:v>-0.126</c:v>
                </c:pt>
                <c:pt idx="425">
                  <c:v>-0.126</c:v>
                </c:pt>
                <c:pt idx="426">
                  <c:v>-0.131</c:v>
                </c:pt>
                <c:pt idx="427">
                  <c:v>-0.147</c:v>
                </c:pt>
                <c:pt idx="428">
                  <c:v>-0.152</c:v>
                </c:pt>
                <c:pt idx="429">
                  <c:v>-0.144</c:v>
                </c:pt>
                <c:pt idx="430">
                  <c:v>-0.141</c:v>
                </c:pt>
                <c:pt idx="431">
                  <c:v>-0.151</c:v>
                </c:pt>
                <c:pt idx="432">
                  <c:v>-0.155</c:v>
                </c:pt>
                <c:pt idx="433">
                  <c:v>-0.158</c:v>
                </c:pt>
                <c:pt idx="434">
                  <c:v>-0.15</c:v>
                </c:pt>
                <c:pt idx="435">
                  <c:v>-0.157</c:v>
                </c:pt>
                <c:pt idx="436">
                  <c:v>-0.143</c:v>
                </c:pt>
                <c:pt idx="437">
                  <c:v>-0.129</c:v>
                </c:pt>
                <c:pt idx="438">
                  <c:v>-0.119</c:v>
                </c:pt>
                <c:pt idx="439">
                  <c:v>-0.103</c:v>
                </c:pt>
                <c:pt idx="440">
                  <c:v>-0.093</c:v>
                </c:pt>
                <c:pt idx="441">
                  <c:v>-0.094</c:v>
                </c:pt>
                <c:pt idx="442">
                  <c:v>-0.089</c:v>
                </c:pt>
                <c:pt idx="443">
                  <c:v>-0.089</c:v>
                </c:pt>
                <c:pt idx="444">
                  <c:v>-0.087</c:v>
                </c:pt>
                <c:pt idx="445">
                  <c:v>-0.082</c:v>
                </c:pt>
                <c:pt idx="446">
                  <c:v>-0.073</c:v>
                </c:pt>
                <c:pt idx="447">
                  <c:v>-0.067</c:v>
                </c:pt>
                <c:pt idx="448">
                  <c:v>-0.07</c:v>
                </c:pt>
                <c:pt idx="449">
                  <c:v>-0.09</c:v>
                </c:pt>
                <c:pt idx="450">
                  <c:v>-0.098</c:v>
                </c:pt>
                <c:pt idx="451">
                  <c:v>-0.112</c:v>
                </c:pt>
                <c:pt idx="452">
                  <c:v>-0.137</c:v>
                </c:pt>
                <c:pt idx="453">
                  <c:v>-0.12</c:v>
                </c:pt>
                <c:pt idx="454">
                  <c:v>-0.1</c:v>
                </c:pt>
                <c:pt idx="455">
                  <c:v>-0.087</c:v>
                </c:pt>
                <c:pt idx="456">
                  <c:v>-0.082</c:v>
                </c:pt>
                <c:pt idx="457">
                  <c:v>-0.063</c:v>
                </c:pt>
                <c:pt idx="458">
                  <c:v>-0.086</c:v>
                </c:pt>
                <c:pt idx="459">
                  <c:v>-0.114</c:v>
                </c:pt>
                <c:pt idx="460">
                  <c:v>-0.103</c:v>
                </c:pt>
                <c:pt idx="461">
                  <c:v>-0.108</c:v>
                </c:pt>
                <c:pt idx="462">
                  <c:v>-0.095</c:v>
                </c:pt>
                <c:pt idx="463">
                  <c:v>-0.088</c:v>
                </c:pt>
                <c:pt idx="464">
                  <c:v>-0.075</c:v>
                </c:pt>
                <c:pt idx="465">
                  <c:v>-0.074</c:v>
                </c:pt>
                <c:pt idx="466">
                  <c:v>-0.136</c:v>
                </c:pt>
                <c:pt idx="467">
                  <c:v>-0.172</c:v>
                </c:pt>
                <c:pt idx="468">
                  <c:v>-0.22</c:v>
                </c:pt>
                <c:pt idx="469">
                  <c:v>-0.309</c:v>
                </c:pt>
                <c:pt idx="470">
                  <c:v>-0.353</c:v>
                </c:pt>
                <c:pt idx="471">
                  <c:v>-0.187</c:v>
                </c:pt>
                <c:pt idx="472">
                  <c:v>-0.169</c:v>
                </c:pt>
                <c:pt idx="473">
                  <c:v>-0.202</c:v>
                </c:pt>
                <c:pt idx="474">
                  <c:v>-0.257</c:v>
                </c:pt>
                <c:pt idx="475">
                  <c:v>-0.305</c:v>
                </c:pt>
                <c:pt idx="476">
                  <c:v>-0.392</c:v>
                </c:pt>
                <c:pt idx="477">
                  <c:v>-0.345</c:v>
                </c:pt>
                <c:pt idx="478">
                  <c:v>-0.423</c:v>
                </c:pt>
                <c:pt idx="479">
                  <c:v>-0.509</c:v>
                </c:pt>
                <c:pt idx="480">
                  <c:v>-0.493</c:v>
                </c:pt>
              </c:numCache>
            </c:numRef>
          </c:yVal>
          <c:smooth val="0"/>
        </c:ser>
        <c:ser>
          <c:idx val="3"/>
          <c:order val="3"/>
          <c:tx>
            <c:strRef>
              <c:f>Sheet1!$E$1</c:f>
              <c:strCache>
                <c:ptCount val="1"/>
                <c:pt idx="0">
                  <c:v>B4</c:v>
                </c:pt>
              </c:strCache>
            </c:strRef>
          </c:tx>
          <c:spPr>
            <a:solidFill>
              <a:srgbClr val="5E6E70"/>
            </a:solidFill>
            <a:ln w="25400" cap="flat">
              <a:solidFill>
                <a:srgbClr val="5E6E70"/>
              </a:solidFill>
              <a:prstDash val="solid"/>
              <a:round/>
            </a:ln>
            <a:effectLst/>
          </c:spPr>
          <c:marker>
            <c:symbol val="none"/>
            <c:size val="6"/>
            <c:spPr>
              <a:solidFill>
                <a:srgbClr val="5E6E70"/>
              </a:solidFill>
              <a:ln w="9525" cap="flat">
                <a:solidFill>
                  <a:srgbClr val="5E6E70"/>
                </a:solidFill>
                <a:prstDash val="solid"/>
                <a:round/>
              </a:ln>
              <a:effectLst/>
            </c:spPr>
          </c:marker>
          <c:xVal>
            <c:numRef>
              <c:f>Sheet1!$A$2:$A$482</c:f>
              <c:numCache>
                <c:formatCode>General</c:formatCode>
                <c:ptCount val="481"/>
                <c:pt idx="0">
                  <c:v>-160</c:v>
                </c:pt>
                <c:pt idx="1">
                  <c:v>-160</c:v>
                </c:pt>
                <c:pt idx="2">
                  <c:v>-159</c:v>
                </c:pt>
                <c:pt idx="3">
                  <c:v>-159</c:v>
                </c:pt>
                <c:pt idx="4">
                  <c:v>-159</c:v>
                </c:pt>
                <c:pt idx="5">
                  <c:v>-158</c:v>
                </c:pt>
                <c:pt idx="6">
                  <c:v>-158</c:v>
                </c:pt>
                <c:pt idx="7">
                  <c:v>-158</c:v>
                </c:pt>
                <c:pt idx="8">
                  <c:v>-157</c:v>
                </c:pt>
                <c:pt idx="9">
                  <c:v>-157</c:v>
                </c:pt>
                <c:pt idx="10">
                  <c:v>-157</c:v>
                </c:pt>
                <c:pt idx="11">
                  <c:v>-156</c:v>
                </c:pt>
                <c:pt idx="12">
                  <c:v>-156</c:v>
                </c:pt>
                <c:pt idx="13">
                  <c:v>-156</c:v>
                </c:pt>
                <c:pt idx="14">
                  <c:v>-155</c:v>
                </c:pt>
                <c:pt idx="15">
                  <c:v>-155</c:v>
                </c:pt>
                <c:pt idx="16">
                  <c:v>-155</c:v>
                </c:pt>
                <c:pt idx="17">
                  <c:v>-154</c:v>
                </c:pt>
                <c:pt idx="18">
                  <c:v>-154</c:v>
                </c:pt>
                <c:pt idx="19">
                  <c:v>-154</c:v>
                </c:pt>
                <c:pt idx="20">
                  <c:v>-153</c:v>
                </c:pt>
                <c:pt idx="21">
                  <c:v>-153</c:v>
                </c:pt>
                <c:pt idx="22">
                  <c:v>-153</c:v>
                </c:pt>
                <c:pt idx="23">
                  <c:v>-152</c:v>
                </c:pt>
                <c:pt idx="24">
                  <c:v>-152</c:v>
                </c:pt>
                <c:pt idx="25">
                  <c:v>-152</c:v>
                </c:pt>
                <c:pt idx="26">
                  <c:v>-151</c:v>
                </c:pt>
                <c:pt idx="27">
                  <c:v>-151</c:v>
                </c:pt>
                <c:pt idx="28">
                  <c:v>-151</c:v>
                </c:pt>
                <c:pt idx="29">
                  <c:v>-150</c:v>
                </c:pt>
                <c:pt idx="30">
                  <c:v>-150</c:v>
                </c:pt>
                <c:pt idx="31">
                  <c:v>-150</c:v>
                </c:pt>
                <c:pt idx="32">
                  <c:v>-149</c:v>
                </c:pt>
                <c:pt idx="33">
                  <c:v>-149</c:v>
                </c:pt>
                <c:pt idx="34">
                  <c:v>-149</c:v>
                </c:pt>
                <c:pt idx="35">
                  <c:v>-148</c:v>
                </c:pt>
                <c:pt idx="36">
                  <c:v>-148</c:v>
                </c:pt>
                <c:pt idx="37">
                  <c:v>-148</c:v>
                </c:pt>
                <c:pt idx="38">
                  <c:v>-147</c:v>
                </c:pt>
                <c:pt idx="39">
                  <c:v>-147</c:v>
                </c:pt>
                <c:pt idx="40">
                  <c:v>-147</c:v>
                </c:pt>
                <c:pt idx="41">
                  <c:v>-146</c:v>
                </c:pt>
                <c:pt idx="42">
                  <c:v>-146</c:v>
                </c:pt>
                <c:pt idx="43">
                  <c:v>-146</c:v>
                </c:pt>
                <c:pt idx="44">
                  <c:v>-145</c:v>
                </c:pt>
                <c:pt idx="45">
                  <c:v>-145</c:v>
                </c:pt>
                <c:pt idx="46">
                  <c:v>-145</c:v>
                </c:pt>
                <c:pt idx="47">
                  <c:v>-144</c:v>
                </c:pt>
                <c:pt idx="48">
                  <c:v>-144</c:v>
                </c:pt>
                <c:pt idx="49">
                  <c:v>-144</c:v>
                </c:pt>
                <c:pt idx="50">
                  <c:v>-143</c:v>
                </c:pt>
                <c:pt idx="51">
                  <c:v>-143</c:v>
                </c:pt>
                <c:pt idx="52">
                  <c:v>-143</c:v>
                </c:pt>
                <c:pt idx="53">
                  <c:v>-142</c:v>
                </c:pt>
                <c:pt idx="54">
                  <c:v>-142</c:v>
                </c:pt>
                <c:pt idx="55">
                  <c:v>-142</c:v>
                </c:pt>
                <c:pt idx="56">
                  <c:v>-141</c:v>
                </c:pt>
                <c:pt idx="57">
                  <c:v>-141</c:v>
                </c:pt>
                <c:pt idx="58">
                  <c:v>-141</c:v>
                </c:pt>
                <c:pt idx="59">
                  <c:v>-140</c:v>
                </c:pt>
                <c:pt idx="60">
                  <c:v>-140</c:v>
                </c:pt>
                <c:pt idx="61">
                  <c:v>-140</c:v>
                </c:pt>
                <c:pt idx="62">
                  <c:v>-139</c:v>
                </c:pt>
                <c:pt idx="63">
                  <c:v>-139</c:v>
                </c:pt>
                <c:pt idx="64">
                  <c:v>-139</c:v>
                </c:pt>
                <c:pt idx="65">
                  <c:v>-138</c:v>
                </c:pt>
                <c:pt idx="66">
                  <c:v>-138</c:v>
                </c:pt>
                <c:pt idx="67">
                  <c:v>-138</c:v>
                </c:pt>
                <c:pt idx="68">
                  <c:v>-137</c:v>
                </c:pt>
                <c:pt idx="69">
                  <c:v>-137</c:v>
                </c:pt>
                <c:pt idx="70">
                  <c:v>-137</c:v>
                </c:pt>
                <c:pt idx="71">
                  <c:v>-136</c:v>
                </c:pt>
                <c:pt idx="72">
                  <c:v>-136</c:v>
                </c:pt>
                <c:pt idx="73">
                  <c:v>-136</c:v>
                </c:pt>
                <c:pt idx="74">
                  <c:v>-135</c:v>
                </c:pt>
                <c:pt idx="75">
                  <c:v>-135</c:v>
                </c:pt>
                <c:pt idx="76">
                  <c:v>-135</c:v>
                </c:pt>
                <c:pt idx="77">
                  <c:v>-134</c:v>
                </c:pt>
                <c:pt idx="78">
                  <c:v>-134</c:v>
                </c:pt>
                <c:pt idx="79">
                  <c:v>-134</c:v>
                </c:pt>
                <c:pt idx="80">
                  <c:v>-133</c:v>
                </c:pt>
                <c:pt idx="81">
                  <c:v>-133</c:v>
                </c:pt>
                <c:pt idx="82">
                  <c:v>-133</c:v>
                </c:pt>
                <c:pt idx="83">
                  <c:v>-132</c:v>
                </c:pt>
                <c:pt idx="84">
                  <c:v>-132</c:v>
                </c:pt>
                <c:pt idx="85">
                  <c:v>-132</c:v>
                </c:pt>
                <c:pt idx="86">
                  <c:v>-131</c:v>
                </c:pt>
                <c:pt idx="87">
                  <c:v>-131</c:v>
                </c:pt>
                <c:pt idx="88">
                  <c:v>-131</c:v>
                </c:pt>
                <c:pt idx="89">
                  <c:v>-130</c:v>
                </c:pt>
                <c:pt idx="90">
                  <c:v>-130</c:v>
                </c:pt>
                <c:pt idx="91">
                  <c:v>-130</c:v>
                </c:pt>
                <c:pt idx="92">
                  <c:v>-129</c:v>
                </c:pt>
                <c:pt idx="93">
                  <c:v>-129</c:v>
                </c:pt>
                <c:pt idx="94">
                  <c:v>-129</c:v>
                </c:pt>
                <c:pt idx="95">
                  <c:v>-128</c:v>
                </c:pt>
                <c:pt idx="96">
                  <c:v>-128</c:v>
                </c:pt>
                <c:pt idx="97">
                  <c:v>-128</c:v>
                </c:pt>
                <c:pt idx="98">
                  <c:v>-127</c:v>
                </c:pt>
                <c:pt idx="99">
                  <c:v>-127</c:v>
                </c:pt>
                <c:pt idx="100">
                  <c:v>-127</c:v>
                </c:pt>
                <c:pt idx="101">
                  <c:v>-126</c:v>
                </c:pt>
                <c:pt idx="102">
                  <c:v>-126</c:v>
                </c:pt>
                <c:pt idx="103">
                  <c:v>-126</c:v>
                </c:pt>
                <c:pt idx="104">
                  <c:v>-125</c:v>
                </c:pt>
                <c:pt idx="105">
                  <c:v>-125</c:v>
                </c:pt>
                <c:pt idx="106">
                  <c:v>-125</c:v>
                </c:pt>
                <c:pt idx="107">
                  <c:v>-124</c:v>
                </c:pt>
                <c:pt idx="108">
                  <c:v>-124</c:v>
                </c:pt>
                <c:pt idx="109">
                  <c:v>-124</c:v>
                </c:pt>
                <c:pt idx="110">
                  <c:v>-123</c:v>
                </c:pt>
                <c:pt idx="111">
                  <c:v>-123</c:v>
                </c:pt>
                <c:pt idx="112">
                  <c:v>-123</c:v>
                </c:pt>
                <c:pt idx="113">
                  <c:v>-122</c:v>
                </c:pt>
                <c:pt idx="114">
                  <c:v>-122</c:v>
                </c:pt>
                <c:pt idx="115">
                  <c:v>-122</c:v>
                </c:pt>
                <c:pt idx="116">
                  <c:v>-121</c:v>
                </c:pt>
                <c:pt idx="117">
                  <c:v>-121</c:v>
                </c:pt>
                <c:pt idx="118">
                  <c:v>-121</c:v>
                </c:pt>
                <c:pt idx="119">
                  <c:v>-120</c:v>
                </c:pt>
                <c:pt idx="120">
                  <c:v>-120</c:v>
                </c:pt>
                <c:pt idx="121">
                  <c:v>-120</c:v>
                </c:pt>
                <c:pt idx="122">
                  <c:v>-119</c:v>
                </c:pt>
                <c:pt idx="123">
                  <c:v>-119</c:v>
                </c:pt>
                <c:pt idx="124">
                  <c:v>-119</c:v>
                </c:pt>
                <c:pt idx="125">
                  <c:v>-118</c:v>
                </c:pt>
                <c:pt idx="126">
                  <c:v>-118</c:v>
                </c:pt>
                <c:pt idx="127">
                  <c:v>-118</c:v>
                </c:pt>
                <c:pt idx="128">
                  <c:v>-117</c:v>
                </c:pt>
                <c:pt idx="129">
                  <c:v>-117</c:v>
                </c:pt>
                <c:pt idx="130">
                  <c:v>-117</c:v>
                </c:pt>
                <c:pt idx="131">
                  <c:v>-116</c:v>
                </c:pt>
                <c:pt idx="132">
                  <c:v>-116</c:v>
                </c:pt>
                <c:pt idx="133">
                  <c:v>-116</c:v>
                </c:pt>
                <c:pt idx="134">
                  <c:v>-115</c:v>
                </c:pt>
                <c:pt idx="135">
                  <c:v>-115</c:v>
                </c:pt>
                <c:pt idx="136">
                  <c:v>-115</c:v>
                </c:pt>
                <c:pt idx="137">
                  <c:v>-114</c:v>
                </c:pt>
                <c:pt idx="138">
                  <c:v>-114</c:v>
                </c:pt>
                <c:pt idx="139">
                  <c:v>-114</c:v>
                </c:pt>
                <c:pt idx="140">
                  <c:v>-113</c:v>
                </c:pt>
                <c:pt idx="141">
                  <c:v>-113</c:v>
                </c:pt>
                <c:pt idx="142">
                  <c:v>-113</c:v>
                </c:pt>
                <c:pt idx="143">
                  <c:v>-112</c:v>
                </c:pt>
                <c:pt idx="144">
                  <c:v>-112</c:v>
                </c:pt>
                <c:pt idx="145">
                  <c:v>-112</c:v>
                </c:pt>
                <c:pt idx="146">
                  <c:v>-111</c:v>
                </c:pt>
                <c:pt idx="147">
                  <c:v>-111</c:v>
                </c:pt>
                <c:pt idx="148">
                  <c:v>-111</c:v>
                </c:pt>
                <c:pt idx="149">
                  <c:v>-110</c:v>
                </c:pt>
                <c:pt idx="150">
                  <c:v>-110</c:v>
                </c:pt>
                <c:pt idx="151">
                  <c:v>-110</c:v>
                </c:pt>
                <c:pt idx="152">
                  <c:v>-109</c:v>
                </c:pt>
                <c:pt idx="153">
                  <c:v>-109</c:v>
                </c:pt>
                <c:pt idx="154">
                  <c:v>-109</c:v>
                </c:pt>
                <c:pt idx="155">
                  <c:v>-108</c:v>
                </c:pt>
                <c:pt idx="156">
                  <c:v>-108</c:v>
                </c:pt>
                <c:pt idx="157">
                  <c:v>-108</c:v>
                </c:pt>
                <c:pt idx="158">
                  <c:v>-107</c:v>
                </c:pt>
                <c:pt idx="159">
                  <c:v>-107</c:v>
                </c:pt>
                <c:pt idx="160">
                  <c:v>-107</c:v>
                </c:pt>
                <c:pt idx="161">
                  <c:v>-106</c:v>
                </c:pt>
                <c:pt idx="162">
                  <c:v>-106</c:v>
                </c:pt>
                <c:pt idx="163">
                  <c:v>-106</c:v>
                </c:pt>
                <c:pt idx="164">
                  <c:v>-105</c:v>
                </c:pt>
                <c:pt idx="165">
                  <c:v>-105</c:v>
                </c:pt>
                <c:pt idx="166">
                  <c:v>-105</c:v>
                </c:pt>
                <c:pt idx="167">
                  <c:v>-104</c:v>
                </c:pt>
                <c:pt idx="168">
                  <c:v>-104</c:v>
                </c:pt>
                <c:pt idx="169">
                  <c:v>-104</c:v>
                </c:pt>
                <c:pt idx="170">
                  <c:v>-103</c:v>
                </c:pt>
                <c:pt idx="171">
                  <c:v>-103</c:v>
                </c:pt>
                <c:pt idx="172">
                  <c:v>-103</c:v>
                </c:pt>
                <c:pt idx="173">
                  <c:v>-102</c:v>
                </c:pt>
                <c:pt idx="174">
                  <c:v>-102</c:v>
                </c:pt>
                <c:pt idx="175">
                  <c:v>-102</c:v>
                </c:pt>
                <c:pt idx="176">
                  <c:v>-101</c:v>
                </c:pt>
                <c:pt idx="177">
                  <c:v>-101</c:v>
                </c:pt>
                <c:pt idx="178">
                  <c:v>-101</c:v>
                </c:pt>
                <c:pt idx="179">
                  <c:v>-100</c:v>
                </c:pt>
                <c:pt idx="180">
                  <c:v>-100</c:v>
                </c:pt>
                <c:pt idx="181">
                  <c:v>-100</c:v>
                </c:pt>
                <c:pt idx="182">
                  <c:v>-99</c:v>
                </c:pt>
                <c:pt idx="183">
                  <c:v>-99</c:v>
                </c:pt>
                <c:pt idx="184">
                  <c:v>-99</c:v>
                </c:pt>
                <c:pt idx="185">
                  <c:v>-98</c:v>
                </c:pt>
                <c:pt idx="186">
                  <c:v>-98</c:v>
                </c:pt>
                <c:pt idx="187">
                  <c:v>-98</c:v>
                </c:pt>
                <c:pt idx="188">
                  <c:v>-97</c:v>
                </c:pt>
                <c:pt idx="189">
                  <c:v>-97</c:v>
                </c:pt>
                <c:pt idx="190">
                  <c:v>-97</c:v>
                </c:pt>
                <c:pt idx="191">
                  <c:v>-96</c:v>
                </c:pt>
                <c:pt idx="192">
                  <c:v>-96</c:v>
                </c:pt>
                <c:pt idx="193">
                  <c:v>-96</c:v>
                </c:pt>
                <c:pt idx="194">
                  <c:v>-95</c:v>
                </c:pt>
                <c:pt idx="195">
                  <c:v>-95</c:v>
                </c:pt>
                <c:pt idx="196">
                  <c:v>-95</c:v>
                </c:pt>
                <c:pt idx="197">
                  <c:v>-94</c:v>
                </c:pt>
                <c:pt idx="198">
                  <c:v>-94</c:v>
                </c:pt>
                <c:pt idx="199">
                  <c:v>-94</c:v>
                </c:pt>
                <c:pt idx="200">
                  <c:v>-93</c:v>
                </c:pt>
                <c:pt idx="201">
                  <c:v>-93</c:v>
                </c:pt>
                <c:pt idx="202">
                  <c:v>-93</c:v>
                </c:pt>
                <c:pt idx="203">
                  <c:v>-92</c:v>
                </c:pt>
                <c:pt idx="204">
                  <c:v>-92</c:v>
                </c:pt>
                <c:pt idx="205">
                  <c:v>-92</c:v>
                </c:pt>
                <c:pt idx="206">
                  <c:v>-91</c:v>
                </c:pt>
                <c:pt idx="207">
                  <c:v>-91</c:v>
                </c:pt>
                <c:pt idx="208">
                  <c:v>-91</c:v>
                </c:pt>
                <c:pt idx="209">
                  <c:v>-90</c:v>
                </c:pt>
                <c:pt idx="210">
                  <c:v>-90</c:v>
                </c:pt>
                <c:pt idx="211">
                  <c:v>-90</c:v>
                </c:pt>
                <c:pt idx="212">
                  <c:v>-89</c:v>
                </c:pt>
                <c:pt idx="213">
                  <c:v>-89</c:v>
                </c:pt>
                <c:pt idx="214">
                  <c:v>-89</c:v>
                </c:pt>
                <c:pt idx="215">
                  <c:v>-88</c:v>
                </c:pt>
                <c:pt idx="216">
                  <c:v>-88</c:v>
                </c:pt>
                <c:pt idx="217">
                  <c:v>-88</c:v>
                </c:pt>
                <c:pt idx="218">
                  <c:v>-87</c:v>
                </c:pt>
                <c:pt idx="219">
                  <c:v>-87</c:v>
                </c:pt>
                <c:pt idx="220">
                  <c:v>-87</c:v>
                </c:pt>
                <c:pt idx="221">
                  <c:v>-86</c:v>
                </c:pt>
                <c:pt idx="222">
                  <c:v>-86</c:v>
                </c:pt>
                <c:pt idx="223">
                  <c:v>-86</c:v>
                </c:pt>
                <c:pt idx="224">
                  <c:v>-85</c:v>
                </c:pt>
                <c:pt idx="225">
                  <c:v>-85</c:v>
                </c:pt>
                <c:pt idx="226">
                  <c:v>-85</c:v>
                </c:pt>
                <c:pt idx="227">
                  <c:v>-84</c:v>
                </c:pt>
                <c:pt idx="228">
                  <c:v>-84</c:v>
                </c:pt>
                <c:pt idx="229">
                  <c:v>-84</c:v>
                </c:pt>
                <c:pt idx="230">
                  <c:v>-83</c:v>
                </c:pt>
                <c:pt idx="231">
                  <c:v>-83</c:v>
                </c:pt>
                <c:pt idx="232">
                  <c:v>-83</c:v>
                </c:pt>
                <c:pt idx="233">
                  <c:v>-82</c:v>
                </c:pt>
                <c:pt idx="234">
                  <c:v>-82</c:v>
                </c:pt>
                <c:pt idx="235">
                  <c:v>-82</c:v>
                </c:pt>
                <c:pt idx="236">
                  <c:v>-81</c:v>
                </c:pt>
                <c:pt idx="237">
                  <c:v>-81</c:v>
                </c:pt>
                <c:pt idx="238">
                  <c:v>-81</c:v>
                </c:pt>
                <c:pt idx="239">
                  <c:v>-80</c:v>
                </c:pt>
                <c:pt idx="240">
                  <c:v>-80</c:v>
                </c:pt>
                <c:pt idx="241">
                  <c:v>-80</c:v>
                </c:pt>
                <c:pt idx="242">
                  <c:v>-79</c:v>
                </c:pt>
                <c:pt idx="243">
                  <c:v>-79</c:v>
                </c:pt>
                <c:pt idx="244">
                  <c:v>-79</c:v>
                </c:pt>
                <c:pt idx="245">
                  <c:v>-78</c:v>
                </c:pt>
                <c:pt idx="246">
                  <c:v>-78</c:v>
                </c:pt>
                <c:pt idx="247">
                  <c:v>-78</c:v>
                </c:pt>
                <c:pt idx="248">
                  <c:v>-77</c:v>
                </c:pt>
                <c:pt idx="249">
                  <c:v>-77</c:v>
                </c:pt>
                <c:pt idx="250">
                  <c:v>-77</c:v>
                </c:pt>
                <c:pt idx="251">
                  <c:v>-76</c:v>
                </c:pt>
                <c:pt idx="252">
                  <c:v>-76</c:v>
                </c:pt>
                <c:pt idx="253">
                  <c:v>-76</c:v>
                </c:pt>
                <c:pt idx="254">
                  <c:v>-75</c:v>
                </c:pt>
                <c:pt idx="255">
                  <c:v>-75</c:v>
                </c:pt>
                <c:pt idx="256">
                  <c:v>-75</c:v>
                </c:pt>
                <c:pt idx="257">
                  <c:v>-74</c:v>
                </c:pt>
                <c:pt idx="258">
                  <c:v>-74</c:v>
                </c:pt>
                <c:pt idx="259">
                  <c:v>-74</c:v>
                </c:pt>
                <c:pt idx="260">
                  <c:v>-73</c:v>
                </c:pt>
                <c:pt idx="261">
                  <c:v>-73</c:v>
                </c:pt>
                <c:pt idx="262">
                  <c:v>-73</c:v>
                </c:pt>
                <c:pt idx="263">
                  <c:v>-72</c:v>
                </c:pt>
                <c:pt idx="264">
                  <c:v>-72</c:v>
                </c:pt>
                <c:pt idx="265">
                  <c:v>-72</c:v>
                </c:pt>
                <c:pt idx="266">
                  <c:v>-71</c:v>
                </c:pt>
                <c:pt idx="267">
                  <c:v>-71</c:v>
                </c:pt>
                <c:pt idx="268">
                  <c:v>-71</c:v>
                </c:pt>
                <c:pt idx="269">
                  <c:v>-70</c:v>
                </c:pt>
                <c:pt idx="270">
                  <c:v>-70</c:v>
                </c:pt>
                <c:pt idx="271">
                  <c:v>-70</c:v>
                </c:pt>
                <c:pt idx="272">
                  <c:v>-69</c:v>
                </c:pt>
                <c:pt idx="273">
                  <c:v>-69</c:v>
                </c:pt>
                <c:pt idx="274">
                  <c:v>-69</c:v>
                </c:pt>
                <c:pt idx="275">
                  <c:v>-68</c:v>
                </c:pt>
                <c:pt idx="276">
                  <c:v>-68</c:v>
                </c:pt>
                <c:pt idx="277">
                  <c:v>-68</c:v>
                </c:pt>
                <c:pt idx="278">
                  <c:v>-67</c:v>
                </c:pt>
                <c:pt idx="279">
                  <c:v>-67</c:v>
                </c:pt>
                <c:pt idx="280">
                  <c:v>-67</c:v>
                </c:pt>
                <c:pt idx="281">
                  <c:v>-66</c:v>
                </c:pt>
                <c:pt idx="282">
                  <c:v>-66</c:v>
                </c:pt>
                <c:pt idx="283">
                  <c:v>-66</c:v>
                </c:pt>
                <c:pt idx="284">
                  <c:v>-65</c:v>
                </c:pt>
                <c:pt idx="285">
                  <c:v>-65</c:v>
                </c:pt>
                <c:pt idx="286">
                  <c:v>-65</c:v>
                </c:pt>
                <c:pt idx="287">
                  <c:v>-64</c:v>
                </c:pt>
                <c:pt idx="288">
                  <c:v>-64</c:v>
                </c:pt>
                <c:pt idx="289">
                  <c:v>-64</c:v>
                </c:pt>
                <c:pt idx="290">
                  <c:v>-63</c:v>
                </c:pt>
                <c:pt idx="291">
                  <c:v>-63</c:v>
                </c:pt>
                <c:pt idx="292">
                  <c:v>-63</c:v>
                </c:pt>
                <c:pt idx="293">
                  <c:v>-62</c:v>
                </c:pt>
                <c:pt idx="294">
                  <c:v>-62</c:v>
                </c:pt>
                <c:pt idx="295">
                  <c:v>-62</c:v>
                </c:pt>
                <c:pt idx="296">
                  <c:v>-61</c:v>
                </c:pt>
                <c:pt idx="297">
                  <c:v>-61</c:v>
                </c:pt>
                <c:pt idx="298">
                  <c:v>-61</c:v>
                </c:pt>
                <c:pt idx="299">
                  <c:v>-60</c:v>
                </c:pt>
                <c:pt idx="300">
                  <c:v>-60</c:v>
                </c:pt>
                <c:pt idx="301">
                  <c:v>-60</c:v>
                </c:pt>
                <c:pt idx="302">
                  <c:v>-59</c:v>
                </c:pt>
                <c:pt idx="303">
                  <c:v>-59</c:v>
                </c:pt>
                <c:pt idx="304">
                  <c:v>-59</c:v>
                </c:pt>
                <c:pt idx="305">
                  <c:v>-58</c:v>
                </c:pt>
                <c:pt idx="306">
                  <c:v>-58</c:v>
                </c:pt>
                <c:pt idx="307">
                  <c:v>-58</c:v>
                </c:pt>
                <c:pt idx="308">
                  <c:v>-57</c:v>
                </c:pt>
                <c:pt idx="309">
                  <c:v>-57</c:v>
                </c:pt>
                <c:pt idx="310">
                  <c:v>-57</c:v>
                </c:pt>
                <c:pt idx="311">
                  <c:v>-56</c:v>
                </c:pt>
                <c:pt idx="312">
                  <c:v>-56</c:v>
                </c:pt>
                <c:pt idx="313">
                  <c:v>-56</c:v>
                </c:pt>
                <c:pt idx="314">
                  <c:v>-55</c:v>
                </c:pt>
                <c:pt idx="315">
                  <c:v>-55</c:v>
                </c:pt>
                <c:pt idx="316">
                  <c:v>-55</c:v>
                </c:pt>
                <c:pt idx="317">
                  <c:v>-54</c:v>
                </c:pt>
                <c:pt idx="318">
                  <c:v>-54</c:v>
                </c:pt>
                <c:pt idx="319">
                  <c:v>-54</c:v>
                </c:pt>
                <c:pt idx="320">
                  <c:v>-53</c:v>
                </c:pt>
                <c:pt idx="321">
                  <c:v>-53</c:v>
                </c:pt>
                <c:pt idx="322">
                  <c:v>-53</c:v>
                </c:pt>
                <c:pt idx="323">
                  <c:v>-52</c:v>
                </c:pt>
                <c:pt idx="324">
                  <c:v>-52</c:v>
                </c:pt>
                <c:pt idx="325">
                  <c:v>-52</c:v>
                </c:pt>
                <c:pt idx="326">
                  <c:v>-51</c:v>
                </c:pt>
                <c:pt idx="327">
                  <c:v>-51</c:v>
                </c:pt>
                <c:pt idx="328">
                  <c:v>-51</c:v>
                </c:pt>
                <c:pt idx="329">
                  <c:v>-50</c:v>
                </c:pt>
                <c:pt idx="330">
                  <c:v>-50</c:v>
                </c:pt>
                <c:pt idx="331">
                  <c:v>-50</c:v>
                </c:pt>
                <c:pt idx="332">
                  <c:v>-49</c:v>
                </c:pt>
                <c:pt idx="333">
                  <c:v>-49</c:v>
                </c:pt>
                <c:pt idx="334">
                  <c:v>-49</c:v>
                </c:pt>
                <c:pt idx="335">
                  <c:v>-48</c:v>
                </c:pt>
                <c:pt idx="336">
                  <c:v>-48</c:v>
                </c:pt>
                <c:pt idx="337">
                  <c:v>-48</c:v>
                </c:pt>
                <c:pt idx="338">
                  <c:v>-47</c:v>
                </c:pt>
                <c:pt idx="339">
                  <c:v>-47</c:v>
                </c:pt>
                <c:pt idx="340">
                  <c:v>-47</c:v>
                </c:pt>
                <c:pt idx="341">
                  <c:v>-46</c:v>
                </c:pt>
                <c:pt idx="342">
                  <c:v>-46</c:v>
                </c:pt>
                <c:pt idx="343">
                  <c:v>-46</c:v>
                </c:pt>
                <c:pt idx="344">
                  <c:v>-45</c:v>
                </c:pt>
                <c:pt idx="345">
                  <c:v>-45</c:v>
                </c:pt>
                <c:pt idx="346">
                  <c:v>-45</c:v>
                </c:pt>
                <c:pt idx="347">
                  <c:v>-44</c:v>
                </c:pt>
                <c:pt idx="348">
                  <c:v>-44</c:v>
                </c:pt>
                <c:pt idx="349">
                  <c:v>-44</c:v>
                </c:pt>
                <c:pt idx="350">
                  <c:v>-43</c:v>
                </c:pt>
                <c:pt idx="351">
                  <c:v>-43</c:v>
                </c:pt>
                <c:pt idx="352">
                  <c:v>-43</c:v>
                </c:pt>
                <c:pt idx="353">
                  <c:v>-42</c:v>
                </c:pt>
                <c:pt idx="354">
                  <c:v>-42</c:v>
                </c:pt>
                <c:pt idx="355">
                  <c:v>-42</c:v>
                </c:pt>
                <c:pt idx="356">
                  <c:v>-41</c:v>
                </c:pt>
                <c:pt idx="357">
                  <c:v>-41</c:v>
                </c:pt>
                <c:pt idx="358">
                  <c:v>-41</c:v>
                </c:pt>
                <c:pt idx="359">
                  <c:v>-40</c:v>
                </c:pt>
                <c:pt idx="360">
                  <c:v>-40</c:v>
                </c:pt>
                <c:pt idx="361">
                  <c:v>-40</c:v>
                </c:pt>
                <c:pt idx="362">
                  <c:v>-39</c:v>
                </c:pt>
                <c:pt idx="363">
                  <c:v>-39</c:v>
                </c:pt>
                <c:pt idx="364">
                  <c:v>-39</c:v>
                </c:pt>
                <c:pt idx="365">
                  <c:v>-38</c:v>
                </c:pt>
                <c:pt idx="366">
                  <c:v>-38</c:v>
                </c:pt>
                <c:pt idx="367">
                  <c:v>-38</c:v>
                </c:pt>
                <c:pt idx="368">
                  <c:v>-37</c:v>
                </c:pt>
                <c:pt idx="369">
                  <c:v>-37</c:v>
                </c:pt>
                <c:pt idx="370">
                  <c:v>-37</c:v>
                </c:pt>
                <c:pt idx="371">
                  <c:v>-36</c:v>
                </c:pt>
                <c:pt idx="372">
                  <c:v>-36</c:v>
                </c:pt>
                <c:pt idx="373">
                  <c:v>-36</c:v>
                </c:pt>
                <c:pt idx="374">
                  <c:v>-35</c:v>
                </c:pt>
                <c:pt idx="375">
                  <c:v>-35</c:v>
                </c:pt>
                <c:pt idx="376">
                  <c:v>-35</c:v>
                </c:pt>
                <c:pt idx="377">
                  <c:v>-34</c:v>
                </c:pt>
                <c:pt idx="378">
                  <c:v>-34</c:v>
                </c:pt>
                <c:pt idx="379">
                  <c:v>-34</c:v>
                </c:pt>
                <c:pt idx="380">
                  <c:v>-33</c:v>
                </c:pt>
                <c:pt idx="381">
                  <c:v>-33</c:v>
                </c:pt>
                <c:pt idx="382">
                  <c:v>-33</c:v>
                </c:pt>
                <c:pt idx="383">
                  <c:v>-32</c:v>
                </c:pt>
                <c:pt idx="384">
                  <c:v>-32</c:v>
                </c:pt>
                <c:pt idx="385">
                  <c:v>-32</c:v>
                </c:pt>
                <c:pt idx="386">
                  <c:v>-31</c:v>
                </c:pt>
                <c:pt idx="387">
                  <c:v>-31</c:v>
                </c:pt>
                <c:pt idx="388">
                  <c:v>-31</c:v>
                </c:pt>
                <c:pt idx="389">
                  <c:v>-30</c:v>
                </c:pt>
                <c:pt idx="390">
                  <c:v>-30</c:v>
                </c:pt>
                <c:pt idx="391">
                  <c:v>-30</c:v>
                </c:pt>
                <c:pt idx="392">
                  <c:v>-29</c:v>
                </c:pt>
                <c:pt idx="393">
                  <c:v>-29</c:v>
                </c:pt>
                <c:pt idx="394">
                  <c:v>-29</c:v>
                </c:pt>
                <c:pt idx="395">
                  <c:v>-28</c:v>
                </c:pt>
                <c:pt idx="396">
                  <c:v>-28</c:v>
                </c:pt>
                <c:pt idx="397">
                  <c:v>-28</c:v>
                </c:pt>
                <c:pt idx="398">
                  <c:v>-27</c:v>
                </c:pt>
                <c:pt idx="399">
                  <c:v>-27</c:v>
                </c:pt>
                <c:pt idx="400">
                  <c:v>-27</c:v>
                </c:pt>
                <c:pt idx="401">
                  <c:v>-26</c:v>
                </c:pt>
                <c:pt idx="402">
                  <c:v>-26</c:v>
                </c:pt>
                <c:pt idx="403">
                  <c:v>-26</c:v>
                </c:pt>
                <c:pt idx="404">
                  <c:v>-25</c:v>
                </c:pt>
                <c:pt idx="405">
                  <c:v>-25</c:v>
                </c:pt>
                <c:pt idx="406">
                  <c:v>-25</c:v>
                </c:pt>
                <c:pt idx="407">
                  <c:v>-24</c:v>
                </c:pt>
                <c:pt idx="408">
                  <c:v>-24</c:v>
                </c:pt>
                <c:pt idx="409">
                  <c:v>-24</c:v>
                </c:pt>
                <c:pt idx="410">
                  <c:v>-23</c:v>
                </c:pt>
                <c:pt idx="411">
                  <c:v>-23</c:v>
                </c:pt>
                <c:pt idx="412">
                  <c:v>-23</c:v>
                </c:pt>
                <c:pt idx="413">
                  <c:v>-22</c:v>
                </c:pt>
                <c:pt idx="414">
                  <c:v>-22</c:v>
                </c:pt>
                <c:pt idx="415">
                  <c:v>-22</c:v>
                </c:pt>
                <c:pt idx="416">
                  <c:v>-21</c:v>
                </c:pt>
                <c:pt idx="417">
                  <c:v>-21</c:v>
                </c:pt>
                <c:pt idx="418">
                  <c:v>-21</c:v>
                </c:pt>
                <c:pt idx="419">
                  <c:v>-20</c:v>
                </c:pt>
                <c:pt idx="420">
                  <c:v>-20</c:v>
                </c:pt>
                <c:pt idx="421">
                  <c:v>-20</c:v>
                </c:pt>
                <c:pt idx="422">
                  <c:v>-19</c:v>
                </c:pt>
                <c:pt idx="423">
                  <c:v>-19</c:v>
                </c:pt>
                <c:pt idx="424">
                  <c:v>-19</c:v>
                </c:pt>
                <c:pt idx="425">
                  <c:v>-18</c:v>
                </c:pt>
                <c:pt idx="426">
                  <c:v>-18</c:v>
                </c:pt>
                <c:pt idx="427">
                  <c:v>-18</c:v>
                </c:pt>
                <c:pt idx="428">
                  <c:v>-17</c:v>
                </c:pt>
                <c:pt idx="429">
                  <c:v>-17</c:v>
                </c:pt>
                <c:pt idx="430">
                  <c:v>-17</c:v>
                </c:pt>
                <c:pt idx="431">
                  <c:v>-16</c:v>
                </c:pt>
                <c:pt idx="432">
                  <c:v>-16</c:v>
                </c:pt>
                <c:pt idx="433">
                  <c:v>-16</c:v>
                </c:pt>
                <c:pt idx="434">
                  <c:v>-15</c:v>
                </c:pt>
                <c:pt idx="435">
                  <c:v>-15</c:v>
                </c:pt>
                <c:pt idx="436">
                  <c:v>-15</c:v>
                </c:pt>
                <c:pt idx="437">
                  <c:v>-14</c:v>
                </c:pt>
                <c:pt idx="438">
                  <c:v>-14</c:v>
                </c:pt>
                <c:pt idx="439">
                  <c:v>-14</c:v>
                </c:pt>
                <c:pt idx="440">
                  <c:v>-13</c:v>
                </c:pt>
                <c:pt idx="441">
                  <c:v>-13</c:v>
                </c:pt>
                <c:pt idx="442">
                  <c:v>-13</c:v>
                </c:pt>
                <c:pt idx="443">
                  <c:v>-12</c:v>
                </c:pt>
                <c:pt idx="444">
                  <c:v>-12</c:v>
                </c:pt>
                <c:pt idx="445">
                  <c:v>-12</c:v>
                </c:pt>
                <c:pt idx="446">
                  <c:v>-11</c:v>
                </c:pt>
                <c:pt idx="447">
                  <c:v>-11</c:v>
                </c:pt>
                <c:pt idx="448">
                  <c:v>-11</c:v>
                </c:pt>
                <c:pt idx="449">
                  <c:v>-10</c:v>
                </c:pt>
                <c:pt idx="450">
                  <c:v>-10</c:v>
                </c:pt>
                <c:pt idx="451">
                  <c:v>-10</c:v>
                </c:pt>
                <c:pt idx="452">
                  <c:v>-9</c:v>
                </c:pt>
                <c:pt idx="453">
                  <c:v>-9</c:v>
                </c:pt>
                <c:pt idx="454">
                  <c:v>-9</c:v>
                </c:pt>
                <c:pt idx="455">
                  <c:v>-8</c:v>
                </c:pt>
                <c:pt idx="456">
                  <c:v>-8</c:v>
                </c:pt>
                <c:pt idx="457">
                  <c:v>-8</c:v>
                </c:pt>
                <c:pt idx="458">
                  <c:v>-7</c:v>
                </c:pt>
                <c:pt idx="459">
                  <c:v>-7</c:v>
                </c:pt>
                <c:pt idx="460">
                  <c:v>-7</c:v>
                </c:pt>
                <c:pt idx="461">
                  <c:v>-6</c:v>
                </c:pt>
                <c:pt idx="462">
                  <c:v>-6</c:v>
                </c:pt>
                <c:pt idx="463">
                  <c:v>-6</c:v>
                </c:pt>
                <c:pt idx="464">
                  <c:v>-5</c:v>
                </c:pt>
                <c:pt idx="465">
                  <c:v>-5</c:v>
                </c:pt>
                <c:pt idx="466">
                  <c:v>-5</c:v>
                </c:pt>
                <c:pt idx="467">
                  <c:v>-4</c:v>
                </c:pt>
                <c:pt idx="468">
                  <c:v>-4</c:v>
                </c:pt>
                <c:pt idx="469">
                  <c:v>-4</c:v>
                </c:pt>
                <c:pt idx="470">
                  <c:v>-3</c:v>
                </c:pt>
                <c:pt idx="471">
                  <c:v>-3</c:v>
                </c:pt>
                <c:pt idx="472">
                  <c:v>-3</c:v>
                </c:pt>
                <c:pt idx="473">
                  <c:v>-2</c:v>
                </c:pt>
                <c:pt idx="474">
                  <c:v>-2</c:v>
                </c:pt>
                <c:pt idx="475">
                  <c:v>-2</c:v>
                </c:pt>
                <c:pt idx="476">
                  <c:v>-1</c:v>
                </c:pt>
                <c:pt idx="477">
                  <c:v>-1</c:v>
                </c:pt>
                <c:pt idx="478">
                  <c:v>-1</c:v>
                </c:pt>
                <c:pt idx="479">
                  <c:v>0</c:v>
                </c:pt>
                <c:pt idx="480">
                  <c:v>0</c:v>
                </c:pt>
              </c:numCache>
            </c:numRef>
          </c:xVal>
          <c:yVal>
            <c:numRef>
              <c:f>Sheet1!$E$2:$E$482</c:f>
              <c:numCache>
                <c:formatCode>General</c:formatCode>
                <c:ptCount val="481"/>
                <c:pt idx="0">
                  <c:v>-0.021</c:v>
                </c:pt>
                <c:pt idx="1">
                  <c:v>-0.026</c:v>
                </c:pt>
                <c:pt idx="2">
                  <c:v>-0.027</c:v>
                </c:pt>
                <c:pt idx="3">
                  <c:v>-0.016</c:v>
                </c:pt>
                <c:pt idx="4">
                  <c:v>-0.011</c:v>
                </c:pt>
                <c:pt idx="5">
                  <c:v>-0.019</c:v>
                </c:pt>
                <c:pt idx="6">
                  <c:v>-0.016</c:v>
                </c:pt>
                <c:pt idx="7">
                  <c:v>-0.01</c:v>
                </c:pt>
                <c:pt idx="8">
                  <c:v>-0.008</c:v>
                </c:pt>
                <c:pt idx="9">
                  <c:v>-0.004</c:v>
                </c:pt>
                <c:pt idx="10">
                  <c:v>-0.002</c:v>
                </c:pt>
                <c:pt idx="11">
                  <c:v>-0.005</c:v>
                </c:pt>
                <c:pt idx="12">
                  <c:v>-0.008</c:v>
                </c:pt>
                <c:pt idx="13">
                  <c:v>-0.004</c:v>
                </c:pt>
                <c:pt idx="14">
                  <c:v>0</c:v>
                </c:pt>
                <c:pt idx="15">
                  <c:v>-0.001</c:v>
                </c:pt>
                <c:pt idx="16">
                  <c:v>0.003</c:v>
                </c:pt>
                <c:pt idx="17">
                  <c:v>0.002</c:v>
                </c:pt>
                <c:pt idx="18">
                  <c:v>-0.01</c:v>
                </c:pt>
                <c:pt idx="19">
                  <c:v>-0.017</c:v>
                </c:pt>
                <c:pt idx="20">
                  <c:v>-0.025</c:v>
                </c:pt>
                <c:pt idx="21">
                  <c:v>-0.013</c:v>
                </c:pt>
                <c:pt idx="22">
                  <c:v>-0.002</c:v>
                </c:pt>
                <c:pt idx="23">
                  <c:v>-0.005</c:v>
                </c:pt>
                <c:pt idx="24">
                  <c:v>-0.01</c:v>
                </c:pt>
                <c:pt idx="25">
                  <c:v>-0.008</c:v>
                </c:pt>
                <c:pt idx="26">
                  <c:v>0.002</c:v>
                </c:pt>
                <c:pt idx="27">
                  <c:v>0.005</c:v>
                </c:pt>
                <c:pt idx="28">
                  <c:v>0.003</c:v>
                </c:pt>
                <c:pt idx="29">
                  <c:v>0.004</c:v>
                </c:pt>
                <c:pt idx="30">
                  <c:v>0</c:v>
                </c:pt>
                <c:pt idx="31">
                  <c:v>0.009</c:v>
                </c:pt>
                <c:pt idx="32">
                  <c:v>0.007</c:v>
                </c:pt>
                <c:pt idx="33">
                  <c:v>0.011</c:v>
                </c:pt>
                <c:pt idx="34">
                  <c:v>0.003</c:v>
                </c:pt>
                <c:pt idx="35">
                  <c:v>0.002</c:v>
                </c:pt>
                <c:pt idx="36">
                  <c:v>0</c:v>
                </c:pt>
                <c:pt idx="37">
                  <c:v>-0.003</c:v>
                </c:pt>
                <c:pt idx="38">
                  <c:v>0.003</c:v>
                </c:pt>
                <c:pt idx="39">
                  <c:v>0.005</c:v>
                </c:pt>
                <c:pt idx="40">
                  <c:v>0.011</c:v>
                </c:pt>
                <c:pt idx="41">
                  <c:v>0.013</c:v>
                </c:pt>
                <c:pt idx="42">
                  <c:v>0.008</c:v>
                </c:pt>
                <c:pt idx="43">
                  <c:v>0.007</c:v>
                </c:pt>
                <c:pt idx="44">
                  <c:v>0.005</c:v>
                </c:pt>
                <c:pt idx="45">
                  <c:v>0</c:v>
                </c:pt>
                <c:pt idx="46">
                  <c:v>0.004</c:v>
                </c:pt>
                <c:pt idx="47">
                  <c:v>0.004</c:v>
                </c:pt>
                <c:pt idx="48">
                  <c:v>-0.001</c:v>
                </c:pt>
                <c:pt idx="49">
                  <c:v>0.001</c:v>
                </c:pt>
                <c:pt idx="50">
                  <c:v>0</c:v>
                </c:pt>
                <c:pt idx="51">
                  <c:v>-0.002</c:v>
                </c:pt>
                <c:pt idx="52">
                  <c:v>-0.004</c:v>
                </c:pt>
                <c:pt idx="53">
                  <c:v>0.003</c:v>
                </c:pt>
                <c:pt idx="54">
                  <c:v>0.004</c:v>
                </c:pt>
                <c:pt idx="55">
                  <c:v>-0.002</c:v>
                </c:pt>
                <c:pt idx="56">
                  <c:v>-0.006</c:v>
                </c:pt>
                <c:pt idx="57">
                  <c:v>-0.009</c:v>
                </c:pt>
                <c:pt idx="58">
                  <c:v>-0.009</c:v>
                </c:pt>
                <c:pt idx="59">
                  <c:v>-0.005</c:v>
                </c:pt>
                <c:pt idx="60">
                  <c:v>0.002</c:v>
                </c:pt>
                <c:pt idx="61">
                  <c:v>-0.005</c:v>
                </c:pt>
                <c:pt idx="62">
                  <c:v>-0.005</c:v>
                </c:pt>
                <c:pt idx="63">
                  <c:v>-0.002</c:v>
                </c:pt>
                <c:pt idx="64">
                  <c:v>0.001</c:v>
                </c:pt>
                <c:pt idx="65">
                  <c:v>0.007</c:v>
                </c:pt>
                <c:pt idx="66">
                  <c:v>0.001</c:v>
                </c:pt>
                <c:pt idx="67">
                  <c:v>0.001</c:v>
                </c:pt>
                <c:pt idx="68">
                  <c:v>-0.003</c:v>
                </c:pt>
                <c:pt idx="69">
                  <c:v>-0.006</c:v>
                </c:pt>
                <c:pt idx="70">
                  <c:v>-0.002</c:v>
                </c:pt>
                <c:pt idx="71">
                  <c:v>0.002</c:v>
                </c:pt>
                <c:pt idx="72">
                  <c:v>-0.001</c:v>
                </c:pt>
                <c:pt idx="73">
                  <c:v>-0.006</c:v>
                </c:pt>
                <c:pt idx="74">
                  <c:v>-0.007</c:v>
                </c:pt>
                <c:pt idx="75">
                  <c:v>-0.007</c:v>
                </c:pt>
                <c:pt idx="76">
                  <c:v>-0.004</c:v>
                </c:pt>
                <c:pt idx="77">
                  <c:v>0.003</c:v>
                </c:pt>
                <c:pt idx="78">
                  <c:v>0.017</c:v>
                </c:pt>
                <c:pt idx="79">
                  <c:v>0.015</c:v>
                </c:pt>
                <c:pt idx="80">
                  <c:v>0.008</c:v>
                </c:pt>
                <c:pt idx="81">
                  <c:v>0.006</c:v>
                </c:pt>
                <c:pt idx="82">
                  <c:v>0.002</c:v>
                </c:pt>
                <c:pt idx="83">
                  <c:v>0.002</c:v>
                </c:pt>
                <c:pt idx="84">
                  <c:v>0.006</c:v>
                </c:pt>
                <c:pt idx="85">
                  <c:v>0.01</c:v>
                </c:pt>
                <c:pt idx="86">
                  <c:v>0.011</c:v>
                </c:pt>
                <c:pt idx="87">
                  <c:v>0.011</c:v>
                </c:pt>
                <c:pt idx="88">
                  <c:v>0.009</c:v>
                </c:pt>
                <c:pt idx="89">
                  <c:v>0.012</c:v>
                </c:pt>
                <c:pt idx="90">
                  <c:v>0.01</c:v>
                </c:pt>
                <c:pt idx="91">
                  <c:v>0.009</c:v>
                </c:pt>
                <c:pt idx="92">
                  <c:v>0.008</c:v>
                </c:pt>
                <c:pt idx="93">
                  <c:v>0.016</c:v>
                </c:pt>
                <c:pt idx="94">
                  <c:v>0.015</c:v>
                </c:pt>
                <c:pt idx="95">
                  <c:v>0.01</c:v>
                </c:pt>
                <c:pt idx="96">
                  <c:v>0.002</c:v>
                </c:pt>
                <c:pt idx="97">
                  <c:v>0.016</c:v>
                </c:pt>
                <c:pt idx="98">
                  <c:v>0.011</c:v>
                </c:pt>
                <c:pt idx="99">
                  <c:v>0.011</c:v>
                </c:pt>
                <c:pt idx="100">
                  <c:v>0.005</c:v>
                </c:pt>
                <c:pt idx="101">
                  <c:v>0.007</c:v>
                </c:pt>
                <c:pt idx="102">
                  <c:v>0.007</c:v>
                </c:pt>
                <c:pt idx="103">
                  <c:v>0.004</c:v>
                </c:pt>
                <c:pt idx="104">
                  <c:v>0.008</c:v>
                </c:pt>
                <c:pt idx="105">
                  <c:v>0.016</c:v>
                </c:pt>
                <c:pt idx="106">
                  <c:v>0.013</c:v>
                </c:pt>
                <c:pt idx="107">
                  <c:v>0.011</c:v>
                </c:pt>
                <c:pt idx="108">
                  <c:v>0.003</c:v>
                </c:pt>
                <c:pt idx="109">
                  <c:v>0.003</c:v>
                </c:pt>
                <c:pt idx="110">
                  <c:v>0.004</c:v>
                </c:pt>
                <c:pt idx="111">
                  <c:v>0.006</c:v>
                </c:pt>
                <c:pt idx="112">
                  <c:v>0.004</c:v>
                </c:pt>
                <c:pt idx="113">
                  <c:v>0.016</c:v>
                </c:pt>
                <c:pt idx="114">
                  <c:v>0.021</c:v>
                </c:pt>
                <c:pt idx="115">
                  <c:v>0.026</c:v>
                </c:pt>
                <c:pt idx="116">
                  <c:v>0.019</c:v>
                </c:pt>
                <c:pt idx="117">
                  <c:v>0.013</c:v>
                </c:pt>
                <c:pt idx="118">
                  <c:v>0.01</c:v>
                </c:pt>
                <c:pt idx="119">
                  <c:v>0.008</c:v>
                </c:pt>
                <c:pt idx="120">
                  <c:v>-0.001</c:v>
                </c:pt>
                <c:pt idx="121">
                  <c:v>0.004</c:v>
                </c:pt>
                <c:pt idx="122">
                  <c:v>0.01</c:v>
                </c:pt>
                <c:pt idx="123">
                  <c:v>0.008</c:v>
                </c:pt>
                <c:pt idx="124">
                  <c:v>0.003</c:v>
                </c:pt>
                <c:pt idx="125">
                  <c:v>0.004</c:v>
                </c:pt>
                <c:pt idx="126">
                  <c:v>0.006</c:v>
                </c:pt>
                <c:pt idx="127">
                  <c:v>0.016</c:v>
                </c:pt>
                <c:pt idx="128">
                  <c:v>0.012</c:v>
                </c:pt>
                <c:pt idx="129">
                  <c:v>0.012</c:v>
                </c:pt>
                <c:pt idx="130">
                  <c:v>0.01</c:v>
                </c:pt>
                <c:pt idx="131">
                  <c:v>0.013</c:v>
                </c:pt>
                <c:pt idx="132">
                  <c:v>0.015</c:v>
                </c:pt>
                <c:pt idx="133">
                  <c:v>0.01</c:v>
                </c:pt>
                <c:pt idx="134">
                  <c:v>0.005</c:v>
                </c:pt>
                <c:pt idx="135">
                  <c:v>0.007</c:v>
                </c:pt>
                <c:pt idx="136">
                  <c:v>0.017</c:v>
                </c:pt>
                <c:pt idx="137">
                  <c:v>0.022</c:v>
                </c:pt>
                <c:pt idx="138">
                  <c:v>0.022</c:v>
                </c:pt>
                <c:pt idx="139">
                  <c:v>0.021</c:v>
                </c:pt>
                <c:pt idx="140">
                  <c:v>0.012</c:v>
                </c:pt>
                <c:pt idx="141">
                  <c:v>0.013</c:v>
                </c:pt>
                <c:pt idx="142">
                  <c:v>0.018</c:v>
                </c:pt>
                <c:pt idx="143">
                  <c:v>0.018</c:v>
                </c:pt>
                <c:pt idx="144">
                  <c:v>0.019</c:v>
                </c:pt>
                <c:pt idx="145">
                  <c:v>0.011</c:v>
                </c:pt>
                <c:pt idx="146">
                  <c:v>0.02</c:v>
                </c:pt>
                <c:pt idx="147">
                  <c:v>0.016</c:v>
                </c:pt>
                <c:pt idx="148">
                  <c:v>0.01</c:v>
                </c:pt>
                <c:pt idx="149">
                  <c:v>0.011</c:v>
                </c:pt>
                <c:pt idx="150">
                  <c:v>0.012</c:v>
                </c:pt>
                <c:pt idx="151">
                  <c:v>0.015</c:v>
                </c:pt>
                <c:pt idx="152">
                  <c:v>0.011</c:v>
                </c:pt>
                <c:pt idx="153">
                  <c:v>0.01</c:v>
                </c:pt>
                <c:pt idx="154">
                  <c:v>0.003</c:v>
                </c:pt>
                <c:pt idx="155">
                  <c:v>0.01</c:v>
                </c:pt>
                <c:pt idx="156">
                  <c:v>0.012</c:v>
                </c:pt>
                <c:pt idx="157">
                  <c:v>0.016</c:v>
                </c:pt>
                <c:pt idx="158">
                  <c:v>0.02</c:v>
                </c:pt>
                <c:pt idx="159">
                  <c:v>0.014</c:v>
                </c:pt>
                <c:pt idx="160">
                  <c:v>0.017</c:v>
                </c:pt>
                <c:pt idx="161">
                  <c:v>0.012</c:v>
                </c:pt>
                <c:pt idx="162">
                  <c:v>0.018</c:v>
                </c:pt>
                <c:pt idx="163">
                  <c:v>0.023</c:v>
                </c:pt>
                <c:pt idx="164">
                  <c:v>0.031</c:v>
                </c:pt>
                <c:pt idx="165">
                  <c:v>0.031</c:v>
                </c:pt>
                <c:pt idx="166">
                  <c:v>0.029</c:v>
                </c:pt>
                <c:pt idx="167">
                  <c:v>0.015</c:v>
                </c:pt>
                <c:pt idx="168">
                  <c:v>0.012</c:v>
                </c:pt>
                <c:pt idx="169">
                  <c:v>0.009</c:v>
                </c:pt>
                <c:pt idx="170">
                  <c:v>0.005</c:v>
                </c:pt>
                <c:pt idx="171">
                  <c:v>0.011</c:v>
                </c:pt>
                <c:pt idx="172">
                  <c:v>0.015</c:v>
                </c:pt>
                <c:pt idx="173">
                  <c:v>0.02</c:v>
                </c:pt>
                <c:pt idx="174">
                  <c:v>0.014</c:v>
                </c:pt>
                <c:pt idx="175">
                  <c:v>0.018</c:v>
                </c:pt>
                <c:pt idx="176">
                  <c:v>0.017</c:v>
                </c:pt>
                <c:pt idx="177">
                  <c:v>0.012</c:v>
                </c:pt>
                <c:pt idx="178">
                  <c:v>0.018</c:v>
                </c:pt>
                <c:pt idx="179">
                  <c:v>0.013</c:v>
                </c:pt>
                <c:pt idx="180">
                  <c:v>0.023</c:v>
                </c:pt>
                <c:pt idx="181">
                  <c:v>0.016</c:v>
                </c:pt>
                <c:pt idx="182">
                  <c:v>0.013</c:v>
                </c:pt>
                <c:pt idx="183">
                  <c:v>0.017</c:v>
                </c:pt>
                <c:pt idx="184">
                  <c:v>0.024</c:v>
                </c:pt>
                <c:pt idx="185">
                  <c:v>0.019</c:v>
                </c:pt>
                <c:pt idx="186">
                  <c:v>0.009</c:v>
                </c:pt>
                <c:pt idx="187">
                  <c:v>0.01</c:v>
                </c:pt>
                <c:pt idx="188">
                  <c:v>0.009</c:v>
                </c:pt>
                <c:pt idx="189">
                  <c:v>0.009</c:v>
                </c:pt>
                <c:pt idx="190">
                  <c:v>0.015</c:v>
                </c:pt>
                <c:pt idx="191">
                  <c:v>0.014</c:v>
                </c:pt>
                <c:pt idx="192">
                  <c:v>0.017</c:v>
                </c:pt>
                <c:pt idx="193">
                  <c:v>0.015</c:v>
                </c:pt>
                <c:pt idx="194">
                  <c:v>0.025</c:v>
                </c:pt>
                <c:pt idx="195">
                  <c:v>0.019</c:v>
                </c:pt>
                <c:pt idx="196">
                  <c:v>0.025</c:v>
                </c:pt>
                <c:pt idx="197">
                  <c:v>0.02</c:v>
                </c:pt>
                <c:pt idx="198">
                  <c:v>0.019</c:v>
                </c:pt>
                <c:pt idx="199">
                  <c:v>0.02</c:v>
                </c:pt>
                <c:pt idx="200">
                  <c:v>0.02</c:v>
                </c:pt>
                <c:pt idx="201">
                  <c:v>0.02</c:v>
                </c:pt>
                <c:pt idx="202">
                  <c:v>0.017</c:v>
                </c:pt>
                <c:pt idx="203">
                  <c:v>0.021</c:v>
                </c:pt>
                <c:pt idx="204">
                  <c:v>0.022</c:v>
                </c:pt>
                <c:pt idx="205">
                  <c:v>0.022</c:v>
                </c:pt>
                <c:pt idx="206">
                  <c:v>0.016</c:v>
                </c:pt>
                <c:pt idx="207">
                  <c:v>0.01</c:v>
                </c:pt>
                <c:pt idx="208">
                  <c:v>0.008</c:v>
                </c:pt>
                <c:pt idx="209">
                  <c:v>0.021</c:v>
                </c:pt>
                <c:pt idx="210">
                  <c:v>0.018</c:v>
                </c:pt>
                <c:pt idx="211">
                  <c:v>0.018</c:v>
                </c:pt>
                <c:pt idx="212">
                  <c:v>0.014</c:v>
                </c:pt>
                <c:pt idx="213">
                  <c:v>0.022</c:v>
                </c:pt>
                <c:pt idx="214">
                  <c:v>0.015</c:v>
                </c:pt>
                <c:pt idx="215">
                  <c:v>0.018</c:v>
                </c:pt>
                <c:pt idx="216">
                  <c:v>0.013</c:v>
                </c:pt>
                <c:pt idx="217">
                  <c:v>0.017</c:v>
                </c:pt>
                <c:pt idx="218">
                  <c:v>0.017</c:v>
                </c:pt>
                <c:pt idx="219">
                  <c:v>0.027</c:v>
                </c:pt>
                <c:pt idx="220">
                  <c:v>0.023</c:v>
                </c:pt>
                <c:pt idx="221">
                  <c:v>0.018</c:v>
                </c:pt>
                <c:pt idx="222">
                  <c:v>0.02</c:v>
                </c:pt>
                <c:pt idx="223">
                  <c:v>0.018</c:v>
                </c:pt>
                <c:pt idx="224">
                  <c:v>0.017</c:v>
                </c:pt>
                <c:pt idx="225">
                  <c:v>0.013</c:v>
                </c:pt>
                <c:pt idx="226">
                  <c:v>0.024</c:v>
                </c:pt>
                <c:pt idx="227">
                  <c:v>0.014</c:v>
                </c:pt>
                <c:pt idx="228">
                  <c:v>0.013</c:v>
                </c:pt>
                <c:pt idx="229">
                  <c:v>0.008</c:v>
                </c:pt>
                <c:pt idx="230">
                  <c:v>0.01</c:v>
                </c:pt>
                <c:pt idx="231">
                  <c:v>0.01</c:v>
                </c:pt>
                <c:pt idx="232">
                  <c:v>0.02</c:v>
                </c:pt>
                <c:pt idx="233">
                  <c:v>0.027</c:v>
                </c:pt>
                <c:pt idx="234">
                  <c:v>0.028</c:v>
                </c:pt>
                <c:pt idx="235">
                  <c:v>0.033</c:v>
                </c:pt>
                <c:pt idx="236">
                  <c:v>0.035</c:v>
                </c:pt>
                <c:pt idx="237">
                  <c:v>0.028</c:v>
                </c:pt>
                <c:pt idx="238">
                  <c:v>0.038</c:v>
                </c:pt>
                <c:pt idx="239">
                  <c:v>0.02</c:v>
                </c:pt>
                <c:pt idx="240">
                  <c:v>0.026</c:v>
                </c:pt>
                <c:pt idx="241">
                  <c:v>0.022</c:v>
                </c:pt>
                <c:pt idx="242">
                  <c:v>0.02</c:v>
                </c:pt>
                <c:pt idx="243">
                  <c:v>0.016</c:v>
                </c:pt>
                <c:pt idx="244">
                  <c:v>0.017</c:v>
                </c:pt>
                <c:pt idx="245">
                  <c:v>0.018</c:v>
                </c:pt>
                <c:pt idx="246">
                  <c:v>0.018</c:v>
                </c:pt>
                <c:pt idx="247">
                  <c:v>0.028</c:v>
                </c:pt>
                <c:pt idx="248">
                  <c:v>0.027</c:v>
                </c:pt>
                <c:pt idx="249">
                  <c:v>0.023</c:v>
                </c:pt>
                <c:pt idx="250">
                  <c:v>0.022</c:v>
                </c:pt>
                <c:pt idx="251">
                  <c:v>0.025</c:v>
                </c:pt>
                <c:pt idx="252">
                  <c:v>0.026</c:v>
                </c:pt>
                <c:pt idx="253">
                  <c:v>0.032</c:v>
                </c:pt>
                <c:pt idx="254">
                  <c:v>0.026</c:v>
                </c:pt>
                <c:pt idx="255">
                  <c:v>0.031</c:v>
                </c:pt>
                <c:pt idx="256">
                  <c:v>0.032</c:v>
                </c:pt>
                <c:pt idx="257">
                  <c:v>0.039</c:v>
                </c:pt>
                <c:pt idx="258">
                  <c:v>0.035</c:v>
                </c:pt>
                <c:pt idx="259">
                  <c:v>0.036</c:v>
                </c:pt>
                <c:pt idx="260">
                  <c:v>0.026</c:v>
                </c:pt>
                <c:pt idx="261">
                  <c:v>0.028</c:v>
                </c:pt>
                <c:pt idx="262">
                  <c:v>0.031</c:v>
                </c:pt>
                <c:pt idx="263">
                  <c:v>0.034</c:v>
                </c:pt>
                <c:pt idx="264">
                  <c:v>0.031</c:v>
                </c:pt>
                <c:pt idx="265">
                  <c:v>0.027</c:v>
                </c:pt>
                <c:pt idx="266">
                  <c:v>0.033</c:v>
                </c:pt>
                <c:pt idx="267">
                  <c:v>0.04</c:v>
                </c:pt>
                <c:pt idx="268">
                  <c:v>0.039</c:v>
                </c:pt>
                <c:pt idx="269">
                  <c:v>0.034</c:v>
                </c:pt>
                <c:pt idx="270">
                  <c:v>0.032</c:v>
                </c:pt>
                <c:pt idx="271">
                  <c:v>0.031</c:v>
                </c:pt>
                <c:pt idx="272">
                  <c:v>0.031</c:v>
                </c:pt>
                <c:pt idx="273">
                  <c:v>0.028</c:v>
                </c:pt>
                <c:pt idx="274">
                  <c:v>0.033</c:v>
                </c:pt>
                <c:pt idx="275">
                  <c:v>0.031</c:v>
                </c:pt>
                <c:pt idx="276">
                  <c:v>0.03</c:v>
                </c:pt>
                <c:pt idx="277">
                  <c:v>0.029</c:v>
                </c:pt>
                <c:pt idx="278">
                  <c:v>0.029</c:v>
                </c:pt>
                <c:pt idx="279">
                  <c:v>0.027</c:v>
                </c:pt>
                <c:pt idx="280">
                  <c:v>0.029</c:v>
                </c:pt>
                <c:pt idx="281">
                  <c:v>0.03</c:v>
                </c:pt>
                <c:pt idx="282">
                  <c:v>0.033</c:v>
                </c:pt>
                <c:pt idx="283">
                  <c:v>0.042</c:v>
                </c:pt>
                <c:pt idx="284">
                  <c:v>0.038</c:v>
                </c:pt>
                <c:pt idx="285">
                  <c:v>0.047</c:v>
                </c:pt>
                <c:pt idx="286">
                  <c:v>0.034</c:v>
                </c:pt>
                <c:pt idx="287">
                  <c:v>0.045</c:v>
                </c:pt>
                <c:pt idx="288">
                  <c:v>0.031</c:v>
                </c:pt>
                <c:pt idx="289">
                  <c:v>0.023</c:v>
                </c:pt>
                <c:pt idx="290">
                  <c:v>0.025</c:v>
                </c:pt>
                <c:pt idx="291">
                  <c:v>0.03</c:v>
                </c:pt>
                <c:pt idx="292">
                  <c:v>0.028</c:v>
                </c:pt>
                <c:pt idx="293">
                  <c:v>0.022</c:v>
                </c:pt>
                <c:pt idx="294">
                  <c:v>0.022</c:v>
                </c:pt>
                <c:pt idx="295">
                  <c:v>0.025</c:v>
                </c:pt>
                <c:pt idx="296">
                  <c:v>0.033</c:v>
                </c:pt>
                <c:pt idx="297">
                  <c:v>0.044</c:v>
                </c:pt>
                <c:pt idx="298">
                  <c:v>0.042</c:v>
                </c:pt>
                <c:pt idx="299">
                  <c:v>0.038</c:v>
                </c:pt>
                <c:pt idx="300">
                  <c:v>0.039</c:v>
                </c:pt>
                <c:pt idx="301">
                  <c:v>0.041</c:v>
                </c:pt>
                <c:pt idx="302">
                  <c:v>0.037</c:v>
                </c:pt>
                <c:pt idx="303">
                  <c:v>0.037</c:v>
                </c:pt>
                <c:pt idx="304">
                  <c:v>0.038</c:v>
                </c:pt>
                <c:pt idx="305">
                  <c:v>0.041</c:v>
                </c:pt>
                <c:pt idx="306">
                  <c:v>0.042</c:v>
                </c:pt>
                <c:pt idx="307">
                  <c:v>0.045</c:v>
                </c:pt>
                <c:pt idx="308">
                  <c:v>0.053</c:v>
                </c:pt>
                <c:pt idx="309">
                  <c:v>0.045</c:v>
                </c:pt>
                <c:pt idx="310">
                  <c:v>0.044</c:v>
                </c:pt>
                <c:pt idx="311">
                  <c:v>0.04</c:v>
                </c:pt>
                <c:pt idx="312">
                  <c:v>0.037</c:v>
                </c:pt>
                <c:pt idx="313">
                  <c:v>0.038</c:v>
                </c:pt>
                <c:pt idx="314">
                  <c:v>0.041</c:v>
                </c:pt>
                <c:pt idx="315">
                  <c:v>0.05</c:v>
                </c:pt>
                <c:pt idx="316">
                  <c:v>0.056</c:v>
                </c:pt>
                <c:pt idx="317">
                  <c:v>0.056</c:v>
                </c:pt>
                <c:pt idx="318">
                  <c:v>0.063</c:v>
                </c:pt>
                <c:pt idx="319">
                  <c:v>0.059</c:v>
                </c:pt>
                <c:pt idx="320">
                  <c:v>0.058</c:v>
                </c:pt>
                <c:pt idx="321">
                  <c:v>0.059</c:v>
                </c:pt>
                <c:pt idx="322">
                  <c:v>0.064</c:v>
                </c:pt>
                <c:pt idx="323">
                  <c:v>0.066</c:v>
                </c:pt>
                <c:pt idx="324">
                  <c:v>0.067</c:v>
                </c:pt>
                <c:pt idx="325">
                  <c:v>0.068</c:v>
                </c:pt>
                <c:pt idx="326">
                  <c:v>0.066</c:v>
                </c:pt>
                <c:pt idx="327">
                  <c:v>0.059</c:v>
                </c:pt>
                <c:pt idx="328">
                  <c:v>0.055</c:v>
                </c:pt>
                <c:pt idx="329">
                  <c:v>0.058</c:v>
                </c:pt>
                <c:pt idx="330">
                  <c:v>0.053</c:v>
                </c:pt>
                <c:pt idx="331">
                  <c:v>0.055</c:v>
                </c:pt>
                <c:pt idx="332">
                  <c:v>0.056</c:v>
                </c:pt>
                <c:pt idx="333">
                  <c:v>0.059</c:v>
                </c:pt>
                <c:pt idx="334">
                  <c:v>0.059</c:v>
                </c:pt>
                <c:pt idx="335">
                  <c:v>0.06</c:v>
                </c:pt>
                <c:pt idx="336">
                  <c:v>0.062</c:v>
                </c:pt>
                <c:pt idx="337">
                  <c:v>0.056</c:v>
                </c:pt>
                <c:pt idx="338">
                  <c:v>0.056</c:v>
                </c:pt>
                <c:pt idx="339">
                  <c:v>0.056</c:v>
                </c:pt>
                <c:pt idx="340">
                  <c:v>0.062</c:v>
                </c:pt>
                <c:pt idx="341">
                  <c:v>0.072</c:v>
                </c:pt>
                <c:pt idx="342">
                  <c:v>0.124</c:v>
                </c:pt>
                <c:pt idx="343">
                  <c:v>0.125</c:v>
                </c:pt>
                <c:pt idx="344">
                  <c:v>0.126</c:v>
                </c:pt>
                <c:pt idx="345">
                  <c:v>0.119</c:v>
                </c:pt>
                <c:pt idx="346">
                  <c:v>0.121</c:v>
                </c:pt>
                <c:pt idx="347">
                  <c:v>0.122</c:v>
                </c:pt>
                <c:pt idx="348">
                  <c:v>0.124</c:v>
                </c:pt>
                <c:pt idx="349">
                  <c:v>0.126</c:v>
                </c:pt>
                <c:pt idx="350">
                  <c:v>0.128</c:v>
                </c:pt>
                <c:pt idx="351">
                  <c:v>0.124</c:v>
                </c:pt>
                <c:pt idx="352">
                  <c:v>0.129</c:v>
                </c:pt>
                <c:pt idx="353">
                  <c:v>0.134</c:v>
                </c:pt>
                <c:pt idx="354">
                  <c:v>0.135</c:v>
                </c:pt>
                <c:pt idx="355">
                  <c:v>0.131</c:v>
                </c:pt>
                <c:pt idx="356">
                  <c:v>0.12</c:v>
                </c:pt>
                <c:pt idx="357">
                  <c:v>0.118</c:v>
                </c:pt>
                <c:pt idx="358">
                  <c:v>0.112</c:v>
                </c:pt>
                <c:pt idx="359">
                  <c:v>0.111</c:v>
                </c:pt>
                <c:pt idx="360">
                  <c:v>0.119</c:v>
                </c:pt>
                <c:pt idx="361">
                  <c:v>0.119</c:v>
                </c:pt>
                <c:pt idx="362">
                  <c:v>0.111</c:v>
                </c:pt>
                <c:pt idx="363">
                  <c:v>0.104</c:v>
                </c:pt>
                <c:pt idx="364">
                  <c:v>0.1</c:v>
                </c:pt>
                <c:pt idx="365">
                  <c:v>0.099</c:v>
                </c:pt>
                <c:pt idx="366">
                  <c:v>0.104</c:v>
                </c:pt>
                <c:pt idx="367">
                  <c:v>0.104</c:v>
                </c:pt>
                <c:pt idx="368">
                  <c:v>0.109</c:v>
                </c:pt>
                <c:pt idx="369">
                  <c:v>0.1</c:v>
                </c:pt>
                <c:pt idx="370">
                  <c:v>0.095</c:v>
                </c:pt>
                <c:pt idx="371">
                  <c:v>0.092</c:v>
                </c:pt>
                <c:pt idx="372">
                  <c:v>0.094</c:v>
                </c:pt>
                <c:pt idx="373">
                  <c:v>0.082</c:v>
                </c:pt>
                <c:pt idx="374">
                  <c:v>0.081</c:v>
                </c:pt>
                <c:pt idx="375">
                  <c:v>0.077</c:v>
                </c:pt>
                <c:pt idx="376">
                  <c:v>0.08</c:v>
                </c:pt>
                <c:pt idx="377">
                  <c:v>0.067</c:v>
                </c:pt>
                <c:pt idx="378">
                  <c:v>0.06</c:v>
                </c:pt>
                <c:pt idx="379">
                  <c:v>0.057</c:v>
                </c:pt>
                <c:pt idx="380">
                  <c:v>0.066</c:v>
                </c:pt>
                <c:pt idx="381">
                  <c:v>0.06</c:v>
                </c:pt>
                <c:pt idx="382">
                  <c:v>0.058</c:v>
                </c:pt>
                <c:pt idx="383">
                  <c:v>0.051</c:v>
                </c:pt>
                <c:pt idx="384">
                  <c:v>0.053</c:v>
                </c:pt>
                <c:pt idx="385">
                  <c:v>0.051</c:v>
                </c:pt>
                <c:pt idx="386">
                  <c:v>0.057</c:v>
                </c:pt>
                <c:pt idx="387">
                  <c:v>0.06</c:v>
                </c:pt>
                <c:pt idx="388">
                  <c:v>0.059</c:v>
                </c:pt>
                <c:pt idx="389">
                  <c:v>0.061</c:v>
                </c:pt>
                <c:pt idx="390">
                  <c:v>0.051</c:v>
                </c:pt>
                <c:pt idx="391">
                  <c:v>0.053</c:v>
                </c:pt>
                <c:pt idx="392">
                  <c:v>0.051</c:v>
                </c:pt>
                <c:pt idx="393">
                  <c:v>0.056</c:v>
                </c:pt>
                <c:pt idx="394">
                  <c:v>0.056</c:v>
                </c:pt>
                <c:pt idx="395">
                  <c:v>0.05</c:v>
                </c:pt>
                <c:pt idx="396">
                  <c:v>0.047</c:v>
                </c:pt>
                <c:pt idx="397">
                  <c:v>0.047</c:v>
                </c:pt>
                <c:pt idx="398">
                  <c:v>0.043</c:v>
                </c:pt>
                <c:pt idx="399">
                  <c:v>0.038</c:v>
                </c:pt>
                <c:pt idx="400">
                  <c:v>0.044</c:v>
                </c:pt>
                <c:pt idx="401">
                  <c:v>0.044</c:v>
                </c:pt>
                <c:pt idx="402">
                  <c:v>0.048</c:v>
                </c:pt>
                <c:pt idx="403">
                  <c:v>0.056</c:v>
                </c:pt>
                <c:pt idx="404">
                  <c:v>0.063</c:v>
                </c:pt>
                <c:pt idx="405">
                  <c:v>0.056</c:v>
                </c:pt>
                <c:pt idx="406">
                  <c:v>0.066</c:v>
                </c:pt>
                <c:pt idx="407">
                  <c:v>0.071</c:v>
                </c:pt>
                <c:pt idx="408">
                  <c:v>0.071</c:v>
                </c:pt>
                <c:pt idx="409">
                  <c:v>0.07</c:v>
                </c:pt>
                <c:pt idx="410">
                  <c:v>0.068</c:v>
                </c:pt>
                <c:pt idx="411">
                  <c:v>0.071</c:v>
                </c:pt>
                <c:pt idx="412">
                  <c:v>0.073</c:v>
                </c:pt>
                <c:pt idx="413">
                  <c:v>0.076</c:v>
                </c:pt>
                <c:pt idx="414">
                  <c:v>0.084</c:v>
                </c:pt>
                <c:pt idx="415">
                  <c:v>0.089</c:v>
                </c:pt>
                <c:pt idx="416">
                  <c:v>0.085</c:v>
                </c:pt>
                <c:pt idx="417">
                  <c:v>0.084</c:v>
                </c:pt>
                <c:pt idx="418">
                  <c:v>0.084</c:v>
                </c:pt>
                <c:pt idx="419">
                  <c:v>0.087</c:v>
                </c:pt>
                <c:pt idx="420">
                  <c:v>0.09</c:v>
                </c:pt>
                <c:pt idx="421">
                  <c:v>0.09</c:v>
                </c:pt>
                <c:pt idx="422">
                  <c:v>0.09</c:v>
                </c:pt>
                <c:pt idx="423">
                  <c:v>0.082</c:v>
                </c:pt>
                <c:pt idx="424">
                  <c:v>0.084</c:v>
                </c:pt>
                <c:pt idx="425">
                  <c:v>0.086</c:v>
                </c:pt>
                <c:pt idx="426">
                  <c:v>0.092</c:v>
                </c:pt>
                <c:pt idx="427">
                  <c:v>0.1</c:v>
                </c:pt>
                <c:pt idx="428">
                  <c:v>0.102</c:v>
                </c:pt>
                <c:pt idx="429">
                  <c:v>0.094</c:v>
                </c:pt>
                <c:pt idx="430">
                  <c:v>0.092</c:v>
                </c:pt>
                <c:pt idx="431">
                  <c:v>0.099</c:v>
                </c:pt>
                <c:pt idx="432">
                  <c:v>0.091</c:v>
                </c:pt>
                <c:pt idx="433">
                  <c:v>0.091</c:v>
                </c:pt>
                <c:pt idx="434">
                  <c:v>0.096</c:v>
                </c:pt>
                <c:pt idx="435">
                  <c:v>0.098</c:v>
                </c:pt>
                <c:pt idx="436">
                  <c:v>0.084</c:v>
                </c:pt>
                <c:pt idx="437">
                  <c:v>0.075</c:v>
                </c:pt>
                <c:pt idx="438">
                  <c:v>0.062</c:v>
                </c:pt>
                <c:pt idx="439">
                  <c:v>0.052</c:v>
                </c:pt>
                <c:pt idx="440">
                  <c:v>0.047</c:v>
                </c:pt>
                <c:pt idx="441">
                  <c:v>0.039</c:v>
                </c:pt>
                <c:pt idx="442">
                  <c:v>0.029</c:v>
                </c:pt>
                <c:pt idx="443">
                  <c:v>0.024</c:v>
                </c:pt>
                <c:pt idx="444">
                  <c:v>0.03</c:v>
                </c:pt>
                <c:pt idx="445">
                  <c:v>0.036</c:v>
                </c:pt>
                <c:pt idx="446">
                  <c:v>0.032</c:v>
                </c:pt>
                <c:pt idx="447">
                  <c:v>0.024</c:v>
                </c:pt>
                <c:pt idx="448">
                  <c:v>0.034</c:v>
                </c:pt>
                <c:pt idx="449">
                  <c:v>0.051</c:v>
                </c:pt>
                <c:pt idx="450">
                  <c:v>0.061</c:v>
                </c:pt>
                <c:pt idx="451">
                  <c:v>0.069</c:v>
                </c:pt>
                <c:pt idx="452">
                  <c:v>0.099</c:v>
                </c:pt>
                <c:pt idx="453">
                  <c:v>0.089</c:v>
                </c:pt>
                <c:pt idx="454">
                  <c:v>0.074</c:v>
                </c:pt>
                <c:pt idx="455">
                  <c:v>0.069</c:v>
                </c:pt>
                <c:pt idx="456">
                  <c:v>0.068</c:v>
                </c:pt>
                <c:pt idx="457">
                  <c:v>0.063</c:v>
                </c:pt>
                <c:pt idx="458">
                  <c:v>0.086</c:v>
                </c:pt>
                <c:pt idx="459">
                  <c:v>0.114</c:v>
                </c:pt>
                <c:pt idx="460">
                  <c:v>0.103</c:v>
                </c:pt>
                <c:pt idx="461">
                  <c:v>0.108</c:v>
                </c:pt>
                <c:pt idx="462">
                  <c:v>0.095</c:v>
                </c:pt>
                <c:pt idx="463">
                  <c:v>0.088</c:v>
                </c:pt>
                <c:pt idx="464">
                  <c:v>0.075</c:v>
                </c:pt>
                <c:pt idx="465">
                  <c:v>0.074</c:v>
                </c:pt>
                <c:pt idx="466">
                  <c:v>0.136</c:v>
                </c:pt>
                <c:pt idx="467">
                  <c:v>0.169</c:v>
                </c:pt>
                <c:pt idx="468">
                  <c:v>0.22</c:v>
                </c:pt>
                <c:pt idx="469">
                  <c:v>0.241</c:v>
                </c:pt>
                <c:pt idx="470">
                  <c:v>0.235</c:v>
                </c:pt>
                <c:pt idx="471">
                  <c:v>0.15</c:v>
                </c:pt>
                <c:pt idx="472">
                  <c:v>0.083</c:v>
                </c:pt>
                <c:pt idx="473">
                  <c:v>0.065</c:v>
                </c:pt>
                <c:pt idx="474">
                  <c:v>0.169</c:v>
                </c:pt>
                <c:pt idx="475">
                  <c:v>0.139</c:v>
                </c:pt>
                <c:pt idx="476">
                  <c:v>0.308</c:v>
                </c:pt>
                <c:pt idx="477">
                  <c:v>0.165</c:v>
                </c:pt>
                <c:pt idx="478">
                  <c:v>0.251</c:v>
                </c:pt>
                <c:pt idx="479">
                  <c:v>0.304</c:v>
                </c:pt>
                <c:pt idx="480">
                  <c:v>0.352</c:v>
                </c:pt>
              </c:numCache>
            </c:numRef>
          </c:yVal>
          <c:smooth val="0"/>
        </c:ser>
        <c:ser>
          <c:idx val="4"/>
          <c:order val="4"/>
          <c:tx>
            <c:strRef>
              <c:f>Sheet1!$F$1</c:f>
              <c:strCache>
                <c:ptCount val="1"/>
                <c:pt idx="0">
                  <c:v>Alarm limit (0.15)</c:v>
                </c:pt>
              </c:strCache>
            </c:strRef>
          </c:tx>
          <c:spPr>
            <a:solidFill>
              <a:srgbClr val="12262B"/>
            </a:solidFill>
            <a:ln w="25400" cap="flat">
              <a:solidFill>
                <a:srgbClr val="12262B"/>
              </a:solidFill>
              <a:prstDash val="solid"/>
              <a:round/>
            </a:ln>
            <a:effectLst/>
          </c:spPr>
          <c:marker>
            <c:symbol val="none"/>
            <c:size val="6"/>
            <c:spPr>
              <a:solidFill>
                <a:srgbClr val="12262B"/>
              </a:solidFill>
              <a:ln w="9525" cap="flat">
                <a:solidFill>
                  <a:srgbClr val="12262B"/>
                </a:solidFill>
                <a:prstDash val="solid"/>
                <a:round/>
              </a:ln>
              <a:effectLst/>
            </c:spPr>
          </c:marker>
          <c:xVal>
            <c:numRef>
              <c:f>Sheet1!$A$2:$A$482</c:f>
              <c:numCache>
                <c:formatCode>General</c:formatCode>
                <c:ptCount val="481"/>
                <c:pt idx="0">
                  <c:v>-160</c:v>
                </c:pt>
                <c:pt idx="1">
                  <c:v>-160</c:v>
                </c:pt>
                <c:pt idx="2">
                  <c:v>-159</c:v>
                </c:pt>
                <c:pt idx="3">
                  <c:v>-159</c:v>
                </c:pt>
                <c:pt idx="4">
                  <c:v>-159</c:v>
                </c:pt>
                <c:pt idx="5">
                  <c:v>-158</c:v>
                </c:pt>
                <c:pt idx="6">
                  <c:v>-158</c:v>
                </c:pt>
                <c:pt idx="7">
                  <c:v>-158</c:v>
                </c:pt>
                <c:pt idx="8">
                  <c:v>-157</c:v>
                </c:pt>
                <c:pt idx="9">
                  <c:v>-157</c:v>
                </c:pt>
                <c:pt idx="10">
                  <c:v>-157</c:v>
                </c:pt>
                <c:pt idx="11">
                  <c:v>-156</c:v>
                </c:pt>
                <c:pt idx="12">
                  <c:v>-156</c:v>
                </c:pt>
                <c:pt idx="13">
                  <c:v>-156</c:v>
                </c:pt>
                <c:pt idx="14">
                  <c:v>-155</c:v>
                </c:pt>
                <c:pt idx="15">
                  <c:v>-155</c:v>
                </c:pt>
                <c:pt idx="16">
                  <c:v>-155</c:v>
                </c:pt>
                <c:pt idx="17">
                  <c:v>-154</c:v>
                </c:pt>
                <c:pt idx="18">
                  <c:v>-154</c:v>
                </c:pt>
                <c:pt idx="19">
                  <c:v>-154</c:v>
                </c:pt>
                <c:pt idx="20">
                  <c:v>-153</c:v>
                </c:pt>
                <c:pt idx="21">
                  <c:v>-153</c:v>
                </c:pt>
                <c:pt idx="22">
                  <c:v>-153</c:v>
                </c:pt>
                <c:pt idx="23">
                  <c:v>-152</c:v>
                </c:pt>
                <c:pt idx="24">
                  <c:v>-152</c:v>
                </c:pt>
                <c:pt idx="25">
                  <c:v>-152</c:v>
                </c:pt>
                <c:pt idx="26">
                  <c:v>-151</c:v>
                </c:pt>
                <c:pt idx="27">
                  <c:v>-151</c:v>
                </c:pt>
                <c:pt idx="28">
                  <c:v>-151</c:v>
                </c:pt>
                <c:pt idx="29">
                  <c:v>-150</c:v>
                </c:pt>
                <c:pt idx="30">
                  <c:v>-150</c:v>
                </c:pt>
                <c:pt idx="31">
                  <c:v>-150</c:v>
                </c:pt>
                <c:pt idx="32">
                  <c:v>-149</c:v>
                </c:pt>
                <c:pt idx="33">
                  <c:v>-149</c:v>
                </c:pt>
                <c:pt idx="34">
                  <c:v>-149</c:v>
                </c:pt>
                <c:pt idx="35">
                  <c:v>-148</c:v>
                </c:pt>
                <c:pt idx="36">
                  <c:v>-148</c:v>
                </c:pt>
                <c:pt idx="37">
                  <c:v>-148</c:v>
                </c:pt>
                <c:pt idx="38">
                  <c:v>-147</c:v>
                </c:pt>
                <c:pt idx="39">
                  <c:v>-147</c:v>
                </c:pt>
                <c:pt idx="40">
                  <c:v>-147</c:v>
                </c:pt>
                <c:pt idx="41">
                  <c:v>-146</c:v>
                </c:pt>
                <c:pt idx="42">
                  <c:v>-146</c:v>
                </c:pt>
                <c:pt idx="43">
                  <c:v>-146</c:v>
                </c:pt>
                <c:pt idx="44">
                  <c:v>-145</c:v>
                </c:pt>
                <c:pt idx="45">
                  <c:v>-145</c:v>
                </c:pt>
                <c:pt idx="46">
                  <c:v>-145</c:v>
                </c:pt>
                <c:pt idx="47">
                  <c:v>-144</c:v>
                </c:pt>
                <c:pt idx="48">
                  <c:v>-144</c:v>
                </c:pt>
                <c:pt idx="49">
                  <c:v>-144</c:v>
                </c:pt>
                <c:pt idx="50">
                  <c:v>-143</c:v>
                </c:pt>
                <c:pt idx="51">
                  <c:v>-143</c:v>
                </c:pt>
                <c:pt idx="52">
                  <c:v>-143</c:v>
                </c:pt>
                <c:pt idx="53">
                  <c:v>-142</c:v>
                </c:pt>
                <c:pt idx="54">
                  <c:v>-142</c:v>
                </c:pt>
                <c:pt idx="55">
                  <c:v>-142</c:v>
                </c:pt>
                <c:pt idx="56">
                  <c:v>-141</c:v>
                </c:pt>
                <c:pt idx="57">
                  <c:v>-141</c:v>
                </c:pt>
                <c:pt idx="58">
                  <c:v>-141</c:v>
                </c:pt>
                <c:pt idx="59">
                  <c:v>-140</c:v>
                </c:pt>
                <c:pt idx="60">
                  <c:v>-140</c:v>
                </c:pt>
                <c:pt idx="61">
                  <c:v>-140</c:v>
                </c:pt>
                <c:pt idx="62">
                  <c:v>-139</c:v>
                </c:pt>
                <c:pt idx="63">
                  <c:v>-139</c:v>
                </c:pt>
                <c:pt idx="64">
                  <c:v>-139</c:v>
                </c:pt>
                <c:pt idx="65">
                  <c:v>-138</c:v>
                </c:pt>
                <c:pt idx="66">
                  <c:v>-138</c:v>
                </c:pt>
                <c:pt idx="67">
                  <c:v>-138</c:v>
                </c:pt>
                <c:pt idx="68">
                  <c:v>-137</c:v>
                </c:pt>
                <c:pt idx="69">
                  <c:v>-137</c:v>
                </c:pt>
                <c:pt idx="70">
                  <c:v>-137</c:v>
                </c:pt>
                <c:pt idx="71">
                  <c:v>-136</c:v>
                </c:pt>
                <c:pt idx="72">
                  <c:v>-136</c:v>
                </c:pt>
                <c:pt idx="73">
                  <c:v>-136</c:v>
                </c:pt>
                <c:pt idx="74">
                  <c:v>-135</c:v>
                </c:pt>
                <c:pt idx="75">
                  <c:v>-135</c:v>
                </c:pt>
                <c:pt idx="76">
                  <c:v>-135</c:v>
                </c:pt>
                <c:pt idx="77">
                  <c:v>-134</c:v>
                </c:pt>
                <c:pt idx="78">
                  <c:v>-134</c:v>
                </c:pt>
                <c:pt idx="79">
                  <c:v>-134</c:v>
                </c:pt>
                <c:pt idx="80">
                  <c:v>-133</c:v>
                </c:pt>
                <c:pt idx="81">
                  <c:v>-133</c:v>
                </c:pt>
                <c:pt idx="82">
                  <c:v>-133</c:v>
                </c:pt>
                <c:pt idx="83">
                  <c:v>-132</c:v>
                </c:pt>
                <c:pt idx="84">
                  <c:v>-132</c:v>
                </c:pt>
                <c:pt idx="85">
                  <c:v>-132</c:v>
                </c:pt>
                <c:pt idx="86">
                  <c:v>-131</c:v>
                </c:pt>
                <c:pt idx="87">
                  <c:v>-131</c:v>
                </c:pt>
                <c:pt idx="88">
                  <c:v>-131</c:v>
                </c:pt>
                <c:pt idx="89">
                  <c:v>-130</c:v>
                </c:pt>
                <c:pt idx="90">
                  <c:v>-130</c:v>
                </c:pt>
                <c:pt idx="91">
                  <c:v>-130</c:v>
                </c:pt>
                <c:pt idx="92">
                  <c:v>-129</c:v>
                </c:pt>
                <c:pt idx="93">
                  <c:v>-129</c:v>
                </c:pt>
                <c:pt idx="94">
                  <c:v>-129</c:v>
                </c:pt>
                <c:pt idx="95">
                  <c:v>-128</c:v>
                </c:pt>
                <c:pt idx="96">
                  <c:v>-128</c:v>
                </c:pt>
                <c:pt idx="97">
                  <c:v>-128</c:v>
                </c:pt>
                <c:pt idx="98">
                  <c:v>-127</c:v>
                </c:pt>
                <c:pt idx="99">
                  <c:v>-127</c:v>
                </c:pt>
                <c:pt idx="100">
                  <c:v>-127</c:v>
                </c:pt>
                <c:pt idx="101">
                  <c:v>-126</c:v>
                </c:pt>
                <c:pt idx="102">
                  <c:v>-126</c:v>
                </c:pt>
                <c:pt idx="103">
                  <c:v>-126</c:v>
                </c:pt>
                <c:pt idx="104">
                  <c:v>-125</c:v>
                </c:pt>
                <c:pt idx="105">
                  <c:v>-125</c:v>
                </c:pt>
                <c:pt idx="106">
                  <c:v>-125</c:v>
                </c:pt>
                <c:pt idx="107">
                  <c:v>-124</c:v>
                </c:pt>
                <c:pt idx="108">
                  <c:v>-124</c:v>
                </c:pt>
                <c:pt idx="109">
                  <c:v>-124</c:v>
                </c:pt>
                <c:pt idx="110">
                  <c:v>-123</c:v>
                </c:pt>
                <c:pt idx="111">
                  <c:v>-123</c:v>
                </c:pt>
                <c:pt idx="112">
                  <c:v>-123</c:v>
                </c:pt>
                <c:pt idx="113">
                  <c:v>-122</c:v>
                </c:pt>
                <c:pt idx="114">
                  <c:v>-122</c:v>
                </c:pt>
                <c:pt idx="115">
                  <c:v>-122</c:v>
                </c:pt>
                <c:pt idx="116">
                  <c:v>-121</c:v>
                </c:pt>
                <c:pt idx="117">
                  <c:v>-121</c:v>
                </c:pt>
                <c:pt idx="118">
                  <c:v>-121</c:v>
                </c:pt>
                <c:pt idx="119">
                  <c:v>-120</c:v>
                </c:pt>
                <c:pt idx="120">
                  <c:v>-120</c:v>
                </c:pt>
                <c:pt idx="121">
                  <c:v>-120</c:v>
                </c:pt>
                <c:pt idx="122">
                  <c:v>-119</c:v>
                </c:pt>
                <c:pt idx="123">
                  <c:v>-119</c:v>
                </c:pt>
                <c:pt idx="124">
                  <c:v>-119</c:v>
                </c:pt>
                <c:pt idx="125">
                  <c:v>-118</c:v>
                </c:pt>
                <c:pt idx="126">
                  <c:v>-118</c:v>
                </c:pt>
                <c:pt idx="127">
                  <c:v>-118</c:v>
                </c:pt>
                <c:pt idx="128">
                  <c:v>-117</c:v>
                </c:pt>
                <c:pt idx="129">
                  <c:v>-117</c:v>
                </c:pt>
                <c:pt idx="130">
                  <c:v>-117</c:v>
                </c:pt>
                <c:pt idx="131">
                  <c:v>-116</c:v>
                </c:pt>
                <c:pt idx="132">
                  <c:v>-116</c:v>
                </c:pt>
                <c:pt idx="133">
                  <c:v>-116</c:v>
                </c:pt>
                <c:pt idx="134">
                  <c:v>-115</c:v>
                </c:pt>
                <c:pt idx="135">
                  <c:v>-115</c:v>
                </c:pt>
                <c:pt idx="136">
                  <c:v>-115</c:v>
                </c:pt>
                <c:pt idx="137">
                  <c:v>-114</c:v>
                </c:pt>
                <c:pt idx="138">
                  <c:v>-114</c:v>
                </c:pt>
                <c:pt idx="139">
                  <c:v>-114</c:v>
                </c:pt>
                <c:pt idx="140">
                  <c:v>-113</c:v>
                </c:pt>
                <c:pt idx="141">
                  <c:v>-113</c:v>
                </c:pt>
                <c:pt idx="142">
                  <c:v>-113</c:v>
                </c:pt>
                <c:pt idx="143">
                  <c:v>-112</c:v>
                </c:pt>
                <c:pt idx="144">
                  <c:v>-112</c:v>
                </c:pt>
                <c:pt idx="145">
                  <c:v>-112</c:v>
                </c:pt>
                <c:pt idx="146">
                  <c:v>-111</c:v>
                </c:pt>
                <c:pt idx="147">
                  <c:v>-111</c:v>
                </c:pt>
                <c:pt idx="148">
                  <c:v>-111</c:v>
                </c:pt>
                <c:pt idx="149">
                  <c:v>-110</c:v>
                </c:pt>
                <c:pt idx="150">
                  <c:v>-110</c:v>
                </c:pt>
                <c:pt idx="151">
                  <c:v>-110</c:v>
                </c:pt>
                <c:pt idx="152">
                  <c:v>-109</c:v>
                </c:pt>
                <c:pt idx="153">
                  <c:v>-109</c:v>
                </c:pt>
                <c:pt idx="154">
                  <c:v>-109</c:v>
                </c:pt>
                <c:pt idx="155">
                  <c:v>-108</c:v>
                </c:pt>
                <c:pt idx="156">
                  <c:v>-108</c:v>
                </c:pt>
                <c:pt idx="157">
                  <c:v>-108</c:v>
                </c:pt>
                <c:pt idx="158">
                  <c:v>-107</c:v>
                </c:pt>
                <c:pt idx="159">
                  <c:v>-107</c:v>
                </c:pt>
                <c:pt idx="160">
                  <c:v>-107</c:v>
                </c:pt>
                <c:pt idx="161">
                  <c:v>-106</c:v>
                </c:pt>
                <c:pt idx="162">
                  <c:v>-106</c:v>
                </c:pt>
                <c:pt idx="163">
                  <c:v>-106</c:v>
                </c:pt>
                <c:pt idx="164">
                  <c:v>-105</c:v>
                </c:pt>
                <c:pt idx="165">
                  <c:v>-105</c:v>
                </c:pt>
                <c:pt idx="166">
                  <c:v>-105</c:v>
                </c:pt>
                <c:pt idx="167">
                  <c:v>-104</c:v>
                </c:pt>
                <c:pt idx="168">
                  <c:v>-104</c:v>
                </c:pt>
                <c:pt idx="169">
                  <c:v>-104</c:v>
                </c:pt>
                <c:pt idx="170">
                  <c:v>-103</c:v>
                </c:pt>
                <c:pt idx="171">
                  <c:v>-103</c:v>
                </c:pt>
                <c:pt idx="172">
                  <c:v>-103</c:v>
                </c:pt>
                <c:pt idx="173">
                  <c:v>-102</c:v>
                </c:pt>
                <c:pt idx="174">
                  <c:v>-102</c:v>
                </c:pt>
                <c:pt idx="175">
                  <c:v>-102</c:v>
                </c:pt>
                <c:pt idx="176">
                  <c:v>-101</c:v>
                </c:pt>
                <c:pt idx="177">
                  <c:v>-101</c:v>
                </c:pt>
                <c:pt idx="178">
                  <c:v>-101</c:v>
                </c:pt>
                <c:pt idx="179">
                  <c:v>-100</c:v>
                </c:pt>
                <c:pt idx="180">
                  <c:v>-100</c:v>
                </c:pt>
                <c:pt idx="181">
                  <c:v>-100</c:v>
                </c:pt>
                <c:pt idx="182">
                  <c:v>-99</c:v>
                </c:pt>
                <c:pt idx="183">
                  <c:v>-99</c:v>
                </c:pt>
                <c:pt idx="184">
                  <c:v>-99</c:v>
                </c:pt>
                <c:pt idx="185">
                  <c:v>-98</c:v>
                </c:pt>
                <c:pt idx="186">
                  <c:v>-98</c:v>
                </c:pt>
                <c:pt idx="187">
                  <c:v>-98</c:v>
                </c:pt>
                <c:pt idx="188">
                  <c:v>-97</c:v>
                </c:pt>
                <c:pt idx="189">
                  <c:v>-97</c:v>
                </c:pt>
                <c:pt idx="190">
                  <c:v>-97</c:v>
                </c:pt>
                <c:pt idx="191">
                  <c:v>-96</c:v>
                </c:pt>
                <c:pt idx="192">
                  <c:v>-96</c:v>
                </c:pt>
                <c:pt idx="193">
                  <c:v>-96</c:v>
                </c:pt>
                <c:pt idx="194">
                  <c:v>-95</c:v>
                </c:pt>
                <c:pt idx="195">
                  <c:v>-95</c:v>
                </c:pt>
                <c:pt idx="196">
                  <c:v>-95</c:v>
                </c:pt>
                <c:pt idx="197">
                  <c:v>-94</c:v>
                </c:pt>
                <c:pt idx="198">
                  <c:v>-94</c:v>
                </c:pt>
                <c:pt idx="199">
                  <c:v>-94</c:v>
                </c:pt>
                <c:pt idx="200">
                  <c:v>-93</c:v>
                </c:pt>
                <c:pt idx="201">
                  <c:v>-93</c:v>
                </c:pt>
                <c:pt idx="202">
                  <c:v>-93</c:v>
                </c:pt>
                <c:pt idx="203">
                  <c:v>-92</c:v>
                </c:pt>
                <c:pt idx="204">
                  <c:v>-92</c:v>
                </c:pt>
                <c:pt idx="205">
                  <c:v>-92</c:v>
                </c:pt>
                <c:pt idx="206">
                  <c:v>-91</c:v>
                </c:pt>
                <c:pt idx="207">
                  <c:v>-91</c:v>
                </c:pt>
                <c:pt idx="208">
                  <c:v>-91</c:v>
                </c:pt>
                <c:pt idx="209">
                  <c:v>-90</c:v>
                </c:pt>
                <c:pt idx="210">
                  <c:v>-90</c:v>
                </c:pt>
                <c:pt idx="211">
                  <c:v>-90</c:v>
                </c:pt>
                <c:pt idx="212">
                  <c:v>-89</c:v>
                </c:pt>
                <c:pt idx="213">
                  <c:v>-89</c:v>
                </c:pt>
                <c:pt idx="214">
                  <c:v>-89</c:v>
                </c:pt>
                <c:pt idx="215">
                  <c:v>-88</c:v>
                </c:pt>
                <c:pt idx="216">
                  <c:v>-88</c:v>
                </c:pt>
                <c:pt idx="217">
                  <c:v>-88</c:v>
                </c:pt>
                <c:pt idx="218">
                  <c:v>-87</c:v>
                </c:pt>
                <c:pt idx="219">
                  <c:v>-87</c:v>
                </c:pt>
                <c:pt idx="220">
                  <c:v>-87</c:v>
                </c:pt>
                <c:pt idx="221">
                  <c:v>-86</c:v>
                </c:pt>
                <c:pt idx="222">
                  <c:v>-86</c:v>
                </c:pt>
                <c:pt idx="223">
                  <c:v>-86</c:v>
                </c:pt>
                <c:pt idx="224">
                  <c:v>-85</c:v>
                </c:pt>
                <c:pt idx="225">
                  <c:v>-85</c:v>
                </c:pt>
                <c:pt idx="226">
                  <c:v>-85</c:v>
                </c:pt>
                <c:pt idx="227">
                  <c:v>-84</c:v>
                </c:pt>
                <c:pt idx="228">
                  <c:v>-84</c:v>
                </c:pt>
                <c:pt idx="229">
                  <c:v>-84</c:v>
                </c:pt>
                <c:pt idx="230">
                  <c:v>-83</c:v>
                </c:pt>
                <c:pt idx="231">
                  <c:v>-83</c:v>
                </c:pt>
                <c:pt idx="232">
                  <c:v>-83</c:v>
                </c:pt>
                <c:pt idx="233">
                  <c:v>-82</c:v>
                </c:pt>
                <c:pt idx="234">
                  <c:v>-82</c:v>
                </c:pt>
                <c:pt idx="235">
                  <c:v>-82</c:v>
                </c:pt>
                <c:pt idx="236">
                  <c:v>-81</c:v>
                </c:pt>
                <c:pt idx="237">
                  <c:v>-81</c:v>
                </c:pt>
                <c:pt idx="238">
                  <c:v>-81</c:v>
                </c:pt>
                <c:pt idx="239">
                  <c:v>-80</c:v>
                </c:pt>
                <c:pt idx="240">
                  <c:v>-80</c:v>
                </c:pt>
                <c:pt idx="241">
                  <c:v>-80</c:v>
                </c:pt>
                <c:pt idx="242">
                  <c:v>-79</c:v>
                </c:pt>
                <c:pt idx="243">
                  <c:v>-79</c:v>
                </c:pt>
                <c:pt idx="244">
                  <c:v>-79</c:v>
                </c:pt>
                <c:pt idx="245">
                  <c:v>-78</c:v>
                </c:pt>
                <c:pt idx="246">
                  <c:v>-78</c:v>
                </c:pt>
                <c:pt idx="247">
                  <c:v>-78</c:v>
                </c:pt>
                <c:pt idx="248">
                  <c:v>-77</c:v>
                </c:pt>
                <c:pt idx="249">
                  <c:v>-77</c:v>
                </c:pt>
                <c:pt idx="250">
                  <c:v>-77</c:v>
                </c:pt>
                <c:pt idx="251">
                  <c:v>-76</c:v>
                </c:pt>
                <c:pt idx="252">
                  <c:v>-76</c:v>
                </c:pt>
                <c:pt idx="253">
                  <c:v>-76</c:v>
                </c:pt>
                <c:pt idx="254">
                  <c:v>-75</c:v>
                </c:pt>
                <c:pt idx="255">
                  <c:v>-75</c:v>
                </c:pt>
                <c:pt idx="256">
                  <c:v>-75</c:v>
                </c:pt>
                <c:pt idx="257">
                  <c:v>-74</c:v>
                </c:pt>
                <c:pt idx="258">
                  <c:v>-74</c:v>
                </c:pt>
                <c:pt idx="259">
                  <c:v>-74</c:v>
                </c:pt>
                <c:pt idx="260">
                  <c:v>-73</c:v>
                </c:pt>
                <c:pt idx="261">
                  <c:v>-73</c:v>
                </c:pt>
                <c:pt idx="262">
                  <c:v>-73</c:v>
                </c:pt>
                <c:pt idx="263">
                  <c:v>-72</c:v>
                </c:pt>
                <c:pt idx="264">
                  <c:v>-72</c:v>
                </c:pt>
                <c:pt idx="265">
                  <c:v>-72</c:v>
                </c:pt>
                <c:pt idx="266">
                  <c:v>-71</c:v>
                </c:pt>
                <c:pt idx="267">
                  <c:v>-71</c:v>
                </c:pt>
                <c:pt idx="268">
                  <c:v>-71</c:v>
                </c:pt>
                <c:pt idx="269">
                  <c:v>-70</c:v>
                </c:pt>
                <c:pt idx="270">
                  <c:v>-70</c:v>
                </c:pt>
                <c:pt idx="271">
                  <c:v>-70</c:v>
                </c:pt>
                <c:pt idx="272">
                  <c:v>-69</c:v>
                </c:pt>
                <c:pt idx="273">
                  <c:v>-69</c:v>
                </c:pt>
                <c:pt idx="274">
                  <c:v>-69</c:v>
                </c:pt>
                <c:pt idx="275">
                  <c:v>-68</c:v>
                </c:pt>
                <c:pt idx="276">
                  <c:v>-68</c:v>
                </c:pt>
                <c:pt idx="277">
                  <c:v>-68</c:v>
                </c:pt>
                <c:pt idx="278">
                  <c:v>-67</c:v>
                </c:pt>
                <c:pt idx="279">
                  <c:v>-67</c:v>
                </c:pt>
                <c:pt idx="280">
                  <c:v>-67</c:v>
                </c:pt>
                <c:pt idx="281">
                  <c:v>-66</c:v>
                </c:pt>
                <c:pt idx="282">
                  <c:v>-66</c:v>
                </c:pt>
                <c:pt idx="283">
                  <c:v>-66</c:v>
                </c:pt>
                <c:pt idx="284">
                  <c:v>-65</c:v>
                </c:pt>
                <c:pt idx="285">
                  <c:v>-65</c:v>
                </c:pt>
                <c:pt idx="286">
                  <c:v>-65</c:v>
                </c:pt>
                <c:pt idx="287">
                  <c:v>-64</c:v>
                </c:pt>
                <c:pt idx="288">
                  <c:v>-64</c:v>
                </c:pt>
                <c:pt idx="289">
                  <c:v>-64</c:v>
                </c:pt>
                <c:pt idx="290">
                  <c:v>-63</c:v>
                </c:pt>
                <c:pt idx="291">
                  <c:v>-63</c:v>
                </c:pt>
                <c:pt idx="292">
                  <c:v>-63</c:v>
                </c:pt>
                <c:pt idx="293">
                  <c:v>-62</c:v>
                </c:pt>
                <c:pt idx="294">
                  <c:v>-62</c:v>
                </c:pt>
                <c:pt idx="295">
                  <c:v>-62</c:v>
                </c:pt>
                <c:pt idx="296">
                  <c:v>-61</c:v>
                </c:pt>
                <c:pt idx="297">
                  <c:v>-61</c:v>
                </c:pt>
                <c:pt idx="298">
                  <c:v>-61</c:v>
                </c:pt>
                <c:pt idx="299">
                  <c:v>-60</c:v>
                </c:pt>
                <c:pt idx="300">
                  <c:v>-60</c:v>
                </c:pt>
                <c:pt idx="301">
                  <c:v>-60</c:v>
                </c:pt>
                <c:pt idx="302">
                  <c:v>-59</c:v>
                </c:pt>
                <c:pt idx="303">
                  <c:v>-59</c:v>
                </c:pt>
                <c:pt idx="304">
                  <c:v>-59</c:v>
                </c:pt>
                <c:pt idx="305">
                  <c:v>-58</c:v>
                </c:pt>
                <c:pt idx="306">
                  <c:v>-58</c:v>
                </c:pt>
                <c:pt idx="307">
                  <c:v>-58</c:v>
                </c:pt>
                <c:pt idx="308">
                  <c:v>-57</c:v>
                </c:pt>
                <c:pt idx="309">
                  <c:v>-57</c:v>
                </c:pt>
                <c:pt idx="310">
                  <c:v>-57</c:v>
                </c:pt>
                <c:pt idx="311">
                  <c:v>-56</c:v>
                </c:pt>
                <c:pt idx="312">
                  <c:v>-56</c:v>
                </c:pt>
                <c:pt idx="313">
                  <c:v>-56</c:v>
                </c:pt>
                <c:pt idx="314">
                  <c:v>-55</c:v>
                </c:pt>
                <c:pt idx="315">
                  <c:v>-55</c:v>
                </c:pt>
                <c:pt idx="316">
                  <c:v>-55</c:v>
                </c:pt>
                <c:pt idx="317">
                  <c:v>-54</c:v>
                </c:pt>
                <c:pt idx="318">
                  <c:v>-54</c:v>
                </c:pt>
                <c:pt idx="319">
                  <c:v>-54</c:v>
                </c:pt>
                <c:pt idx="320">
                  <c:v>-53</c:v>
                </c:pt>
                <c:pt idx="321">
                  <c:v>-53</c:v>
                </c:pt>
                <c:pt idx="322">
                  <c:v>-53</c:v>
                </c:pt>
                <c:pt idx="323">
                  <c:v>-52</c:v>
                </c:pt>
                <c:pt idx="324">
                  <c:v>-52</c:v>
                </c:pt>
                <c:pt idx="325">
                  <c:v>-52</c:v>
                </c:pt>
                <c:pt idx="326">
                  <c:v>-51</c:v>
                </c:pt>
                <c:pt idx="327">
                  <c:v>-51</c:v>
                </c:pt>
                <c:pt idx="328">
                  <c:v>-51</c:v>
                </c:pt>
                <c:pt idx="329">
                  <c:v>-50</c:v>
                </c:pt>
                <c:pt idx="330">
                  <c:v>-50</c:v>
                </c:pt>
                <c:pt idx="331">
                  <c:v>-50</c:v>
                </c:pt>
                <c:pt idx="332">
                  <c:v>-49</c:v>
                </c:pt>
                <c:pt idx="333">
                  <c:v>-49</c:v>
                </c:pt>
                <c:pt idx="334">
                  <c:v>-49</c:v>
                </c:pt>
                <c:pt idx="335">
                  <c:v>-48</c:v>
                </c:pt>
                <c:pt idx="336">
                  <c:v>-48</c:v>
                </c:pt>
                <c:pt idx="337">
                  <c:v>-48</c:v>
                </c:pt>
                <c:pt idx="338">
                  <c:v>-47</c:v>
                </c:pt>
                <c:pt idx="339">
                  <c:v>-47</c:v>
                </c:pt>
                <c:pt idx="340">
                  <c:v>-47</c:v>
                </c:pt>
                <c:pt idx="341">
                  <c:v>-46</c:v>
                </c:pt>
                <c:pt idx="342">
                  <c:v>-46</c:v>
                </c:pt>
                <c:pt idx="343">
                  <c:v>-46</c:v>
                </c:pt>
                <c:pt idx="344">
                  <c:v>-45</c:v>
                </c:pt>
                <c:pt idx="345">
                  <c:v>-45</c:v>
                </c:pt>
                <c:pt idx="346">
                  <c:v>-45</c:v>
                </c:pt>
                <c:pt idx="347">
                  <c:v>-44</c:v>
                </c:pt>
                <c:pt idx="348">
                  <c:v>-44</c:v>
                </c:pt>
                <c:pt idx="349">
                  <c:v>-44</c:v>
                </c:pt>
                <c:pt idx="350">
                  <c:v>-43</c:v>
                </c:pt>
                <c:pt idx="351">
                  <c:v>-43</c:v>
                </c:pt>
                <c:pt idx="352">
                  <c:v>-43</c:v>
                </c:pt>
                <c:pt idx="353">
                  <c:v>-42</c:v>
                </c:pt>
                <c:pt idx="354">
                  <c:v>-42</c:v>
                </c:pt>
                <c:pt idx="355">
                  <c:v>-42</c:v>
                </c:pt>
                <c:pt idx="356">
                  <c:v>-41</c:v>
                </c:pt>
                <c:pt idx="357">
                  <c:v>-41</c:v>
                </c:pt>
                <c:pt idx="358">
                  <c:v>-41</c:v>
                </c:pt>
                <c:pt idx="359">
                  <c:v>-40</c:v>
                </c:pt>
                <c:pt idx="360">
                  <c:v>-40</c:v>
                </c:pt>
                <c:pt idx="361">
                  <c:v>-40</c:v>
                </c:pt>
                <c:pt idx="362">
                  <c:v>-39</c:v>
                </c:pt>
                <c:pt idx="363">
                  <c:v>-39</c:v>
                </c:pt>
                <c:pt idx="364">
                  <c:v>-39</c:v>
                </c:pt>
                <c:pt idx="365">
                  <c:v>-38</c:v>
                </c:pt>
                <c:pt idx="366">
                  <c:v>-38</c:v>
                </c:pt>
                <c:pt idx="367">
                  <c:v>-38</c:v>
                </c:pt>
                <c:pt idx="368">
                  <c:v>-37</c:v>
                </c:pt>
                <c:pt idx="369">
                  <c:v>-37</c:v>
                </c:pt>
                <c:pt idx="370">
                  <c:v>-37</c:v>
                </c:pt>
                <c:pt idx="371">
                  <c:v>-36</c:v>
                </c:pt>
                <c:pt idx="372">
                  <c:v>-36</c:v>
                </c:pt>
                <c:pt idx="373">
                  <c:v>-36</c:v>
                </c:pt>
                <c:pt idx="374">
                  <c:v>-35</c:v>
                </c:pt>
                <c:pt idx="375">
                  <c:v>-35</c:v>
                </c:pt>
                <c:pt idx="376">
                  <c:v>-35</c:v>
                </c:pt>
                <c:pt idx="377">
                  <c:v>-34</c:v>
                </c:pt>
                <c:pt idx="378">
                  <c:v>-34</c:v>
                </c:pt>
                <c:pt idx="379">
                  <c:v>-34</c:v>
                </c:pt>
                <c:pt idx="380">
                  <c:v>-33</c:v>
                </c:pt>
                <c:pt idx="381">
                  <c:v>-33</c:v>
                </c:pt>
                <c:pt idx="382">
                  <c:v>-33</c:v>
                </c:pt>
                <c:pt idx="383">
                  <c:v>-32</c:v>
                </c:pt>
                <c:pt idx="384">
                  <c:v>-32</c:v>
                </c:pt>
                <c:pt idx="385">
                  <c:v>-32</c:v>
                </c:pt>
                <c:pt idx="386">
                  <c:v>-31</c:v>
                </c:pt>
                <c:pt idx="387">
                  <c:v>-31</c:v>
                </c:pt>
                <c:pt idx="388">
                  <c:v>-31</c:v>
                </c:pt>
                <c:pt idx="389">
                  <c:v>-30</c:v>
                </c:pt>
                <c:pt idx="390">
                  <c:v>-30</c:v>
                </c:pt>
                <c:pt idx="391">
                  <c:v>-30</c:v>
                </c:pt>
                <c:pt idx="392">
                  <c:v>-29</c:v>
                </c:pt>
                <c:pt idx="393">
                  <c:v>-29</c:v>
                </c:pt>
                <c:pt idx="394">
                  <c:v>-29</c:v>
                </c:pt>
                <c:pt idx="395">
                  <c:v>-28</c:v>
                </c:pt>
                <c:pt idx="396">
                  <c:v>-28</c:v>
                </c:pt>
                <c:pt idx="397">
                  <c:v>-28</c:v>
                </c:pt>
                <c:pt idx="398">
                  <c:v>-27</c:v>
                </c:pt>
                <c:pt idx="399">
                  <c:v>-27</c:v>
                </c:pt>
                <c:pt idx="400">
                  <c:v>-27</c:v>
                </c:pt>
                <c:pt idx="401">
                  <c:v>-26</c:v>
                </c:pt>
                <c:pt idx="402">
                  <c:v>-26</c:v>
                </c:pt>
                <c:pt idx="403">
                  <c:v>-26</c:v>
                </c:pt>
                <c:pt idx="404">
                  <c:v>-25</c:v>
                </c:pt>
                <c:pt idx="405">
                  <c:v>-25</c:v>
                </c:pt>
                <c:pt idx="406">
                  <c:v>-25</c:v>
                </c:pt>
                <c:pt idx="407">
                  <c:v>-24</c:v>
                </c:pt>
                <c:pt idx="408">
                  <c:v>-24</c:v>
                </c:pt>
                <c:pt idx="409">
                  <c:v>-24</c:v>
                </c:pt>
                <c:pt idx="410">
                  <c:v>-23</c:v>
                </c:pt>
                <c:pt idx="411">
                  <c:v>-23</c:v>
                </c:pt>
                <c:pt idx="412">
                  <c:v>-23</c:v>
                </c:pt>
                <c:pt idx="413">
                  <c:v>-22</c:v>
                </c:pt>
                <c:pt idx="414">
                  <c:v>-22</c:v>
                </c:pt>
                <c:pt idx="415">
                  <c:v>-22</c:v>
                </c:pt>
                <c:pt idx="416">
                  <c:v>-21</c:v>
                </c:pt>
                <c:pt idx="417">
                  <c:v>-21</c:v>
                </c:pt>
                <c:pt idx="418">
                  <c:v>-21</c:v>
                </c:pt>
                <c:pt idx="419">
                  <c:v>-20</c:v>
                </c:pt>
                <c:pt idx="420">
                  <c:v>-20</c:v>
                </c:pt>
                <c:pt idx="421">
                  <c:v>-20</c:v>
                </c:pt>
                <c:pt idx="422">
                  <c:v>-19</c:v>
                </c:pt>
                <c:pt idx="423">
                  <c:v>-19</c:v>
                </c:pt>
                <c:pt idx="424">
                  <c:v>-19</c:v>
                </c:pt>
                <c:pt idx="425">
                  <c:v>-18</c:v>
                </c:pt>
                <c:pt idx="426">
                  <c:v>-18</c:v>
                </c:pt>
                <c:pt idx="427">
                  <c:v>-18</c:v>
                </c:pt>
                <c:pt idx="428">
                  <c:v>-17</c:v>
                </c:pt>
                <c:pt idx="429">
                  <c:v>-17</c:v>
                </c:pt>
                <c:pt idx="430">
                  <c:v>-17</c:v>
                </c:pt>
                <c:pt idx="431">
                  <c:v>-16</c:v>
                </c:pt>
                <c:pt idx="432">
                  <c:v>-16</c:v>
                </c:pt>
                <c:pt idx="433">
                  <c:v>-16</c:v>
                </c:pt>
                <c:pt idx="434">
                  <c:v>-15</c:v>
                </c:pt>
                <c:pt idx="435">
                  <c:v>-15</c:v>
                </c:pt>
                <c:pt idx="436">
                  <c:v>-15</c:v>
                </c:pt>
                <c:pt idx="437">
                  <c:v>-14</c:v>
                </c:pt>
                <c:pt idx="438">
                  <c:v>-14</c:v>
                </c:pt>
                <c:pt idx="439">
                  <c:v>-14</c:v>
                </c:pt>
                <c:pt idx="440">
                  <c:v>-13</c:v>
                </c:pt>
                <c:pt idx="441">
                  <c:v>-13</c:v>
                </c:pt>
                <c:pt idx="442">
                  <c:v>-13</c:v>
                </c:pt>
                <c:pt idx="443">
                  <c:v>-12</c:v>
                </c:pt>
                <c:pt idx="444">
                  <c:v>-12</c:v>
                </c:pt>
                <c:pt idx="445">
                  <c:v>-12</c:v>
                </c:pt>
                <c:pt idx="446">
                  <c:v>-11</c:v>
                </c:pt>
                <c:pt idx="447">
                  <c:v>-11</c:v>
                </c:pt>
                <c:pt idx="448">
                  <c:v>-11</c:v>
                </c:pt>
                <c:pt idx="449">
                  <c:v>-10</c:v>
                </c:pt>
                <c:pt idx="450">
                  <c:v>-10</c:v>
                </c:pt>
                <c:pt idx="451">
                  <c:v>-10</c:v>
                </c:pt>
                <c:pt idx="452">
                  <c:v>-9</c:v>
                </c:pt>
                <c:pt idx="453">
                  <c:v>-9</c:v>
                </c:pt>
                <c:pt idx="454">
                  <c:v>-9</c:v>
                </c:pt>
                <c:pt idx="455">
                  <c:v>-8</c:v>
                </c:pt>
                <c:pt idx="456">
                  <c:v>-8</c:v>
                </c:pt>
                <c:pt idx="457">
                  <c:v>-8</c:v>
                </c:pt>
                <c:pt idx="458">
                  <c:v>-7</c:v>
                </c:pt>
                <c:pt idx="459">
                  <c:v>-7</c:v>
                </c:pt>
                <c:pt idx="460">
                  <c:v>-7</c:v>
                </c:pt>
                <c:pt idx="461">
                  <c:v>-6</c:v>
                </c:pt>
                <c:pt idx="462">
                  <c:v>-6</c:v>
                </c:pt>
                <c:pt idx="463">
                  <c:v>-6</c:v>
                </c:pt>
                <c:pt idx="464">
                  <c:v>-5</c:v>
                </c:pt>
                <c:pt idx="465">
                  <c:v>-5</c:v>
                </c:pt>
                <c:pt idx="466">
                  <c:v>-5</c:v>
                </c:pt>
                <c:pt idx="467">
                  <c:v>-4</c:v>
                </c:pt>
                <c:pt idx="468">
                  <c:v>-4</c:v>
                </c:pt>
                <c:pt idx="469">
                  <c:v>-4</c:v>
                </c:pt>
                <c:pt idx="470">
                  <c:v>-3</c:v>
                </c:pt>
                <c:pt idx="471">
                  <c:v>-3</c:v>
                </c:pt>
                <c:pt idx="472">
                  <c:v>-3</c:v>
                </c:pt>
                <c:pt idx="473">
                  <c:v>-2</c:v>
                </c:pt>
                <c:pt idx="474">
                  <c:v>-2</c:v>
                </c:pt>
                <c:pt idx="475">
                  <c:v>-2</c:v>
                </c:pt>
                <c:pt idx="476">
                  <c:v>-1</c:v>
                </c:pt>
                <c:pt idx="477">
                  <c:v>-1</c:v>
                </c:pt>
                <c:pt idx="478">
                  <c:v>-1</c:v>
                </c:pt>
                <c:pt idx="479">
                  <c:v>0</c:v>
                </c:pt>
                <c:pt idx="480">
                  <c:v>0</c:v>
                </c:pt>
              </c:numCache>
            </c:numRef>
          </c:xVal>
          <c:yVal>
            <c:numRef>
              <c:f>Sheet1!$F$2:$F$482</c:f>
              <c:numCache>
                <c:formatCode>General</c:formatCode>
                <c:ptCount val="481"/>
                <c:pt idx="0">
                  <c:v>0.15</c:v>
                </c:pt>
                <c:pt idx="1">
                  <c:v>0.15</c:v>
                </c:pt>
                <c:pt idx="2">
                  <c:v>0.15</c:v>
                </c:pt>
                <c:pt idx="3">
                  <c:v>0.15</c:v>
                </c:pt>
                <c:pt idx="4">
                  <c:v>0.15</c:v>
                </c:pt>
                <c:pt idx="5">
                  <c:v>0.15</c:v>
                </c:pt>
                <c:pt idx="6">
                  <c:v>0.15</c:v>
                </c:pt>
                <c:pt idx="7">
                  <c:v>0.15</c:v>
                </c:pt>
                <c:pt idx="8">
                  <c:v>0.15</c:v>
                </c:pt>
                <c:pt idx="9">
                  <c:v>0.15</c:v>
                </c:pt>
                <c:pt idx="10">
                  <c:v>0.15</c:v>
                </c:pt>
                <c:pt idx="11">
                  <c:v>0.15</c:v>
                </c:pt>
                <c:pt idx="12">
                  <c:v>0.15</c:v>
                </c:pt>
                <c:pt idx="13">
                  <c:v>0.15</c:v>
                </c:pt>
                <c:pt idx="14">
                  <c:v>0.15</c:v>
                </c:pt>
                <c:pt idx="15">
                  <c:v>0.15</c:v>
                </c:pt>
                <c:pt idx="16">
                  <c:v>0.15</c:v>
                </c:pt>
                <c:pt idx="17">
                  <c:v>0.15</c:v>
                </c:pt>
                <c:pt idx="18">
                  <c:v>0.15</c:v>
                </c:pt>
                <c:pt idx="19">
                  <c:v>0.15</c:v>
                </c:pt>
                <c:pt idx="20">
                  <c:v>0.15</c:v>
                </c:pt>
                <c:pt idx="21">
                  <c:v>0.15</c:v>
                </c:pt>
                <c:pt idx="22">
                  <c:v>0.15</c:v>
                </c:pt>
                <c:pt idx="23">
                  <c:v>0.15</c:v>
                </c:pt>
                <c:pt idx="24">
                  <c:v>0.15</c:v>
                </c:pt>
                <c:pt idx="25">
                  <c:v>0.15</c:v>
                </c:pt>
                <c:pt idx="26">
                  <c:v>0.15</c:v>
                </c:pt>
                <c:pt idx="27">
                  <c:v>0.15</c:v>
                </c:pt>
                <c:pt idx="28">
                  <c:v>0.15</c:v>
                </c:pt>
                <c:pt idx="29">
                  <c:v>0.15</c:v>
                </c:pt>
                <c:pt idx="30">
                  <c:v>0.15</c:v>
                </c:pt>
                <c:pt idx="31">
                  <c:v>0.15</c:v>
                </c:pt>
                <c:pt idx="32">
                  <c:v>0.15</c:v>
                </c:pt>
                <c:pt idx="33">
                  <c:v>0.15</c:v>
                </c:pt>
                <c:pt idx="34">
                  <c:v>0.15</c:v>
                </c:pt>
                <c:pt idx="35">
                  <c:v>0.15</c:v>
                </c:pt>
                <c:pt idx="36">
                  <c:v>0.15</c:v>
                </c:pt>
                <c:pt idx="37">
                  <c:v>0.15</c:v>
                </c:pt>
                <c:pt idx="38">
                  <c:v>0.15</c:v>
                </c:pt>
                <c:pt idx="39">
                  <c:v>0.15</c:v>
                </c:pt>
                <c:pt idx="40">
                  <c:v>0.15</c:v>
                </c:pt>
                <c:pt idx="41">
                  <c:v>0.15</c:v>
                </c:pt>
                <c:pt idx="42">
                  <c:v>0.15</c:v>
                </c:pt>
                <c:pt idx="43">
                  <c:v>0.15</c:v>
                </c:pt>
                <c:pt idx="44">
                  <c:v>0.15</c:v>
                </c:pt>
                <c:pt idx="45">
                  <c:v>0.15</c:v>
                </c:pt>
                <c:pt idx="46">
                  <c:v>0.15</c:v>
                </c:pt>
                <c:pt idx="47">
                  <c:v>0.15</c:v>
                </c:pt>
                <c:pt idx="48">
                  <c:v>0.15</c:v>
                </c:pt>
                <c:pt idx="49">
                  <c:v>0.15</c:v>
                </c:pt>
                <c:pt idx="50">
                  <c:v>0.15</c:v>
                </c:pt>
                <c:pt idx="51">
                  <c:v>0.15</c:v>
                </c:pt>
                <c:pt idx="52">
                  <c:v>0.15</c:v>
                </c:pt>
                <c:pt idx="53">
                  <c:v>0.15</c:v>
                </c:pt>
                <c:pt idx="54">
                  <c:v>0.15</c:v>
                </c:pt>
                <c:pt idx="55">
                  <c:v>0.15</c:v>
                </c:pt>
                <c:pt idx="56">
                  <c:v>0.15</c:v>
                </c:pt>
                <c:pt idx="57">
                  <c:v>0.15</c:v>
                </c:pt>
                <c:pt idx="58">
                  <c:v>0.15</c:v>
                </c:pt>
                <c:pt idx="59">
                  <c:v>0.15</c:v>
                </c:pt>
                <c:pt idx="60">
                  <c:v>0.15</c:v>
                </c:pt>
                <c:pt idx="61">
                  <c:v>0.15</c:v>
                </c:pt>
                <c:pt idx="62">
                  <c:v>0.15</c:v>
                </c:pt>
                <c:pt idx="63">
                  <c:v>0.15</c:v>
                </c:pt>
                <c:pt idx="64">
                  <c:v>0.15</c:v>
                </c:pt>
                <c:pt idx="65">
                  <c:v>0.15</c:v>
                </c:pt>
                <c:pt idx="66">
                  <c:v>0.15</c:v>
                </c:pt>
                <c:pt idx="67">
                  <c:v>0.15</c:v>
                </c:pt>
                <c:pt idx="68">
                  <c:v>0.15</c:v>
                </c:pt>
                <c:pt idx="69">
                  <c:v>0.15</c:v>
                </c:pt>
                <c:pt idx="70">
                  <c:v>0.15</c:v>
                </c:pt>
                <c:pt idx="71">
                  <c:v>0.15</c:v>
                </c:pt>
                <c:pt idx="72">
                  <c:v>0.15</c:v>
                </c:pt>
                <c:pt idx="73">
                  <c:v>0.15</c:v>
                </c:pt>
                <c:pt idx="74">
                  <c:v>0.15</c:v>
                </c:pt>
                <c:pt idx="75">
                  <c:v>0.15</c:v>
                </c:pt>
                <c:pt idx="76">
                  <c:v>0.15</c:v>
                </c:pt>
                <c:pt idx="77">
                  <c:v>0.15</c:v>
                </c:pt>
                <c:pt idx="78">
                  <c:v>0.15</c:v>
                </c:pt>
                <c:pt idx="79">
                  <c:v>0.15</c:v>
                </c:pt>
                <c:pt idx="80">
                  <c:v>0.15</c:v>
                </c:pt>
                <c:pt idx="81">
                  <c:v>0.15</c:v>
                </c:pt>
                <c:pt idx="82">
                  <c:v>0.15</c:v>
                </c:pt>
                <c:pt idx="83">
                  <c:v>0.15</c:v>
                </c:pt>
                <c:pt idx="84">
                  <c:v>0.15</c:v>
                </c:pt>
                <c:pt idx="85">
                  <c:v>0.15</c:v>
                </c:pt>
                <c:pt idx="86">
                  <c:v>0.15</c:v>
                </c:pt>
                <c:pt idx="87">
                  <c:v>0.15</c:v>
                </c:pt>
                <c:pt idx="88">
                  <c:v>0.15</c:v>
                </c:pt>
                <c:pt idx="89">
                  <c:v>0.15</c:v>
                </c:pt>
                <c:pt idx="90">
                  <c:v>0.15</c:v>
                </c:pt>
                <c:pt idx="91">
                  <c:v>0.15</c:v>
                </c:pt>
                <c:pt idx="92">
                  <c:v>0.15</c:v>
                </c:pt>
                <c:pt idx="93">
                  <c:v>0.15</c:v>
                </c:pt>
                <c:pt idx="94">
                  <c:v>0.15</c:v>
                </c:pt>
                <c:pt idx="95">
                  <c:v>0.15</c:v>
                </c:pt>
                <c:pt idx="96">
                  <c:v>0.15</c:v>
                </c:pt>
                <c:pt idx="97">
                  <c:v>0.15</c:v>
                </c:pt>
                <c:pt idx="98">
                  <c:v>0.15</c:v>
                </c:pt>
                <c:pt idx="99">
                  <c:v>0.15</c:v>
                </c:pt>
                <c:pt idx="100">
                  <c:v>0.15</c:v>
                </c:pt>
                <c:pt idx="101">
                  <c:v>0.15</c:v>
                </c:pt>
                <c:pt idx="102">
                  <c:v>0.15</c:v>
                </c:pt>
                <c:pt idx="103">
                  <c:v>0.15</c:v>
                </c:pt>
                <c:pt idx="104">
                  <c:v>0.15</c:v>
                </c:pt>
                <c:pt idx="105">
                  <c:v>0.15</c:v>
                </c:pt>
                <c:pt idx="106">
                  <c:v>0.15</c:v>
                </c:pt>
                <c:pt idx="107">
                  <c:v>0.15</c:v>
                </c:pt>
                <c:pt idx="108">
                  <c:v>0.15</c:v>
                </c:pt>
                <c:pt idx="109">
                  <c:v>0.15</c:v>
                </c:pt>
                <c:pt idx="110">
                  <c:v>0.15</c:v>
                </c:pt>
                <c:pt idx="111">
                  <c:v>0.15</c:v>
                </c:pt>
                <c:pt idx="112">
                  <c:v>0.15</c:v>
                </c:pt>
                <c:pt idx="113">
                  <c:v>0.15</c:v>
                </c:pt>
                <c:pt idx="114">
                  <c:v>0.15</c:v>
                </c:pt>
                <c:pt idx="115">
                  <c:v>0.15</c:v>
                </c:pt>
                <c:pt idx="116">
                  <c:v>0.15</c:v>
                </c:pt>
                <c:pt idx="117">
                  <c:v>0.15</c:v>
                </c:pt>
                <c:pt idx="118">
                  <c:v>0.15</c:v>
                </c:pt>
                <c:pt idx="119">
                  <c:v>0.15</c:v>
                </c:pt>
                <c:pt idx="120">
                  <c:v>0.15</c:v>
                </c:pt>
                <c:pt idx="121">
                  <c:v>0.15</c:v>
                </c:pt>
                <c:pt idx="122">
                  <c:v>0.15</c:v>
                </c:pt>
                <c:pt idx="123">
                  <c:v>0.15</c:v>
                </c:pt>
                <c:pt idx="124">
                  <c:v>0.15</c:v>
                </c:pt>
                <c:pt idx="125">
                  <c:v>0.15</c:v>
                </c:pt>
                <c:pt idx="126">
                  <c:v>0.15</c:v>
                </c:pt>
                <c:pt idx="127">
                  <c:v>0.15</c:v>
                </c:pt>
                <c:pt idx="128">
                  <c:v>0.15</c:v>
                </c:pt>
                <c:pt idx="129">
                  <c:v>0.15</c:v>
                </c:pt>
                <c:pt idx="130">
                  <c:v>0.15</c:v>
                </c:pt>
                <c:pt idx="131">
                  <c:v>0.15</c:v>
                </c:pt>
                <c:pt idx="132">
                  <c:v>0.15</c:v>
                </c:pt>
                <c:pt idx="133">
                  <c:v>0.15</c:v>
                </c:pt>
                <c:pt idx="134">
                  <c:v>0.15</c:v>
                </c:pt>
                <c:pt idx="135">
                  <c:v>0.15</c:v>
                </c:pt>
                <c:pt idx="136">
                  <c:v>0.15</c:v>
                </c:pt>
                <c:pt idx="137">
                  <c:v>0.15</c:v>
                </c:pt>
                <c:pt idx="138">
                  <c:v>0.15</c:v>
                </c:pt>
                <c:pt idx="139">
                  <c:v>0.15</c:v>
                </c:pt>
                <c:pt idx="140">
                  <c:v>0.15</c:v>
                </c:pt>
                <c:pt idx="141">
                  <c:v>0.15</c:v>
                </c:pt>
                <c:pt idx="142">
                  <c:v>0.15</c:v>
                </c:pt>
                <c:pt idx="143">
                  <c:v>0.15</c:v>
                </c:pt>
                <c:pt idx="144">
                  <c:v>0.15</c:v>
                </c:pt>
                <c:pt idx="145">
                  <c:v>0.15</c:v>
                </c:pt>
                <c:pt idx="146">
                  <c:v>0.15</c:v>
                </c:pt>
                <c:pt idx="147">
                  <c:v>0.15</c:v>
                </c:pt>
                <c:pt idx="148">
                  <c:v>0.15</c:v>
                </c:pt>
                <c:pt idx="149">
                  <c:v>0.15</c:v>
                </c:pt>
                <c:pt idx="150">
                  <c:v>0.15</c:v>
                </c:pt>
                <c:pt idx="151">
                  <c:v>0.15</c:v>
                </c:pt>
                <c:pt idx="152">
                  <c:v>0.15</c:v>
                </c:pt>
                <c:pt idx="153">
                  <c:v>0.15</c:v>
                </c:pt>
                <c:pt idx="154">
                  <c:v>0.15</c:v>
                </c:pt>
                <c:pt idx="155">
                  <c:v>0.15</c:v>
                </c:pt>
                <c:pt idx="156">
                  <c:v>0.15</c:v>
                </c:pt>
                <c:pt idx="157">
                  <c:v>0.15</c:v>
                </c:pt>
                <c:pt idx="158">
                  <c:v>0.15</c:v>
                </c:pt>
                <c:pt idx="159">
                  <c:v>0.15</c:v>
                </c:pt>
                <c:pt idx="160">
                  <c:v>0.15</c:v>
                </c:pt>
                <c:pt idx="161">
                  <c:v>0.15</c:v>
                </c:pt>
                <c:pt idx="162">
                  <c:v>0.15</c:v>
                </c:pt>
                <c:pt idx="163">
                  <c:v>0.15</c:v>
                </c:pt>
                <c:pt idx="164">
                  <c:v>0.15</c:v>
                </c:pt>
                <c:pt idx="165">
                  <c:v>0.15</c:v>
                </c:pt>
                <c:pt idx="166">
                  <c:v>0.15</c:v>
                </c:pt>
                <c:pt idx="167">
                  <c:v>0.15</c:v>
                </c:pt>
                <c:pt idx="168">
                  <c:v>0.15</c:v>
                </c:pt>
                <c:pt idx="169">
                  <c:v>0.15</c:v>
                </c:pt>
                <c:pt idx="170">
                  <c:v>0.15</c:v>
                </c:pt>
                <c:pt idx="171">
                  <c:v>0.15</c:v>
                </c:pt>
                <c:pt idx="172">
                  <c:v>0.15</c:v>
                </c:pt>
                <c:pt idx="173">
                  <c:v>0.15</c:v>
                </c:pt>
                <c:pt idx="174">
                  <c:v>0.15</c:v>
                </c:pt>
                <c:pt idx="175">
                  <c:v>0.15</c:v>
                </c:pt>
                <c:pt idx="176">
                  <c:v>0.15</c:v>
                </c:pt>
                <c:pt idx="177">
                  <c:v>0.15</c:v>
                </c:pt>
                <c:pt idx="178">
                  <c:v>0.15</c:v>
                </c:pt>
                <c:pt idx="179">
                  <c:v>0.15</c:v>
                </c:pt>
                <c:pt idx="180">
                  <c:v>0.15</c:v>
                </c:pt>
                <c:pt idx="181">
                  <c:v>0.15</c:v>
                </c:pt>
                <c:pt idx="182">
                  <c:v>0.15</c:v>
                </c:pt>
                <c:pt idx="183">
                  <c:v>0.15</c:v>
                </c:pt>
                <c:pt idx="184">
                  <c:v>0.15</c:v>
                </c:pt>
                <c:pt idx="185">
                  <c:v>0.15</c:v>
                </c:pt>
                <c:pt idx="186">
                  <c:v>0.15</c:v>
                </c:pt>
                <c:pt idx="187">
                  <c:v>0.15</c:v>
                </c:pt>
                <c:pt idx="188">
                  <c:v>0.15</c:v>
                </c:pt>
                <c:pt idx="189">
                  <c:v>0.15</c:v>
                </c:pt>
                <c:pt idx="190">
                  <c:v>0.15</c:v>
                </c:pt>
                <c:pt idx="191">
                  <c:v>0.15</c:v>
                </c:pt>
                <c:pt idx="192">
                  <c:v>0.15</c:v>
                </c:pt>
                <c:pt idx="193">
                  <c:v>0.15</c:v>
                </c:pt>
                <c:pt idx="194">
                  <c:v>0.15</c:v>
                </c:pt>
                <c:pt idx="195">
                  <c:v>0.15</c:v>
                </c:pt>
                <c:pt idx="196">
                  <c:v>0.15</c:v>
                </c:pt>
                <c:pt idx="197">
                  <c:v>0.15</c:v>
                </c:pt>
                <c:pt idx="198">
                  <c:v>0.15</c:v>
                </c:pt>
                <c:pt idx="199">
                  <c:v>0.15</c:v>
                </c:pt>
                <c:pt idx="200">
                  <c:v>0.15</c:v>
                </c:pt>
                <c:pt idx="201">
                  <c:v>0.15</c:v>
                </c:pt>
                <c:pt idx="202">
                  <c:v>0.15</c:v>
                </c:pt>
                <c:pt idx="203">
                  <c:v>0.15</c:v>
                </c:pt>
                <c:pt idx="204">
                  <c:v>0.15</c:v>
                </c:pt>
                <c:pt idx="205">
                  <c:v>0.15</c:v>
                </c:pt>
                <c:pt idx="206">
                  <c:v>0.15</c:v>
                </c:pt>
                <c:pt idx="207">
                  <c:v>0.15</c:v>
                </c:pt>
                <c:pt idx="208">
                  <c:v>0.15</c:v>
                </c:pt>
                <c:pt idx="209">
                  <c:v>0.15</c:v>
                </c:pt>
                <c:pt idx="210">
                  <c:v>0.15</c:v>
                </c:pt>
                <c:pt idx="211">
                  <c:v>0.15</c:v>
                </c:pt>
                <c:pt idx="212">
                  <c:v>0.15</c:v>
                </c:pt>
                <c:pt idx="213">
                  <c:v>0.15</c:v>
                </c:pt>
                <c:pt idx="214">
                  <c:v>0.15</c:v>
                </c:pt>
                <c:pt idx="215">
                  <c:v>0.15</c:v>
                </c:pt>
                <c:pt idx="216">
                  <c:v>0.15</c:v>
                </c:pt>
                <c:pt idx="217">
                  <c:v>0.15</c:v>
                </c:pt>
                <c:pt idx="218">
                  <c:v>0.15</c:v>
                </c:pt>
                <c:pt idx="219">
                  <c:v>0.15</c:v>
                </c:pt>
                <c:pt idx="220">
                  <c:v>0.15</c:v>
                </c:pt>
                <c:pt idx="221">
                  <c:v>0.15</c:v>
                </c:pt>
                <c:pt idx="222">
                  <c:v>0.15</c:v>
                </c:pt>
                <c:pt idx="223">
                  <c:v>0.15</c:v>
                </c:pt>
                <c:pt idx="224">
                  <c:v>0.15</c:v>
                </c:pt>
                <c:pt idx="225">
                  <c:v>0.15</c:v>
                </c:pt>
                <c:pt idx="226">
                  <c:v>0.15</c:v>
                </c:pt>
                <c:pt idx="227">
                  <c:v>0.15</c:v>
                </c:pt>
                <c:pt idx="228">
                  <c:v>0.15</c:v>
                </c:pt>
                <c:pt idx="229">
                  <c:v>0.15</c:v>
                </c:pt>
                <c:pt idx="230">
                  <c:v>0.15</c:v>
                </c:pt>
                <c:pt idx="231">
                  <c:v>0.15</c:v>
                </c:pt>
                <c:pt idx="232">
                  <c:v>0.15</c:v>
                </c:pt>
                <c:pt idx="233">
                  <c:v>0.15</c:v>
                </c:pt>
                <c:pt idx="234">
                  <c:v>0.15</c:v>
                </c:pt>
                <c:pt idx="235">
                  <c:v>0.15</c:v>
                </c:pt>
                <c:pt idx="236">
                  <c:v>0.15</c:v>
                </c:pt>
                <c:pt idx="237">
                  <c:v>0.15</c:v>
                </c:pt>
                <c:pt idx="238">
                  <c:v>0.15</c:v>
                </c:pt>
                <c:pt idx="239">
                  <c:v>0.15</c:v>
                </c:pt>
                <c:pt idx="240">
                  <c:v>0.15</c:v>
                </c:pt>
                <c:pt idx="241">
                  <c:v>0.15</c:v>
                </c:pt>
                <c:pt idx="242">
                  <c:v>0.15</c:v>
                </c:pt>
                <c:pt idx="243">
                  <c:v>0.15</c:v>
                </c:pt>
                <c:pt idx="244">
                  <c:v>0.15</c:v>
                </c:pt>
                <c:pt idx="245">
                  <c:v>0.15</c:v>
                </c:pt>
                <c:pt idx="246">
                  <c:v>0.15</c:v>
                </c:pt>
                <c:pt idx="247">
                  <c:v>0.15</c:v>
                </c:pt>
                <c:pt idx="248">
                  <c:v>0.15</c:v>
                </c:pt>
                <c:pt idx="249">
                  <c:v>0.15</c:v>
                </c:pt>
                <c:pt idx="250">
                  <c:v>0.15</c:v>
                </c:pt>
                <c:pt idx="251">
                  <c:v>0.15</c:v>
                </c:pt>
                <c:pt idx="252">
                  <c:v>0.15</c:v>
                </c:pt>
                <c:pt idx="253">
                  <c:v>0.15</c:v>
                </c:pt>
                <c:pt idx="254">
                  <c:v>0.15</c:v>
                </c:pt>
                <c:pt idx="255">
                  <c:v>0.15</c:v>
                </c:pt>
                <c:pt idx="256">
                  <c:v>0.15</c:v>
                </c:pt>
                <c:pt idx="257">
                  <c:v>0.15</c:v>
                </c:pt>
                <c:pt idx="258">
                  <c:v>0.15</c:v>
                </c:pt>
                <c:pt idx="259">
                  <c:v>0.15</c:v>
                </c:pt>
                <c:pt idx="260">
                  <c:v>0.15</c:v>
                </c:pt>
                <c:pt idx="261">
                  <c:v>0.15</c:v>
                </c:pt>
                <c:pt idx="262">
                  <c:v>0.15</c:v>
                </c:pt>
                <c:pt idx="263">
                  <c:v>0.15</c:v>
                </c:pt>
                <c:pt idx="264">
                  <c:v>0.15</c:v>
                </c:pt>
                <c:pt idx="265">
                  <c:v>0.15</c:v>
                </c:pt>
                <c:pt idx="266">
                  <c:v>0.15</c:v>
                </c:pt>
                <c:pt idx="267">
                  <c:v>0.15</c:v>
                </c:pt>
                <c:pt idx="268">
                  <c:v>0.15</c:v>
                </c:pt>
                <c:pt idx="269">
                  <c:v>0.15</c:v>
                </c:pt>
                <c:pt idx="270">
                  <c:v>0.15</c:v>
                </c:pt>
                <c:pt idx="271">
                  <c:v>0.15</c:v>
                </c:pt>
                <c:pt idx="272">
                  <c:v>0.15</c:v>
                </c:pt>
                <c:pt idx="273">
                  <c:v>0.15</c:v>
                </c:pt>
                <c:pt idx="274">
                  <c:v>0.15</c:v>
                </c:pt>
                <c:pt idx="275">
                  <c:v>0.15</c:v>
                </c:pt>
                <c:pt idx="276">
                  <c:v>0.15</c:v>
                </c:pt>
                <c:pt idx="277">
                  <c:v>0.15</c:v>
                </c:pt>
                <c:pt idx="278">
                  <c:v>0.15</c:v>
                </c:pt>
                <c:pt idx="279">
                  <c:v>0.15</c:v>
                </c:pt>
                <c:pt idx="280">
                  <c:v>0.15</c:v>
                </c:pt>
                <c:pt idx="281">
                  <c:v>0.15</c:v>
                </c:pt>
                <c:pt idx="282">
                  <c:v>0.15</c:v>
                </c:pt>
                <c:pt idx="283">
                  <c:v>0.15</c:v>
                </c:pt>
                <c:pt idx="284">
                  <c:v>0.15</c:v>
                </c:pt>
                <c:pt idx="285">
                  <c:v>0.15</c:v>
                </c:pt>
                <c:pt idx="286">
                  <c:v>0.15</c:v>
                </c:pt>
                <c:pt idx="287">
                  <c:v>0.15</c:v>
                </c:pt>
                <c:pt idx="288">
                  <c:v>0.15</c:v>
                </c:pt>
                <c:pt idx="289">
                  <c:v>0.15</c:v>
                </c:pt>
                <c:pt idx="290">
                  <c:v>0.15</c:v>
                </c:pt>
                <c:pt idx="291">
                  <c:v>0.15</c:v>
                </c:pt>
                <c:pt idx="292">
                  <c:v>0.15</c:v>
                </c:pt>
                <c:pt idx="293">
                  <c:v>0.15</c:v>
                </c:pt>
                <c:pt idx="294">
                  <c:v>0.15</c:v>
                </c:pt>
                <c:pt idx="295">
                  <c:v>0.15</c:v>
                </c:pt>
                <c:pt idx="296">
                  <c:v>0.15</c:v>
                </c:pt>
                <c:pt idx="297">
                  <c:v>0.15</c:v>
                </c:pt>
                <c:pt idx="298">
                  <c:v>0.15</c:v>
                </c:pt>
                <c:pt idx="299">
                  <c:v>0.15</c:v>
                </c:pt>
                <c:pt idx="300">
                  <c:v>0.15</c:v>
                </c:pt>
                <c:pt idx="301">
                  <c:v>0.15</c:v>
                </c:pt>
                <c:pt idx="302">
                  <c:v>0.15</c:v>
                </c:pt>
                <c:pt idx="303">
                  <c:v>0.15</c:v>
                </c:pt>
                <c:pt idx="304">
                  <c:v>0.15</c:v>
                </c:pt>
                <c:pt idx="305">
                  <c:v>0.15</c:v>
                </c:pt>
                <c:pt idx="306">
                  <c:v>0.15</c:v>
                </c:pt>
                <c:pt idx="307">
                  <c:v>0.15</c:v>
                </c:pt>
                <c:pt idx="308">
                  <c:v>0.15</c:v>
                </c:pt>
                <c:pt idx="309">
                  <c:v>0.15</c:v>
                </c:pt>
                <c:pt idx="310">
                  <c:v>0.15</c:v>
                </c:pt>
                <c:pt idx="311">
                  <c:v>0.15</c:v>
                </c:pt>
                <c:pt idx="312">
                  <c:v>0.15</c:v>
                </c:pt>
                <c:pt idx="313">
                  <c:v>0.15</c:v>
                </c:pt>
                <c:pt idx="314">
                  <c:v>0.15</c:v>
                </c:pt>
                <c:pt idx="315">
                  <c:v>0.15</c:v>
                </c:pt>
                <c:pt idx="316">
                  <c:v>0.15</c:v>
                </c:pt>
                <c:pt idx="317">
                  <c:v>0.15</c:v>
                </c:pt>
                <c:pt idx="318">
                  <c:v>0.15</c:v>
                </c:pt>
                <c:pt idx="319">
                  <c:v>0.15</c:v>
                </c:pt>
                <c:pt idx="320">
                  <c:v>0.15</c:v>
                </c:pt>
                <c:pt idx="321">
                  <c:v>0.15</c:v>
                </c:pt>
                <c:pt idx="322">
                  <c:v>0.15</c:v>
                </c:pt>
                <c:pt idx="323">
                  <c:v>0.15</c:v>
                </c:pt>
                <c:pt idx="324">
                  <c:v>0.15</c:v>
                </c:pt>
                <c:pt idx="325">
                  <c:v>0.15</c:v>
                </c:pt>
                <c:pt idx="326">
                  <c:v>0.15</c:v>
                </c:pt>
                <c:pt idx="327">
                  <c:v>0.15</c:v>
                </c:pt>
                <c:pt idx="328">
                  <c:v>0.15</c:v>
                </c:pt>
                <c:pt idx="329">
                  <c:v>0.15</c:v>
                </c:pt>
                <c:pt idx="330">
                  <c:v>0.15</c:v>
                </c:pt>
                <c:pt idx="331">
                  <c:v>0.15</c:v>
                </c:pt>
                <c:pt idx="332">
                  <c:v>0.15</c:v>
                </c:pt>
                <c:pt idx="333">
                  <c:v>0.15</c:v>
                </c:pt>
                <c:pt idx="334">
                  <c:v>0.15</c:v>
                </c:pt>
                <c:pt idx="335">
                  <c:v>0.15</c:v>
                </c:pt>
                <c:pt idx="336">
                  <c:v>0.15</c:v>
                </c:pt>
                <c:pt idx="337">
                  <c:v>0.15</c:v>
                </c:pt>
                <c:pt idx="338">
                  <c:v>0.15</c:v>
                </c:pt>
                <c:pt idx="339">
                  <c:v>0.15</c:v>
                </c:pt>
                <c:pt idx="340">
                  <c:v>0.15</c:v>
                </c:pt>
                <c:pt idx="341">
                  <c:v>0.15</c:v>
                </c:pt>
                <c:pt idx="342">
                  <c:v>0.15</c:v>
                </c:pt>
                <c:pt idx="343">
                  <c:v>0.15</c:v>
                </c:pt>
                <c:pt idx="344">
                  <c:v>0.15</c:v>
                </c:pt>
                <c:pt idx="345">
                  <c:v>0.15</c:v>
                </c:pt>
                <c:pt idx="346">
                  <c:v>0.15</c:v>
                </c:pt>
                <c:pt idx="347">
                  <c:v>0.15</c:v>
                </c:pt>
                <c:pt idx="348">
                  <c:v>0.15</c:v>
                </c:pt>
                <c:pt idx="349">
                  <c:v>0.15</c:v>
                </c:pt>
                <c:pt idx="350">
                  <c:v>0.15</c:v>
                </c:pt>
                <c:pt idx="351">
                  <c:v>0.15</c:v>
                </c:pt>
                <c:pt idx="352">
                  <c:v>0.15</c:v>
                </c:pt>
                <c:pt idx="353">
                  <c:v>0.15</c:v>
                </c:pt>
                <c:pt idx="354">
                  <c:v>0.15</c:v>
                </c:pt>
                <c:pt idx="355">
                  <c:v>0.15</c:v>
                </c:pt>
                <c:pt idx="356">
                  <c:v>0.15</c:v>
                </c:pt>
                <c:pt idx="357">
                  <c:v>0.15</c:v>
                </c:pt>
                <c:pt idx="358">
                  <c:v>0.15</c:v>
                </c:pt>
                <c:pt idx="359">
                  <c:v>0.15</c:v>
                </c:pt>
                <c:pt idx="360">
                  <c:v>0.15</c:v>
                </c:pt>
                <c:pt idx="361">
                  <c:v>0.15</c:v>
                </c:pt>
                <c:pt idx="362">
                  <c:v>0.15</c:v>
                </c:pt>
                <c:pt idx="363">
                  <c:v>0.15</c:v>
                </c:pt>
                <c:pt idx="364">
                  <c:v>0.15</c:v>
                </c:pt>
                <c:pt idx="365">
                  <c:v>0.15</c:v>
                </c:pt>
                <c:pt idx="366">
                  <c:v>0.15</c:v>
                </c:pt>
                <c:pt idx="367">
                  <c:v>0.15</c:v>
                </c:pt>
                <c:pt idx="368">
                  <c:v>0.15</c:v>
                </c:pt>
                <c:pt idx="369">
                  <c:v>0.15</c:v>
                </c:pt>
                <c:pt idx="370">
                  <c:v>0.15</c:v>
                </c:pt>
                <c:pt idx="371">
                  <c:v>0.15</c:v>
                </c:pt>
                <c:pt idx="372">
                  <c:v>0.15</c:v>
                </c:pt>
                <c:pt idx="373">
                  <c:v>0.15</c:v>
                </c:pt>
                <c:pt idx="374">
                  <c:v>0.15</c:v>
                </c:pt>
                <c:pt idx="375">
                  <c:v>0.15</c:v>
                </c:pt>
                <c:pt idx="376">
                  <c:v>0.15</c:v>
                </c:pt>
                <c:pt idx="377">
                  <c:v>0.15</c:v>
                </c:pt>
                <c:pt idx="378">
                  <c:v>0.15</c:v>
                </c:pt>
                <c:pt idx="379">
                  <c:v>0.15</c:v>
                </c:pt>
                <c:pt idx="380">
                  <c:v>0.15</c:v>
                </c:pt>
                <c:pt idx="381">
                  <c:v>0.15</c:v>
                </c:pt>
                <c:pt idx="382">
                  <c:v>0.15</c:v>
                </c:pt>
                <c:pt idx="383">
                  <c:v>0.15</c:v>
                </c:pt>
                <c:pt idx="384">
                  <c:v>0.15</c:v>
                </c:pt>
                <c:pt idx="385">
                  <c:v>0.15</c:v>
                </c:pt>
                <c:pt idx="386">
                  <c:v>0.15</c:v>
                </c:pt>
                <c:pt idx="387">
                  <c:v>0.15</c:v>
                </c:pt>
                <c:pt idx="388">
                  <c:v>0.15</c:v>
                </c:pt>
                <c:pt idx="389">
                  <c:v>0.15</c:v>
                </c:pt>
                <c:pt idx="390">
                  <c:v>0.15</c:v>
                </c:pt>
                <c:pt idx="391">
                  <c:v>0.15</c:v>
                </c:pt>
                <c:pt idx="392">
                  <c:v>0.15</c:v>
                </c:pt>
                <c:pt idx="393">
                  <c:v>0.15</c:v>
                </c:pt>
                <c:pt idx="394">
                  <c:v>0.15</c:v>
                </c:pt>
                <c:pt idx="395">
                  <c:v>0.15</c:v>
                </c:pt>
                <c:pt idx="396">
                  <c:v>0.15</c:v>
                </c:pt>
                <c:pt idx="397">
                  <c:v>0.15</c:v>
                </c:pt>
                <c:pt idx="398">
                  <c:v>0.15</c:v>
                </c:pt>
                <c:pt idx="399">
                  <c:v>0.15</c:v>
                </c:pt>
                <c:pt idx="400">
                  <c:v>0.15</c:v>
                </c:pt>
                <c:pt idx="401">
                  <c:v>0.15</c:v>
                </c:pt>
                <c:pt idx="402">
                  <c:v>0.15</c:v>
                </c:pt>
                <c:pt idx="403">
                  <c:v>0.15</c:v>
                </c:pt>
                <c:pt idx="404">
                  <c:v>0.15</c:v>
                </c:pt>
                <c:pt idx="405">
                  <c:v>0.15</c:v>
                </c:pt>
                <c:pt idx="406">
                  <c:v>0.15</c:v>
                </c:pt>
                <c:pt idx="407">
                  <c:v>0.15</c:v>
                </c:pt>
                <c:pt idx="408">
                  <c:v>0.15</c:v>
                </c:pt>
                <c:pt idx="409">
                  <c:v>0.15</c:v>
                </c:pt>
                <c:pt idx="410">
                  <c:v>0.15</c:v>
                </c:pt>
                <c:pt idx="411">
                  <c:v>0.15</c:v>
                </c:pt>
                <c:pt idx="412">
                  <c:v>0.15</c:v>
                </c:pt>
                <c:pt idx="413">
                  <c:v>0.15</c:v>
                </c:pt>
                <c:pt idx="414">
                  <c:v>0.15</c:v>
                </c:pt>
                <c:pt idx="415">
                  <c:v>0.15</c:v>
                </c:pt>
                <c:pt idx="416">
                  <c:v>0.15</c:v>
                </c:pt>
                <c:pt idx="417">
                  <c:v>0.15</c:v>
                </c:pt>
                <c:pt idx="418">
                  <c:v>0.15</c:v>
                </c:pt>
                <c:pt idx="419">
                  <c:v>0.15</c:v>
                </c:pt>
                <c:pt idx="420">
                  <c:v>0.15</c:v>
                </c:pt>
                <c:pt idx="421">
                  <c:v>0.15</c:v>
                </c:pt>
                <c:pt idx="422">
                  <c:v>0.15</c:v>
                </c:pt>
                <c:pt idx="423">
                  <c:v>0.15</c:v>
                </c:pt>
                <c:pt idx="424">
                  <c:v>0.15</c:v>
                </c:pt>
                <c:pt idx="425">
                  <c:v>0.15</c:v>
                </c:pt>
                <c:pt idx="426">
                  <c:v>0.15</c:v>
                </c:pt>
                <c:pt idx="427">
                  <c:v>0.15</c:v>
                </c:pt>
                <c:pt idx="428">
                  <c:v>0.15</c:v>
                </c:pt>
                <c:pt idx="429">
                  <c:v>0.15</c:v>
                </c:pt>
                <c:pt idx="430">
                  <c:v>0.15</c:v>
                </c:pt>
                <c:pt idx="431">
                  <c:v>0.15</c:v>
                </c:pt>
                <c:pt idx="432">
                  <c:v>0.15</c:v>
                </c:pt>
                <c:pt idx="433">
                  <c:v>0.15</c:v>
                </c:pt>
                <c:pt idx="434">
                  <c:v>0.15</c:v>
                </c:pt>
                <c:pt idx="435">
                  <c:v>0.15</c:v>
                </c:pt>
                <c:pt idx="436">
                  <c:v>0.15</c:v>
                </c:pt>
                <c:pt idx="437">
                  <c:v>0.15</c:v>
                </c:pt>
                <c:pt idx="438">
                  <c:v>0.15</c:v>
                </c:pt>
                <c:pt idx="439">
                  <c:v>0.15</c:v>
                </c:pt>
                <c:pt idx="440">
                  <c:v>0.15</c:v>
                </c:pt>
                <c:pt idx="441">
                  <c:v>0.15</c:v>
                </c:pt>
                <c:pt idx="442">
                  <c:v>0.15</c:v>
                </c:pt>
                <c:pt idx="443">
                  <c:v>0.15</c:v>
                </c:pt>
                <c:pt idx="444">
                  <c:v>0.15</c:v>
                </c:pt>
                <c:pt idx="445">
                  <c:v>0.15</c:v>
                </c:pt>
                <c:pt idx="446">
                  <c:v>0.15</c:v>
                </c:pt>
                <c:pt idx="447">
                  <c:v>0.15</c:v>
                </c:pt>
                <c:pt idx="448">
                  <c:v>0.15</c:v>
                </c:pt>
                <c:pt idx="449">
                  <c:v>0.15</c:v>
                </c:pt>
                <c:pt idx="450">
                  <c:v>0.15</c:v>
                </c:pt>
                <c:pt idx="451">
                  <c:v>0.15</c:v>
                </c:pt>
                <c:pt idx="452">
                  <c:v>0.15</c:v>
                </c:pt>
                <c:pt idx="453">
                  <c:v>0.15</c:v>
                </c:pt>
                <c:pt idx="454">
                  <c:v>0.15</c:v>
                </c:pt>
                <c:pt idx="455">
                  <c:v>0.15</c:v>
                </c:pt>
                <c:pt idx="456">
                  <c:v>0.15</c:v>
                </c:pt>
                <c:pt idx="457">
                  <c:v>0.15</c:v>
                </c:pt>
                <c:pt idx="458">
                  <c:v>0.15</c:v>
                </c:pt>
                <c:pt idx="459">
                  <c:v>0.15</c:v>
                </c:pt>
                <c:pt idx="460">
                  <c:v>0.15</c:v>
                </c:pt>
                <c:pt idx="461">
                  <c:v>0.15</c:v>
                </c:pt>
                <c:pt idx="462">
                  <c:v>0.15</c:v>
                </c:pt>
                <c:pt idx="463">
                  <c:v>0.15</c:v>
                </c:pt>
                <c:pt idx="464">
                  <c:v>0.15</c:v>
                </c:pt>
                <c:pt idx="465">
                  <c:v>0.15</c:v>
                </c:pt>
                <c:pt idx="466">
                  <c:v>0.15</c:v>
                </c:pt>
                <c:pt idx="467">
                  <c:v>0.15</c:v>
                </c:pt>
                <c:pt idx="468">
                  <c:v>0.15</c:v>
                </c:pt>
                <c:pt idx="469">
                  <c:v>0.15</c:v>
                </c:pt>
                <c:pt idx="470">
                  <c:v>0.15</c:v>
                </c:pt>
                <c:pt idx="471">
                  <c:v>0.15</c:v>
                </c:pt>
                <c:pt idx="472">
                  <c:v>0.15</c:v>
                </c:pt>
                <c:pt idx="473">
                  <c:v>0.15</c:v>
                </c:pt>
                <c:pt idx="474">
                  <c:v>0.15</c:v>
                </c:pt>
                <c:pt idx="475">
                  <c:v>0.15</c:v>
                </c:pt>
                <c:pt idx="476">
                  <c:v>0.15</c:v>
                </c:pt>
                <c:pt idx="477">
                  <c:v>0.15</c:v>
                </c:pt>
                <c:pt idx="478">
                  <c:v>0.15</c:v>
                </c:pt>
                <c:pt idx="479">
                  <c:v>0.15</c:v>
                </c:pt>
                <c:pt idx="480">
                  <c:v>0.15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
          <c:min val="-160"/>
        </c:scaling>
        <c:delete val="0"/>
        <c:axPos val="b"/>
        <c:title>
          <c:tx>
            <c:rich>
              <a:bodyPr/>
              <a:lstStyle/>
              <a:p>
                <a:pPr>
                  <a:defRPr sz="1400" b="0" i="0" u="none" strike="noStrike">
                    <a:solidFill>
                      <a:srgbClr val="12262B"/>
                    </a:solidFill>
                    <a:latin typeface="+mn-lt"/>
                  </a:defRPr>
                </a:pPr>
                <a:r>
                  <a:rPr sz="1400" b="0" i="0" u="none" strike="noStrike">
                    <a:solidFill>
                      <a:srgbClr val="12262B"/>
                    </a:solidFill>
                    <a:latin typeface="+mn-lt"/>
                  </a:rPr>
                  <a:t>Hours before end of test (set 2)</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At val="-0.6"/>
        <c:auto val="1"/>
        <c:lblAlgn val="ctr"/>
        <c:noMultiLvlLbl val="1"/>
        <c:majorUnit val="20"/>
      </c:valAx>
      <c:valAx>
        <c:axId val="2094734552"/>
        <c:scaling>
          <c:orientation val="minMax"/>
          <c:max val="1.4"/>
          <c:min val="-0.6"/>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Loudness growth vs neighbours (log)</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At val="-160"/>
        <c:crossBetween val="midCat"/>
        <c:majorUnit val="0.4"/>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Usual method (fixed band, textbook rhythms)</c:v>
                </c:pt>
              </c:strCache>
            </c:strRef>
          </c:tx>
          <c:spPr>
            <a:solidFill>
              <a:srgbClr val="8A9A9B"/>
            </a:solidFill>
            <a:effectLst/>
          </c:spPr>
          <c:invertIfNegative val="0"/>
          <c:dLbls>
            <c:numFmt formatCode="0.0#&quot;×&quot;" sourceLinked="0"/>
            <c:txPr>
              <a:bodyPr/>
              <a:lstStyle/>
              <a:p>
                <a:pPr>
                  <a:defRPr b="0" i="0" strike="noStrike" sz="1400" u="none">
                    <a:solidFill>
                      <a:srgbClr val="12262B"/>
                    </a:solidFill>
                    <a:latin typeface="+mn-lt"/>
                  </a:defRPr>
                </a:pPr>
              </a:p>
            </c:txPr>
            <c:showLegendKey val="0"/>
            <c:showVal val="1"/>
            <c:showCatName val="0"/>
            <c:showSerName val="0"/>
            <c:showPercent val="0"/>
            <c:showBubbleSize val="0"/>
            <c:showLeaderLines val="0"/>
          </c:dLbls>
          <c:cat>
            <c:multiLvlStrRef>
              <c:f>Sheet1!$A$2:$A$5</c:f>
              <c:multiLvlStrCache>
                <c:ptCount val="4"/>
                <c:lvl>
                  <c:pt idx="0">
                    <c:v>Set 2 B1</c:v>
                  </c:pt>
                  <c:pt idx="1">
                    <c:v>Set 3 B3</c:v>
                  </c:pt>
                  <c:pt idx="2">
                    <c:v>Set 1 B3</c:v>
                  </c:pt>
                  <c:pt idx="3">
                    <c:v>Set 1 B4</c:v>
                  </c:pt>
                </c:lvl>
              </c:multiLvlStrCache>
            </c:multiLvlStrRef>
          </c:cat>
          <c:val>
            <c:numRef>
              <c:f>Sheet1!$B$2:$B$5</c:f>
              <c:numCache>
                <c:formatCode>General</c:formatCode>
                <c:ptCount val="4"/>
                <c:pt idx="0">
                  <c:v>1.88</c:v>
                </c:pt>
                <c:pt idx="1">
                  <c:v>1.03</c:v>
                </c:pt>
                <c:pt idx="2">
                  <c:v>2.5</c:v>
                </c:pt>
                <c:pt idx="3">
                  <c:v>1.03</c:v>
                </c:pt>
              </c:numCache>
            </c:numRef>
          </c:val>
        </c:ser>
        <c:ser>
          <c:idx val="1"/>
          <c:order val="1"/>
          <c:tx>
            <c:strRef>
              <c:f>Sheet1!$C$1</c:f>
              <c:strCache>
                <c:ptCount val="1"/>
                <c:pt idx="0">
                  <c:v>Proposed system</c:v>
                </c:pt>
              </c:strCache>
            </c:strRef>
          </c:tx>
          <c:spPr>
            <a:solidFill>
              <a:srgbClr val="F26B4F"/>
            </a:solidFill>
            <a:effectLst/>
          </c:spPr>
          <c:invertIfNegative val="0"/>
          <c:dLbls>
            <c:numFmt formatCode="0.0#&quot;×&quot;" sourceLinked="0"/>
            <c:txPr>
              <a:bodyPr/>
              <a:lstStyle/>
              <a:p>
                <a:pPr>
                  <a:defRPr b="0" i="0" strike="noStrike" sz="1400" u="none">
                    <a:solidFill>
                      <a:srgbClr val="12262B"/>
                    </a:solidFill>
                    <a:latin typeface="+mn-lt"/>
                  </a:defRPr>
                </a:pPr>
              </a:p>
            </c:txPr>
            <c:showLegendKey val="0"/>
            <c:showVal val="1"/>
            <c:showCatName val="0"/>
            <c:showSerName val="0"/>
            <c:showPercent val="0"/>
            <c:showBubbleSize val="0"/>
            <c:showLeaderLines val="0"/>
          </c:dLbls>
          <c:cat>
            <c:multiLvlStrRef>
              <c:f>Sheet1!$A$2:$A$5</c:f>
              <c:multiLvlStrCache>
                <c:ptCount val="4"/>
                <c:lvl>
                  <c:pt idx="0">
                    <c:v>Set 2 B1</c:v>
                  </c:pt>
                  <c:pt idx="1">
                    <c:v>Set 3 B3</c:v>
                  </c:pt>
                  <c:pt idx="2">
                    <c:v>Set 1 B3</c:v>
                  </c:pt>
                  <c:pt idx="3">
                    <c:v>Set 1 B4</c:v>
                  </c:pt>
                </c:lvl>
              </c:multiLvlStrCache>
            </c:multiLvlStrRef>
          </c:cat>
          <c:val>
            <c:numRef>
              <c:f>Sheet1!$C$2:$C$5</c:f>
              <c:numCache>
                <c:formatCode>General</c:formatCode>
                <c:ptCount val="4"/>
                <c:pt idx="0">
                  <c:v>50.19</c:v>
                </c:pt>
                <c:pt idx="1">
                  <c:v>9.86</c:v>
                </c:pt>
                <c:pt idx="2">
                  <c:v>3.86</c:v>
                </c:pt>
                <c:pt idx="3">
                  <c:v>2.68</c:v>
                </c:pt>
              </c:numCache>
            </c:numRef>
          </c:val>
        </c:ser>
        <c:dLbls>
          <c:numFmt formatCode="0.0#&quot;×&quot;" sourceLinked="0"/>
          <c:txPr>
            <a:bodyPr/>
            <a:lstStyle/>
            <a:p>
              <a:pPr>
                <a:defRPr b="0" i="0" strike="noStrike" sz="1400" u="none">
                  <a:solidFill>
                    <a:srgbClr val="1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2"/>
        <c:crosses val="autoZero"/>
        <c:auto val="1"/>
        <c:lblAlgn val="ctr"/>
        <c:noMultiLvlLbl val="1"/>
      </c:catAx>
      <c:valAx>
        <c:axId val="2094734552"/>
        <c:scaling>
          <c:logBase val="10"/>
          <c:orientation val="minMax"/>
          <c:max val="100"/>
          <c:min val="1"/>
        </c:scaling>
        <c:delete val="0"/>
        <c:axPos val="l"/>
        <c:majorGridlines>
          <c:spPr>
            <a:ln w="6350" cap="flat">
              <a:solidFill>
                <a:srgbClr val="E1E8E7"/>
              </a:solidFill>
              <a:prstDash val="solid"/>
              <a:round/>
            </a:ln>
          </c:spPr>
        </c:majorGridlines>
        <c:title>
          <c:tx>
            <c:rich>
              <a:bodyPr/>
              <a:lstStyle/>
              <a:p>
                <a:pPr>
                  <a:defRPr sz="1400" b="0" i="0" u="none" strike="noStrike">
                    <a:solidFill>
                      <a:srgbClr val="12262B"/>
                    </a:solidFill>
                    <a:latin typeface="+mn-lt"/>
                  </a:defRPr>
                </a:pPr>
                <a:r>
                  <a:rPr sz="1400" b="0" i="0" u="none" strike="noStrike">
                    <a:solidFill>
                      <a:srgbClr val="12262B"/>
                    </a:solidFill>
                    <a:latin typeface="+mn-lt"/>
                  </a:rPr>
                  <a:t>Separation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2262B"/>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solidFill>
                <a:srgbClr val="1226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Part I topic: diagnosing rolling-element bearing faults from vibration, using a real run-to-failure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Bearing failures stop production. We want vibration-only diagnosis that answers when, where and what, without needing recorded fault examples, because real failures are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rig: an AC motor drives one shaft through a belt; four bearings sit on the shaft, bearings 2 and 3 carry a radial load, and each housing has accelerometers. Three tests, about 9,500 one-second snapshots every 10 minutes until a bearing failed. Four failures to find, eight healthy bearings that must not be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parts of a bearing: outer race, inner race, rolling elements and the separator or cage. A crack on each part produces impacts at a different rate, set by the bearing geometry and the shaft speed. Our pipeline: take the raw vibration, trace the envelope of the clicks, take its spectrum, and match the peaks to these rhythms.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ingredients tell us which part is broken. First, physics: the bearing geometry and shaft speed give each part its own click rate, for example 236 Hz for the outer race. Second, each fault has a recognisable pattern: the outer race gives clean harmonics; the inner race adds side peaks at the shaft rate because the crack rotates; a damaged ball shows up with the cage rate because it travels with the cage. We match these patterns at the real speed, about 2.5 percent below nameplate. The ground truth from opening the bearings is only used to check our answers. The frequency identifies the part, not which of the four identical bearings, which is why Stage A uses loudness.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from one array: the acceleration a[n], 20,480 samples per snapshot. Energy path: RMS is the square root of the mean squared acceleration; the failing bearing's RMS is twice the healthy one (0.16 g vs 0.079 g). We take its log growth over the healthy period and subtract the neighbours' growth. Rhythm path: band-pass, Hilbert envelope, FFT of the squared envelope, and divide by the local noise floor so peaks are measured relative to their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bearing: flat noise. Failing bearing: clear peaks at 230 Hz and its multiples, the outer-race rhythm. The real speed is 2.5% below nominal, so our method must search for the true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Stage A uses loudness, which differs between bearings, to find which bearing and when. Stage B uses the rhythm, which every sensor hears, to identify the fault. No fault labels are needed: only physics and statistics of the healthy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B starts from the same raw acceleration. Step 1: the housing rings at a frequency that differs per sensor, so we try 17 one-kilohertz bands and keep the band whose envelope spectrum has the sharpest repeating peaks. For this snapshot of set 2 bearing 1 it is 4 to 5 kHz, clearly better than the fixed 1 to 9 kHz band. Step 2: the Hilbert transform gives the envelope, one bump per click, with the fast ringing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the spectrum of the envelope, divided by the local noise, scored for each fault's comb of peaks. Because the real speed is unknown, we slide each comb from 95 to 101 percent of the nameplate speed: the outer-race comb fits best at 97.5 percent, far above inner and roller. Step 4: the score is turned into a Fault Evidence Index by comparing with the healthy data of all bearings. For set 2 bearing 1 the outer-race evidence jumps about 70 hours before the end while the others stay near zero. Step 5: after Stage A's alarm, the fault with the highest average evidence is the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2 example: bearing 1 crosses the alarm limit about 70 hours before the end, while its neighbours stay flat or drop. Over all three tests: 4 of 4 failures detected, median 61 hours early, 2 false alarms on 8 healthy bearings.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failed bearing is found and its fault type named. The inner-race fault shows up late, only 12 hours before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methods name the right fault, but the usual method wins twice by only 3%, a coin flip. Ours separates the true fault at least 2.7 times above the alternatives, thanks to the speed search and measuring peaks against local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and link to Part II: the Stage A loudness index is the signal a remaining-useful-life model can extrapolate.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3"/>
                </a:solidFill>
              </a:rPr>
              <a:t>Part I · Fault diagnosis · NASA/IMS bearing dataset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Bearing Fault Diagnosis with Vibration Data</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indent="0" marL="0">
              <a:buNone/>
            </a:pPr>
            <a:r>
              <a:rPr lang="en-US" sz="2000" dirty="0">
                <a:solidFill>
                  <a:schemeClr val="accent6"/>
                </a:solidFill>
              </a:rPr>
              <a:t>Part I · Smart-factory fault diagnosis</a:t>
            </a:r>
            <a:endParaRPr lang="en-US" sz="2000" dirty="0"/>
          </a:p>
          <a:p>
            <a:pPr algn="l" indent="0" marL="0">
              <a:buNone/>
            </a:pPr>
            <a:r>
              <a:rPr lang="en-US" sz="2000" dirty="0">
                <a:solidFill>
                  <a:schemeClr val="accent6"/>
                </a:solidFill>
              </a:rPr>
              <a:t>NASA/IMS run-to-failure bearing dataset</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Problem: bearings fail without warning and stop the line</a:t>
            </a:r>
            <a:endParaRPr lang="en-US" sz="3000" dirty="0"/>
          </a:p>
        </p:txBody>
      </p:sp>
      <p:sp>
        <p:nvSpPr>
          <p:cNvPr id="3" name="Text 1"/>
          <p:cNvSpPr txBox="1"/>
          <p:nvPr/>
        </p:nvSpPr>
        <p:spPr>
          <a:xfrm>
            <a:off x="548640" y="1325880"/>
            <a:ext cx="11064240" cy="731520"/>
          </a:xfrm>
          <a:prstGeom prst="rect">
            <a:avLst/>
          </a:prstGeom>
          <a:noFill/>
          <a:ln/>
        </p:spPr>
        <p:txBody>
          <a:bodyPr wrap="square" lIns="0" tIns="0" rIns="0" bIns="0" rtlCol="0" anchor="t"/>
          <a:lstStyle/>
          <a:p>
            <a:pPr indent="0" marL="0">
              <a:buNone/>
            </a:pPr>
            <a:r>
              <a:rPr lang="en-US" sz="1800" dirty="0">
                <a:solidFill>
                  <a:schemeClr val="tx1"/>
                </a:solidFill>
              </a:rPr>
              <a:t>Bearings sit in every motor, pump, fan and spindle. </a:t>
            </a:r>
            <a:pPr indent="0" marL="0">
              <a:buNone/>
            </a:pPr>
            <a:r>
              <a:rPr lang="en-US" sz="1800" b="1" dirty="0">
                <a:solidFill>
                  <a:schemeClr val="tx1"/>
                </a:solidFill>
              </a:rPr>
              <a:t>Goal: using only vibration sensors and no fault examples, answer three questions.</a:t>
            </a:r>
            <a:endParaRPr lang="en-US" sz="1800" dirty="0"/>
          </a:p>
        </p:txBody>
      </p:sp>
      <p:sp>
        <p:nvSpPr>
          <p:cNvPr id="4" name="question When?"/>
          <p:cNvSpPr/>
          <p:nvPr/>
        </p:nvSpPr>
        <p:spPr>
          <a:xfrm>
            <a:off x="548640" y="2377440"/>
            <a:ext cx="3520440" cy="3291840"/>
          </a:xfrm>
          <a:prstGeom prst="roundRect">
            <a:avLst>
              <a:gd name="adj" fmla="val 3333"/>
            </a:avLst>
          </a:prstGeom>
          <a:solidFill>
            <a:schemeClr val="bg2"/>
          </a:solidFill>
          <a:ln w="12700">
            <a:solidFill>
              <a:schemeClr val="bg2"/>
            </a:solidFill>
            <a:prstDash val="solid"/>
          </a:ln>
        </p:spPr>
      </p:sp>
      <p:sp>
        <p:nvSpPr>
          <p:cNvPr id="5" name="When? circle"/>
          <p:cNvSpPr/>
          <p:nvPr/>
        </p:nvSpPr>
        <p:spPr>
          <a:xfrm>
            <a:off x="1847088" y="2697480"/>
            <a:ext cx="914400" cy="914400"/>
          </a:xfrm>
          <a:prstGeom prst="ellipse">
            <a:avLst/>
          </a:prstGeom>
          <a:solidFill>
            <a:schemeClr val="accent2"/>
          </a:solidFill>
          <a:ln w="12700">
            <a:solidFill>
              <a:schemeClr val="accent2"/>
            </a:solidFill>
            <a:prstDash val="solid"/>
          </a:ln>
        </p:spPr>
      </p:sp>
      <p:pic>
        <p:nvPicPr>
          <p:cNvPr id="6" name="When? icon" descr="When?">    </p:cNvPr>
          <p:cNvPicPr>
            <a:picLocks noChangeAspect="1"/>
          </p:cNvPicPr>
          <p:nvPr/>
        </p:nvPicPr>
        <p:blipFill>
          <a:blip r:embed="rId1"/>
          <a:stretch>
            <a:fillRect/>
          </a:stretch>
        </p:blipFill>
        <p:spPr>
          <a:xfrm>
            <a:off x="2075688" y="2926080"/>
            <a:ext cx="457200" cy="457200"/>
          </a:xfrm>
          <a:prstGeom prst="rect">
            <a:avLst/>
          </a:prstGeom>
        </p:spPr>
      </p:pic>
      <p:sp>
        <p:nvSpPr>
          <p:cNvPr id="7" name="Text 4"/>
          <p:cNvSpPr txBox="1"/>
          <p:nvPr/>
        </p:nvSpPr>
        <p:spPr>
          <a:xfrm>
            <a:off x="822960" y="3794760"/>
            <a:ext cx="2971800" cy="548640"/>
          </a:xfrm>
          <a:prstGeom prst="rect">
            <a:avLst/>
          </a:prstGeom>
          <a:noFill/>
          <a:ln/>
        </p:spPr>
        <p:txBody>
          <a:bodyPr wrap="square" lIns="0" tIns="0" rIns="0" bIns="0" rtlCol="0" anchor="t"/>
          <a:lstStyle/>
          <a:p>
            <a:pPr algn="ctr" indent="0" marL="0">
              <a:buNone/>
            </a:pPr>
            <a:r>
              <a:rPr lang="en-US" sz="2800" b="1" dirty="0">
                <a:solidFill>
                  <a:schemeClr val="tx2"/>
                </a:solidFill>
                <a:latin typeface="Arial" pitchFamily="34" charset="0"/>
                <a:ea typeface="Arial" pitchFamily="34" charset="-122"/>
                <a:cs typeface="Arial" pitchFamily="34" charset="-120"/>
              </a:rPr>
              <a:t>When?</a:t>
            </a:r>
            <a:endParaRPr lang="en-US" sz="2800" dirty="0"/>
          </a:p>
        </p:txBody>
      </p:sp>
      <p:sp>
        <p:nvSpPr>
          <p:cNvPr id="8" name="Text 5"/>
          <p:cNvSpPr txBox="1"/>
          <p:nvPr/>
        </p:nvSpPr>
        <p:spPr>
          <a:xfrm>
            <a:off x="822960" y="4434840"/>
            <a:ext cx="2971800" cy="914400"/>
          </a:xfrm>
          <a:prstGeom prst="rect">
            <a:avLst/>
          </a:prstGeom>
          <a:noFill/>
          <a:ln/>
        </p:spPr>
        <p:txBody>
          <a:bodyPr wrap="square" lIns="0" tIns="0" rIns="0" bIns="0" rtlCol="0" anchor="t"/>
          <a:lstStyle/>
          <a:p>
            <a:pPr algn="ctr" indent="0" marL="0">
              <a:buNone/>
            </a:pPr>
            <a:r>
              <a:rPr lang="en-US" sz="1700" dirty="0">
                <a:solidFill>
                  <a:schemeClr val="tx1"/>
                </a:solidFill>
              </a:rPr>
              <a:t>When did the bearing stop being healthy?</a:t>
            </a:r>
            <a:endParaRPr lang="en-US" sz="1700" dirty="0"/>
          </a:p>
        </p:txBody>
      </p:sp>
      <p:sp>
        <p:nvSpPr>
          <p:cNvPr id="9" name="question Where?"/>
          <p:cNvSpPr/>
          <p:nvPr/>
        </p:nvSpPr>
        <p:spPr>
          <a:xfrm>
            <a:off x="4343400" y="2377440"/>
            <a:ext cx="3520440" cy="3291840"/>
          </a:xfrm>
          <a:prstGeom prst="roundRect">
            <a:avLst>
              <a:gd name="adj" fmla="val 3333"/>
            </a:avLst>
          </a:prstGeom>
          <a:solidFill>
            <a:schemeClr val="bg2"/>
          </a:solidFill>
          <a:ln w="12700">
            <a:solidFill>
              <a:schemeClr val="bg2"/>
            </a:solidFill>
            <a:prstDash val="solid"/>
          </a:ln>
        </p:spPr>
      </p:sp>
      <p:sp>
        <p:nvSpPr>
          <p:cNvPr id="10" name="Where? circle"/>
          <p:cNvSpPr/>
          <p:nvPr/>
        </p:nvSpPr>
        <p:spPr>
          <a:xfrm>
            <a:off x="5641848" y="2697480"/>
            <a:ext cx="914400" cy="914400"/>
          </a:xfrm>
          <a:prstGeom prst="ellipse">
            <a:avLst/>
          </a:prstGeom>
          <a:solidFill>
            <a:schemeClr val="accent2"/>
          </a:solidFill>
          <a:ln w="12700">
            <a:solidFill>
              <a:schemeClr val="accent2"/>
            </a:solidFill>
            <a:prstDash val="solid"/>
          </a:ln>
        </p:spPr>
      </p:sp>
      <p:pic>
        <p:nvPicPr>
          <p:cNvPr id="11" name="Where? icon" descr="Where?">    </p:cNvPr>
          <p:cNvPicPr>
            <a:picLocks noChangeAspect="1"/>
          </p:cNvPicPr>
          <p:nvPr/>
        </p:nvPicPr>
        <p:blipFill>
          <a:blip r:embed="rId2"/>
          <a:stretch>
            <a:fillRect/>
          </a:stretch>
        </p:blipFill>
        <p:spPr>
          <a:xfrm>
            <a:off x="5870448" y="2926080"/>
            <a:ext cx="457200" cy="457200"/>
          </a:xfrm>
          <a:prstGeom prst="rect">
            <a:avLst/>
          </a:prstGeom>
        </p:spPr>
      </p:pic>
      <p:sp>
        <p:nvSpPr>
          <p:cNvPr id="12" name="Text 8"/>
          <p:cNvSpPr txBox="1"/>
          <p:nvPr/>
        </p:nvSpPr>
        <p:spPr>
          <a:xfrm>
            <a:off x="4617720" y="3794760"/>
            <a:ext cx="2971800" cy="548640"/>
          </a:xfrm>
          <a:prstGeom prst="rect">
            <a:avLst/>
          </a:prstGeom>
          <a:noFill/>
          <a:ln/>
        </p:spPr>
        <p:txBody>
          <a:bodyPr wrap="square" lIns="0" tIns="0" rIns="0" bIns="0" rtlCol="0" anchor="t"/>
          <a:lstStyle/>
          <a:p>
            <a:pPr algn="ctr" indent="0" marL="0">
              <a:buNone/>
            </a:pPr>
            <a:r>
              <a:rPr lang="en-US" sz="2800" b="1" dirty="0">
                <a:solidFill>
                  <a:schemeClr val="tx2"/>
                </a:solidFill>
                <a:latin typeface="Arial" pitchFamily="34" charset="0"/>
                <a:ea typeface="Arial" pitchFamily="34" charset="-122"/>
                <a:cs typeface="Arial" pitchFamily="34" charset="-120"/>
              </a:rPr>
              <a:t>Where?</a:t>
            </a:r>
            <a:endParaRPr lang="en-US" sz="2800" dirty="0"/>
          </a:p>
        </p:txBody>
      </p:sp>
      <p:sp>
        <p:nvSpPr>
          <p:cNvPr id="13" name="Text 9"/>
          <p:cNvSpPr txBox="1"/>
          <p:nvPr/>
        </p:nvSpPr>
        <p:spPr>
          <a:xfrm>
            <a:off x="4617720" y="4434840"/>
            <a:ext cx="2971800" cy="914400"/>
          </a:xfrm>
          <a:prstGeom prst="rect">
            <a:avLst/>
          </a:prstGeom>
          <a:noFill/>
          <a:ln/>
        </p:spPr>
        <p:txBody>
          <a:bodyPr wrap="square" lIns="0" tIns="0" rIns="0" bIns="0" rtlCol="0" anchor="t"/>
          <a:lstStyle/>
          <a:p>
            <a:pPr algn="ctr" indent="0" marL="0">
              <a:buNone/>
            </a:pPr>
            <a:r>
              <a:rPr lang="en-US" sz="1700" dirty="0">
                <a:solidFill>
                  <a:schemeClr val="tx1"/>
                </a:solidFill>
              </a:rPr>
              <a:t>Which bearing on the shaft is failing?</a:t>
            </a:r>
            <a:endParaRPr lang="en-US" sz="1700" dirty="0"/>
          </a:p>
        </p:txBody>
      </p:sp>
      <p:sp>
        <p:nvSpPr>
          <p:cNvPr id="14" name="question What?"/>
          <p:cNvSpPr/>
          <p:nvPr/>
        </p:nvSpPr>
        <p:spPr>
          <a:xfrm>
            <a:off x="8138160" y="2377440"/>
            <a:ext cx="3520440" cy="3291840"/>
          </a:xfrm>
          <a:prstGeom prst="roundRect">
            <a:avLst>
              <a:gd name="adj" fmla="val 3333"/>
            </a:avLst>
          </a:prstGeom>
          <a:solidFill>
            <a:schemeClr val="bg2"/>
          </a:solidFill>
          <a:ln w="12700">
            <a:solidFill>
              <a:schemeClr val="bg2"/>
            </a:solidFill>
            <a:prstDash val="solid"/>
          </a:ln>
        </p:spPr>
      </p:sp>
      <p:sp>
        <p:nvSpPr>
          <p:cNvPr id="15" name="What? circle"/>
          <p:cNvSpPr/>
          <p:nvPr/>
        </p:nvSpPr>
        <p:spPr>
          <a:xfrm>
            <a:off x="9436608" y="2697480"/>
            <a:ext cx="914400" cy="914400"/>
          </a:xfrm>
          <a:prstGeom prst="ellipse">
            <a:avLst/>
          </a:prstGeom>
          <a:solidFill>
            <a:schemeClr val="accent2"/>
          </a:solidFill>
          <a:ln w="12700">
            <a:solidFill>
              <a:schemeClr val="accent2"/>
            </a:solidFill>
            <a:prstDash val="solid"/>
          </a:ln>
        </p:spPr>
      </p:sp>
      <p:pic>
        <p:nvPicPr>
          <p:cNvPr id="16" name="What? icon" descr="What?">    </p:cNvPr>
          <p:cNvPicPr>
            <a:picLocks noChangeAspect="1"/>
          </p:cNvPicPr>
          <p:nvPr/>
        </p:nvPicPr>
        <p:blipFill>
          <a:blip r:embed="rId3"/>
          <a:stretch>
            <a:fillRect/>
          </a:stretch>
        </p:blipFill>
        <p:spPr>
          <a:xfrm>
            <a:off x="9665208" y="2926080"/>
            <a:ext cx="457200" cy="457200"/>
          </a:xfrm>
          <a:prstGeom prst="rect">
            <a:avLst/>
          </a:prstGeom>
        </p:spPr>
      </p:pic>
      <p:sp>
        <p:nvSpPr>
          <p:cNvPr id="17" name="Text 12"/>
          <p:cNvSpPr txBox="1"/>
          <p:nvPr/>
        </p:nvSpPr>
        <p:spPr>
          <a:xfrm>
            <a:off x="8412480" y="3794760"/>
            <a:ext cx="2971800" cy="548640"/>
          </a:xfrm>
          <a:prstGeom prst="rect">
            <a:avLst/>
          </a:prstGeom>
          <a:noFill/>
          <a:ln/>
        </p:spPr>
        <p:txBody>
          <a:bodyPr wrap="square" lIns="0" tIns="0" rIns="0" bIns="0" rtlCol="0" anchor="t"/>
          <a:lstStyle/>
          <a:p>
            <a:pPr algn="ctr" indent="0" marL="0">
              <a:buNone/>
            </a:pPr>
            <a:r>
              <a:rPr lang="en-US" sz="2800" b="1" dirty="0">
                <a:solidFill>
                  <a:schemeClr val="tx2"/>
                </a:solidFill>
                <a:latin typeface="Arial" pitchFamily="34" charset="0"/>
                <a:ea typeface="Arial" pitchFamily="34" charset="-122"/>
                <a:cs typeface="Arial" pitchFamily="34" charset="-120"/>
              </a:rPr>
              <a:t>What?</a:t>
            </a:r>
            <a:endParaRPr lang="en-US" sz="2800" dirty="0"/>
          </a:p>
        </p:txBody>
      </p:sp>
      <p:sp>
        <p:nvSpPr>
          <p:cNvPr id="18" name="Text 13"/>
          <p:cNvSpPr txBox="1"/>
          <p:nvPr/>
        </p:nvSpPr>
        <p:spPr>
          <a:xfrm>
            <a:off x="8412480" y="4434840"/>
            <a:ext cx="2971800" cy="914400"/>
          </a:xfrm>
          <a:prstGeom prst="rect">
            <a:avLst/>
          </a:prstGeom>
          <a:noFill/>
          <a:ln/>
        </p:spPr>
        <p:txBody>
          <a:bodyPr wrap="square" lIns="0" tIns="0" rIns="0" bIns="0" rtlCol="0" anchor="t"/>
          <a:lstStyle/>
          <a:p>
            <a:pPr algn="ctr" indent="0" marL="0">
              <a:buNone/>
            </a:pPr>
            <a:r>
              <a:rPr lang="en-US" sz="1700" dirty="0">
                <a:solidFill>
                  <a:schemeClr val="tx1"/>
                </a:solidFill>
              </a:rPr>
              <a:t>Outer race, inner race or rolling element?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Dataset: 4 bearings on one shaft, run until failure</a:t>
            </a:r>
            <a:endParaRPr lang="en-US" sz="3000" dirty="0"/>
          </a:p>
        </p:txBody>
      </p:sp>
      <p:pic>
        <p:nvPicPr>
          <p:cNvPr id="3" name="test rig figure" descr="IMS test rig: motor and belt drive a shaft with four bearings; radial load on bearings 2 and 3; accelerometers and thermocouples on each housing">    </p:cNvPr>
          <p:cNvPicPr>
            <a:picLocks noChangeAspect="1"/>
          </p:cNvPicPr>
          <p:nvPr/>
        </p:nvPicPr>
        <p:blipFill>
          <a:blip r:embed="rId1"/>
          <a:stretch>
            <a:fillRect/>
          </a:stretch>
        </p:blipFill>
        <p:spPr>
          <a:xfrm>
            <a:off x="548640" y="1188720"/>
            <a:ext cx="4641507" cy="4572000"/>
          </a:xfrm>
          <a:prstGeom prst="rect">
            <a:avLst/>
          </a:prstGeom>
        </p:spPr>
      </p:pic>
      <p:sp>
        <p:nvSpPr>
          <p:cNvPr id="4" name="Text 1"/>
          <p:cNvSpPr txBox="1"/>
          <p:nvPr/>
        </p:nvSpPr>
        <p:spPr>
          <a:xfrm>
            <a:off x="548640" y="5806440"/>
            <a:ext cx="4663440" cy="502920"/>
          </a:xfrm>
          <a:prstGeom prst="rect">
            <a:avLst/>
          </a:prstGeom>
          <a:noFill/>
          <a:ln/>
        </p:spPr>
        <p:txBody>
          <a:bodyPr wrap="square" lIns="0" tIns="0" rIns="0" bIns="0" rtlCol="0" anchor="t"/>
          <a:lstStyle/>
          <a:p>
            <a:pPr indent="0" marL="0">
              <a:buNone/>
            </a:pPr>
            <a:r>
              <a:rPr lang="en-US" sz="1100" dirty="0">
                <a:solidFill>
                  <a:schemeClr val="accent3"/>
                </a:solidFill>
              </a:rPr>
              <a:t>Motor drives the shaft by a belt; radial load on B2 and B3; accelerometers on every bearing housing. Figure: IMS dataset documentation.</a:t>
            </a:r>
            <a:endParaRPr lang="en-US" sz="1100" dirty="0"/>
          </a:p>
        </p:txBody>
      </p:sp>
      <p:sp>
        <p:nvSpPr>
          <p:cNvPr id="5" name="Text 2"/>
          <p:cNvSpPr txBox="1"/>
          <p:nvPr/>
        </p:nvSpPr>
        <p:spPr>
          <a:xfrm>
            <a:off x="5486400" y="1188720"/>
            <a:ext cx="2926080" cy="822960"/>
          </a:xfrm>
          <a:prstGeom prst="rect">
            <a:avLst/>
          </a:prstGeom>
          <a:noFill/>
          <a:ln/>
        </p:spPr>
        <p:txBody>
          <a:bodyPr wrap="square" lIns="0" tIns="0" rIns="0" bIns="0" rtlCol="0" anchor="b"/>
          <a:lstStyle/>
          <a:p>
            <a:pPr indent="0" marL="0">
              <a:buNone/>
            </a:pPr>
            <a:r>
              <a:rPr lang="en-US" sz="4400" b="1" dirty="0">
                <a:solidFill>
                  <a:schemeClr val="accent1"/>
                </a:solidFill>
                <a:latin typeface="Arial" pitchFamily="34" charset="0"/>
                <a:ea typeface="Arial" pitchFamily="34" charset="-122"/>
                <a:cs typeface="Arial" pitchFamily="34" charset="-120"/>
              </a:rPr>
              <a:t>3</a:t>
            </a:r>
            <a:endParaRPr lang="en-US" sz="4400" dirty="0"/>
          </a:p>
        </p:txBody>
      </p:sp>
      <p:sp>
        <p:nvSpPr>
          <p:cNvPr id="6" name="Text 3"/>
          <p:cNvSpPr txBox="1"/>
          <p:nvPr/>
        </p:nvSpPr>
        <p:spPr>
          <a:xfrm>
            <a:off x="5486400" y="2057400"/>
            <a:ext cx="2926080" cy="548640"/>
          </a:xfrm>
          <a:prstGeom prst="rect">
            <a:avLst/>
          </a:prstGeom>
          <a:noFill/>
          <a:ln/>
        </p:spPr>
        <p:txBody>
          <a:bodyPr wrap="square" lIns="0" tIns="0" rIns="0" bIns="0" rtlCol="0" anchor="t"/>
          <a:lstStyle/>
          <a:p>
            <a:pPr indent="0" marL="0">
              <a:buNone/>
            </a:pPr>
            <a:r>
              <a:rPr lang="en-US" sz="1500" dirty="0">
                <a:solidFill>
                  <a:schemeClr val="tx1"/>
                </a:solidFill>
              </a:rPr>
              <a:t>run-to-failure tests</a:t>
            </a:r>
            <a:endParaRPr lang="en-US" sz="1500" dirty="0"/>
          </a:p>
        </p:txBody>
      </p:sp>
      <p:sp>
        <p:nvSpPr>
          <p:cNvPr id="7" name="Text 4"/>
          <p:cNvSpPr txBox="1"/>
          <p:nvPr/>
        </p:nvSpPr>
        <p:spPr>
          <a:xfrm>
            <a:off x="8595360" y="1188720"/>
            <a:ext cx="3017520" cy="822960"/>
          </a:xfrm>
          <a:prstGeom prst="rect">
            <a:avLst/>
          </a:prstGeom>
          <a:noFill/>
          <a:ln/>
        </p:spPr>
        <p:txBody>
          <a:bodyPr wrap="square" lIns="0" tIns="0" rIns="0" bIns="0" rtlCol="0" anchor="b"/>
          <a:lstStyle/>
          <a:p>
            <a:pPr indent="0" marL="0">
              <a:buNone/>
            </a:pPr>
            <a:r>
              <a:rPr lang="en-US" sz="4400" b="1" dirty="0">
                <a:solidFill>
                  <a:schemeClr val="accent1"/>
                </a:solidFill>
                <a:latin typeface="Arial" pitchFamily="34" charset="0"/>
                <a:ea typeface="Arial" pitchFamily="34" charset="-122"/>
                <a:cs typeface="Arial" pitchFamily="34" charset="-120"/>
              </a:rPr>
              <a:t>9,464</a:t>
            </a:r>
            <a:endParaRPr lang="en-US" sz="4400" dirty="0"/>
          </a:p>
        </p:txBody>
      </p:sp>
      <p:sp>
        <p:nvSpPr>
          <p:cNvPr id="8" name="Text 5"/>
          <p:cNvSpPr txBox="1"/>
          <p:nvPr/>
        </p:nvSpPr>
        <p:spPr>
          <a:xfrm>
            <a:off x="8595360" y="2057400"/>
            <a:ext cx="3017520" cy="548640"/>
          </a:xfrm>
          <a:prstGeom prst="rect">
            <a:avLst/>
          </a:prstGeom>
          <a:noFill/>
          <a:ln/>
        </p:spPr>
        <p:txBody>
          <a:bodyPr wrap="square" lIns="0" tIns="0" rIns="0" bIns="0" rtlCol="0" anchor="t"/>
          <a:lstStyle/>
          <a:p>
            <a:pPr indent="0" marL="0">
              <a:buNone/>
            </a:pPr>
            <a:r>
              <a:rPr lang="en-US" sz="1500" dirty="0">
                <a:solidFill>
                  <a:schemeClr val="tx1"/>
                </a:solidFill>
              </a:rPr>
              <a:t>1-s snapshots, 20,000 samples per second (20 kHz)</a:t>
            </a:r>
            <a:endParaRPr lang="en-US" sz="1500" dirty="0"/>
          </a:p>
        </p:txBody>
      </p:sp>
      <p:sp>
        <p:nvSpPr>
          <p:cNvPr id="9" name="Text 6"/>
          <p:cNvSpPr txBox="1"/>
          <p:nvPr/>
        </p:nvSpPr>
        <p:spPr>
          <a:xfrm>
            <a:off x="5486400" y="2377440"/>
            <a:ext cx="2926080" cy="822960"/>
          </a:xfrm>
          <a:prstGeom prst="rect">
            <a:avLst/>
          </a:prstGeom>
          <a:noFill/>
          <a:ln/>
        </p:spPr>
        <p:txBody>
          <a:bodyPr wrap="square" lIns="0" tIns="0" rIns="0" bIns="0" rtlCol="0" anchor="b"/>
          <a:lstStyle/>
          <a:p>
            <a:pPr indent="0" marL="0">
              <a:buNone/>
            </a:pPr>
            <a:r>
              <a:rPr lang="en-US" sz="4400" b="1" dirty="0">
                <a:solidFill>
                  <a:schemeClr val="accent5"/>
                </a:solidFill>
                <a:latin typeface="Arial" pitchFamily="34" charset="0"/>
                <a:ea typeface="Arial" pitchFamily="34" charset="-122"/>
                <a:cs typeface="Arial" pitchFamily="34" charset="-120"/>
              </a:rPr>
              <a:t>4</a:t>
            </a:r>
            <a:endParaRPr lang="en-US" sz="4400" dirty="0"/>
          </a:p>
        </p:txBody>
      </p:sp>
      <p:sp>
        <p:nvSpPr>
          <p:cNvPr id="10" name="Text 7"/>
          <p:cNvSpPr txBox="1"/>
          <p:nvPr/>
        </p:nvSpPr>
        <p:spPr>
          <a:xfrm>
            <a:off x="5486400" y="3246120"/>
            <a:ext cx="2926080" cy="548640"/>
          </a:xfrm>
          <a:prstGeom prst="rect">
            <a:avLst/>
          </a:prstGeom>
          <a:noFill/>
          <a:ln/>
        </p:spPr>
        <p:txBody>
          <a:bodyPr wrap="square" lIns="0" tIns="0" rIns="0" bIns="0" rtlCol="0" anchor="t"/>
          <a:lstStyle/>
          <a:p>
            <a:pPr indent="0" marL="0">
              <a:buNone/>
            </a:pPr>
            <a:r>
              <a:rPr lang="en-US" sz="1500" dirty="0">
                <a:solidFill>
                  <a:schemeClr val="tx1"/>
                </a:solidFill>
              </a:rPr>
              <a:t>bearings failed</a:t>
            </a:r>
            <a:endParaRPr lang="en-US" sz="1500" dirty="0"/>
          </a:p>
        </p:txBody>
      </p:sp>
      <p:sp>
        <p:nvSpPr>
          <p:cNvPr id="11" name="Text 8"/>
          <p:cNvSpPr txBox="1"/>
          <p:nvPr/>
        </p:nvSpPr>
        <p:spPr>
          <a:xfrm>
            <a:off x="8595360" y="2377440"/>
            <a:ext cx="3017520" cy="822960"/>
          </a:xfrm>
          <a:prstGeom prst="rect">
            <a:avLst/>
          </a:prstGeom>
          <a:noFill/>
          <a:ln/>
        </p:spPr>
        <p:txBody>
          <a:bodyPr wrap="square" lIns="0" tIns="0" rIns="0" bIns="0" rtlCol="0" anchor="b"/>
          <a:lstStyle/>
          <a:p>
            <a:pPr indent="0" marL="0">
              <a:buNone/>
            </a:pPr>
            <a:r>
              <a:rPr lang="en-US" sz="4400" b="1" dirty="0">
                <a:solidFill>
                  <a:schemeClr val="accent4"/>
                </a:solidFill>
                <a:latin typeface="Arial" pitchFamily="34" charset="0"/>
                <a:ea typeface="Arial" pitchFamily="34" charset="-122"/>
                <a:cs typeface="Arial" pitchFamily="34" charset="-120"/>
              </a:rPr>
              <a:t>8</a:t>
            </a:r>
            <a:endParaRPr lang="en-US" sz="4400" dirty="0"/>
          </a:p>
        </p:txBody>
      </p:sp>
      <p:sp>
        <p:nvSpPr>
          <p:cNvPr id="12" name="Text 9"/>
          <p:cNvSpPr txBox="1"/>
          <p:nvPr/>
        </p:nvSpPr>
        <p:spPr>
          <a:xfrm>
            <a:off x="8595360" y="3246120"/>
            <a:ext cx="3017520" cy="548640"/>
          </a:xfrm>
          <a:prstGeom prst="rect">
            <a:avLst/>
          </a:prstGeom>
          <a:noFill/>
          <a:ln/>
        </p:spPr>
        <p:txBody>
          <a:bodyPr wrap="square" lIns="0" tIns="0" rIns="0" bIns="0" rtlCol="0" anchor="t"/>
          <a:lstStyle/>
          <a:p>
            <a:pPr indent="0" marL="0">
              <a:buNone/>
            </a:pPr>
            <a:r>
              <a:rPr lang="en-US" sz="1500" dirty="0">
                <a:solidFill>
                  <a:schemeClr val="tx1"/>
                </a:solidFill>
              </a:rPr>
              <a:t>bearings stayed healthy</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0" y="3794760"/>
          <a:ext cx="6126480" cy="914400"/>
        </p:xfrm>
        <a:graphic>
          <a:graphicData uri="http://schemas.openxmlformats.org/drawingml/2006/table">
            <a:tbl>
              <a:tblPr/>
              <a:tblGrid>
                <a:gridCol w="1097280"/>
                <a:gridCol w="1371600"/>
                <a:gridCol w="1188720"/>
                <a:gridCol w="2468880"/>
              </a:tblGrid>
              <a:tr h="0">
                <a:tc>
                  <a:txBody>
                    <a:bodyPr/>
                    <a:lstStyle/>
                    <a:p>
                      <a:pPr indent="0" marL="0">
                        <a:buNone/>
                      </a:pPr>
                      <a:r>
                        <a:rPr lang="en-US" sz="1400" b="1" dirty="0">
                          <a:solidFill>
                            <a:schemeClr val="bg1"/>
                          </a:solidFill>
                        </a:rPr>
                        <a:t>Test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Duration</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Failed</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Real fault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Set 1</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828 h</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B3</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Inner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Set 1</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828 h</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B4</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Rolling element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Set 2</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164 h</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B1</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Outer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Set 3</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1,073 h</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B3</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Outer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bl>
          </a:graphicData>
        </a:graphic>
      </p:graphicFrame>
      <p:sp>
        <p:nvSpPr>
          <p:cNvPr id="14" name="Text 10"/>
          <p:cNvSpPr txBox="1"/>
          <p:nvPr/>
        </p:nvSpPr>
        <p:spPr>
          <a:xfrm>
            <a:off x="5486400" y="5852160"/>
            <a:ext cx="6126480" cy="457200"/>
          </a:xfrm>
          <a:prstGeom prst="rect">
            <a:avLst/>
          </a:prstGeom>
          <a:noFill/>
          <a:ln/>
        </p:spPr>
        <p:txBody>
          <a:bodyPr wrap="square" lIns="0" tIns="0" rIns="0" bIns="0" rtlCol="0" anchor="t"/>
          <a:lstStyle/>
          <a:p>
            <a:pPr indent="0" marL="0">
              <a:buNone/>
            </a:pPr>
            <a:r>
              <a:rPr lang="en-US" sz="1000" dirty="0">
                <a:solidFill>
                  <a:schemeClr val="accent3"/>
                </a:solidFill>
              </a:rPr>
              <a:t>NASA (National Aeronautics and Space Administration) / IMS (Center for Intelligent Maintenance Systems) · Rexnord ZA-2115 bearings · 2,000 rpm (revolutions per minute) · B1-B4 = bearing 1-4 · h = hours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What we do with the data: turn vibration into a fault rhythm</a:t>
            </a:r>
            <a:endParaRPr lang="en-US" sz="3000" dirty="0"/>
          </a:p>
        </p:txBody>
      </p:sp>
      <p:sp>
        <p:nvSpPr>
          <p:cNvPr id="3" name="step 1"/>
          <p:cNvSpPr/>
          <p:nvPr/>
        </p:nvSpPr>
        <p:spPr>
          <a:xfrm>
            <a:off x="548640" y="1188720"/>
            <a:ext cx="2651760" cy="1051560"/>
          </a:xfrm>
          <a:prstGeom prst="roundRect">
            <a:avLst>
              <a:gd name="adj" fmla="val 10435"/>
            </a:avLst>
          </a:prstGeom>
          <a:solidFill>
            <a:schemeClr val="bg2"/>
          </a:solidFill>
          <a:ln w="12700">
            <a:solidFill>
              <a:schemeClr val="bg2"/>
            </a:solidFill>
            <a:prstDash val="solid"/>
          </a:ln>
        </p:spPr>
      </p:sp>
      <p:sp>
        <p:nvSpPr>
          <p:cNvPr id="4" name="1. Raw vibration circle"/>
          <p:cNvSpPr/>
          <p:nvPr/>
        </p:nvSpPr>
        <p:spPr>
          <a:xfrm>
            <a:off x="685800" y="1435608"/>
            <a:ext cx="548640" cy="548640"/>
          </a:xfrm>
          <a:prstGeom prst="ellipse">
            <a:avLst/>
          </a:prstGeom>
          <a:solidFill>
            <a:schemeClr val="accent2"/>
          </a:solidFill>
          <a:ln w="12700">
            <a:solidFill>
              <a:schemeClr val="accent2"/>
            </a:solidFill>
            <a:prstDash val="solid"/>
          </a:ln>
        </p:spPr>
      </p:sp>
      <p:pic>
        <p:nvPicPr>
          <p:cNvPr id="5" name="1. Raw vibration icon" descr="1. Raw vibration">    </p:cNvPr>
          <p:cNvPicPr>
            <a:picLocks noChangeAspect="1"/>
          </p:cNvPicPr>
          <p:nvPr/>
        </p:nvPicPr>
        <p:blipFill>
          <a:blip r:embed="rId1"/>
          <a:stretch>
            <a:fillRect/>
          </a:stretch>
        </p:blipFill>
        <p:spPr>
          <a:xfrm>
            <a:off x="822960" y="1572768"/>
            <a:ext cx="274320" cy="274320"/>
          </a:xfrm>
          <a:prstGeom prst="rect">
            <a:avLst/>
          </a:prstGeom>
        </p:spPr>
      </p:pic>
      <p:sp>
        <p:nvSpPr>
          <p:cNvPr id="6" name="Text 3"/>
          <p:cNvSpPr txBox="1"/>
          <p:nvPr/>
        </p:nvSpPr>
        <p:spPr>
          <a:xfrm>
            <a:off x="1371600" y="1325880"/>
            <a:ext cx="1783080" cy="365760"/>
          </a:xfrm>
          <a:prstGeom prst="rect">
            <a:avLst/>
          </a:prstGeom>
          <a:noFill/>
          <a:ln/>
        </p:spPr>
        <p:txBody>
          <a:bodyPr wrap="square" lIns="0" tIns="0" rIns="0" bIns="0" rtlCol="0" anchor="t"/>
          <a:lstStyle/>
          <a:p>
            <a:pPr indent="0" marL="0">
              <a:buNone/>
            </a:pPr>
            <a:r>
              <a:rPr lang="en-US" sz="1600" b="1" dirty="0">
                <a:solidFill>
                  <a:schemeClr val="tx2"/>
                </a:solidFill>
              </a:rPr>
              <a:t>1. Raw vibration</a:t>
            </a:r>
            <a:endParaRPr lang="en-US" sz="1600" dirty="0"/>
          </a:p>
        </p:txBody>
      </p:sp>
      <p:sp>
        <p:nvSpPr>
          <p:cNvPr id="7" name="Text 4"/>
          <p:cNvSpPr txBox="1"/>
          <p:nvPr/>
        </p:nvSpPr>
        <p:spPr>
          <a:xfrm>
            <a:off x="1371600" y="1691640"/>
            <a:ext cx="1783080" cy="457200"/>
          </a:xfrm>
          <a:prstGeom prst="rect">
            <a:avLst/>
          </a:prstGeom>
          <a:noFill/>
          <a:ln/>
        </p:spPr>
        <p:txBody>
          <a:bodyPr wrap="square" lIns="0" tIns="0" rIns="0" bIns="0" rtlCol="0" anchor="t"/>
          <a:lstStyle/>
          <a:p>
            <a:pPr indent="0" marL="0">
              <a:buNone/>
            </a:pPr>
            <a:r>
              <a:rPr lang="en-US" sz="1300" dirty="0">
                <a:solidFill>
                  <a:schemeClr val="tx1"/>
                </a:solidFill>
              </a:rPr>
              <a:t>1 s from each sensor</a:t>
            </a:r>
            <a:endParaRPr lang="en-US" sz="1300" dirty="0"/>
          </a:p>
        </p:txBody>
      </p:sp>
      <p:sp>
        <p:nvSpPr>
          <p:cNvPr id="8" name="step 2"/>
          <p:cNvSpPr/>
          <p:nvPr/>
        </p:nvSpPr>
        <p:spPr>
          <a:xfrm>
            <a:off x="3355848" y="1188720"/>
            <a:ext cx="2651760" cy="1051560"/>
          </a:xfrm>
          <a:prstGeom prst="roundRect">
            <a:avLst>
              <a:gd name="adj" fmla="val 10435"/>
            </a:avLst>
          </a:prstGeom>
          <a:solidFill>
            <a:schemeClr val="bg2"/>
          </a:solidFill>
          <a:ln w="12700">
            <a:solidFill>
              <a:schemeClr val="bg2"/>
            </a:solidFill>
            <a:prstDash val="solid"/>
          </a:ln>
        </p:spPr>
      </p:sp>
      <p:sp>
        <p:nvSpPr>
          <p:cNvPr id="9" name="2. Envelope circle"/>
          <p:cNvSpPr/>
          <p:nvPr/>
        </p:nvSpPr>
        <p:spPr>
          <a:xfrm>
            <a:off x="3493008" y="1435608"/>
            <a:ext cx="548640" cy="548640"/>
          </a:xfrm>
          <a:prstGeom prst="ellipse">
            <a:avLst/>
          </a:prstGeom>
          <a:solidFill>
            <a:schemeClr val="accent2"/>
          </a:solidFill>
          <a:ln w="12700">
            <a:solidFill>
              <a:schemeClr val="accent2"/>
            </a:solidFill>
            <a:prstDash val="solid"/>
          </a:ln>
        </p:spPr>
      </p:sp>
      <p:pic>
        <p:nvPicPr>
          <p:cNvPr id="10" name="2. Envelope icon" descr="2. Envelope">    </p:cNvPr>
          <p:cNvPicPr>
            <a:picLocks noChangeAspect="1"/>
          </p:cNvPicPr>
          <p:nvPr/>
        </p:nvPicPr>
        <p:blipFill>
          <a:blip r:embed="rId2"/>
          <a:stretch>
            <a:fillRect/>
          </a:stretch>
        </p:blipFill>
        <p:spPr>
          <a:xfrm>
            <a:off x="3630168" y="1572768"/>
            <a:ext cx="274320" cy="274320"/>
          </a:xfrm>
          <a:prstGeom prst="rect">
            <a:avLst/>
          </a:prstGeom>
        </p:spPr>
      </p:pic>
      <p:sp>
        <p:nvSpPr>
          <p:cNvPr id="11" name="Text 7"/>
          <p:cNvSpPr txBox="1"/>
          <p:nvPr/>
        </p:nvSpPr>
        <p:spPr>
          <a:xfrm>
            <a:off x="4178808" y="1325880"/>
            <a:ext cx="1783080" cy="365760"/>
          </a:xfrm>
          <a:prstGeom prst="rect">
            <a:avLst/>
          </a:prstGeom>
          <a:noFill/>
          <a:ln/>
        </p:spPr>
        <p:txBody>
          <a:bodyPr wrap="square" lIns="0" tIns="0" rIns="0" bIns="0" rtlCol="0" anchor="t"/>
          <a:lstStyle/>
          <a:p>
            <a:pPr indent="0" marL="0">
              <a:buNone/>
            </a:pPr>
            <a:r>
              <a:rPr lang="en-US" sz="1600" b="1" dirty="0">
                <a:solidFill>
                  <a:schemeClr val="tx2"/>
                </a:solidFill>
              </a:rPr>
              <a:t>2. Envelope</a:t>
            </a:r>
            <a:endParaRPr lang="en-US" sz="1600" dirty="0"/>
          </a:p>
        </p:txBody>
      </p:sp>
      <p:sp>
        <p:nvSpPr>
          <p:cNvPr id="12" name="Text 8"/>
          <p:cNvSpPr txBox="1"/>
          <p:nvPr/>
        </p:nvSpPr>
        <p:spPr>
          <a:xfrm>
            <a:off x="4178808" y="1691640"/>
            <a:ext cx="1783080" cy="457200"/>
          </a:xfrm>
          <a:prstGeom prst="rect">
            <a:avLst/>
          </a:prstGeom>
          <a:noFill/>
          <a:ln/>
        </p:spPr>
        <p:txBody>
          <a:bodyPr wrap="square" lIns="0" tIns="0" rIns="0" bIns="0" rtlCol="0" anchor="t"/>
          <a:lstStyle/>
          <a:p>
            <a:pPr indent="0" marL="0">
              <a:buNone/>
            </a:pPr>
            <a:r>
              <a:rPr lang="en-US" sz="1300" dirty="0">
                <a:solidFill>
                  <a:schemeClr val="tx1"/>
                </a:solidFill>
              </a:rPr>
              <a:t>outline of the clicks</a:t>
            </a:r>
            <a:endParaRPr lang="en-US" sz="1300" dirty="0"/>
          </a:p>
        </p:txBody>
      </p:sp>
      <p:sp>
        <p:nvSpPr>
          <p:cNvPr id="13" name="step 3"/>
          <p:cNvSpPr/>
          <p:nvPr/>
        </p:nvSpPr>
        <p:spPr>
          <a:xfrm>
            <a:off x="6163056" y="1188720"/>
            <a:ext cx="2651760" cy="1051560"/>
          </a:xfrm>
          <a:prstGeom prst="roundRect">
            <a:avLst>
              <a:gd name="adj" fmla="val 10435"/>
            </a:avLst>
          </a:prstGeom>
          <a:solidFill>
            <a:schemeClr val="bg2"/>
          </a:solidFill>
          <a:ln w="12700">
            <a:solidFill>
              <a:schemeClr val="bg2"/>
            </a:solidFill>
            <a:prstDash val="solid"/>
          </a:ln>
        </p:spPr>
      </p:sp>
      <p:sp>
        <p:nvSpPr>
          <p:cNvPr id="14" name="3. Spectrum circle"/>
          <p:cNvSpPr/>
          <p:nvPr/>
        </p:nvSpPr>
        <p:spPr>
          <a:xfrm>
            <a:off x="6300216" y="1435608"/>
            <a:ext cx="548640" cy="548640"/>
          </a:xfrm>
          <a:prstGeom prst="ellipse">
            <a:avLst/>
          </a:prstGeom>
          <a:solidFill>
            <a:schemeClr val="accent2"/>
          </a:solidFill>
          <a:ln w="12700">
            <a:solidFill>
              <a:schemeClr val="accent2"/>
            </a:solidFill>
            <a:prstDash val="solid"/>
          </a:ln>
        </p:spPr>
      </p:sp>
      <p:pic>
        <p:nvPicPr>
          <p:cNvPr id="15" name="3. Spectrum icon" descr="3. Spectrum">    </p:cNvPr>
          <p:cNvPicPr>
            <a:picLocks noChangeAspect="1"/>
          </p:cNvPicPr>
          <p:nvPr/>
        </p:nvPicPr>
        <p:blipFill>
          <a:blip r:embed="rId3"/>
          <a:stretch>
            <a:fillRect/>
          </a:stretch>
        </p:blipFill>
        <p:spPr>
          <a:xfrm>
            <a:off x="6437376" y="1572768"/>
            <a:ext cx="274320" cy="274320"/>
          </a:xfrm>
          <a:prstGeom prst="rect">
            <a:avLst/>
          </a:prstGeom>
        </p:spPr>
      </p:pic>
      <p:sp>
        <p:nvSpPr>
          <p:cNvPr id="16" name="Text 11"/>
          <p:cNvSpPr txBox="1"/>
          <p:nvPr/>
        </p:nvSpPr>
        <p:spPr>
          <a:xfrm>
            <a:off x="6986016" y="1325880"/>
            <a:ext cx="1783080" cy="365760"/>
          </a:xfrm>
          <a:prstGeom prst="rect">
            <a:avLst/>
          </a:prstGeom>
          <a:noFill/>
          <a:ln/>
        </p:spPr>
        <p:txBody>
          <a:bodyPr wrap="square" lIns="0" tIns="0" rIns="0" bIns="0" rtlCol="0" anchor="t"/>
          <a:lstStyle/>
          <a:p>
            <a:pPr indent="0" marL="0">
              <a:buNone/>
            </a:pPr>
            <a:r>
              <a:rPr lang="en-US" sz="1600" b="1" dirty="0">
                <a:solidFill>
                  <a:schemeClr val="tx2"/>
                </a:solidFill>
              </a:rPr>
              <a:t>3. Spectrum</a:t>
            </a:r>
            <a:endParaRPr lang="en-US" sz="1600" dirty="0"/>
          </a:p>
        </p:txBody>
      </p:sp>
      <p:sp>
        <p:nvSpPr>
          <p:cNvPr id="17" name="Text 12"/>
          <p:cNvSpPr txBox="1"/>
          <p:nvPr/>
        </p:nvSpPr>
        <p:spPr>
          <a:xfrm>
            <a:off x="6986016" y="1691640"/>
            <a:ext cx="1783080" cy="457200"/>
          </a:xfrm>
          <a:prstGeom prst="rect">
            <a:avLst/>
          </a:prstGeom>
          <a:noFill/>
          <a:ln/>
        </p:spPr>
        <p:txBody>
          <a:bodyPr wrap="square" lIns="0" tIns="0" rIns="0" bIns="0" rtlCol="0" anchor="t"/>
          <a:lstStyle/>
          <a:p>
            <a:pPr indent="0" marL="0">
              <a:buNone/>
            </a:pPr>
            <a:r>
              <a:rPr lang="en-US" sz="1300" dirty="0">
                <a:solidFill>
                  <a:schemeClr val="tx1"/>
                </a:solidFill>
              </a:rPr>
              <a:t>which click rates exist</a:t>
            </a:r>
            <a:endParaRPr lang="en-US" sz="1300" dirty="0"/>
          </a:p>
        </p:txBody>
      </p:sp>
      <p:sp>
        <p:nvSpPr>
          <p:cNvPr id="18" name="step 4"/>
          <p:cNvSpPr/>
          <p:nvPr/>
        </p:nvSpPr>
        <p:spPr>
          <a:xfrm>
            <a:off x="8970264" y="1188720"/>
            <a:ext cx="2651760" cy="1051560"/>
          </a:xfrm>
          <a:prstGeom prst="roundRect">
            <a:avLst>
              <a:gd name="adj" fmla="val 10435"/>
            </a:avLst>
          </a:prstGeom>
          <a:solidFill>
            <a:schemeClr val="bg2"/>
          </a:solidFill>
          <a:ln w="12700">
            <a:solidFill>
              <a:schemeClr val="bg2"/>
            </a:solidFill>
            <a:prstDash val="solid"/>
          </a:ln>
        </p:spPr>
      </p:sp>
      <p:sp>
        <p:nvSpPr>
          <p:cNvPr id="19" name="4. Match circle"/>
          <p:cNvSpPr/>
          <p:nvPr/>
        </p:nvSpPr>
        <p:spPr>
          <a:xfrm>
            <a:off x="9107424" y="1435608"/>
            <a:ext cx="548640" cy="548640"/>
          </a:xfrm>
          <a:prstGeom prst="ellipse">
            <a:avLst/>
          </a:prstGeom>
          <a:solidFill>
            <a:schemeClr val="accent2"/>
          </a:solidFill>
          <a:ln w="12700">
            <a:solidFill>
              <a:schemeClr val="accent2"/>
            </a:solidFill>
            <a:prstDash val="solid"/>
          </a:ln>
        </p:spPr>
      </p:sp>
      <p:pic>
        <p:nvPicPr>
          <p:cNvPr id="20" name="4. Match icon" descr="4. Match">    </p:cNvPr>
          <p:cNvPicPr>
            <a:picLocks noChangeAspect="1"/>
          </p:cNvPicPr>
          <p:nvPr/>
        </p:nvPicPr>
        <p:blipFill>
          <a:blip r:embed="rId4"/>
          <a:stretch>
            <a:fillRect/>
          </a:stretch>
        </p:blipFill>
        <p:spPr>
          <a:xfrm>
            <a:off x="9244584" y="1572768"/>
            <a:ext cx="274320" cy="274320"/>
          </a:xfrm>
          <a:prstGeom prst="rect">
            <a:avLst/>
          </a:prstGeom>
        </p:spPr>
      </p:pic>
      <p:sp>
        <p:nvSpPr>
          <p:cNvPr id="21" name="Text 15"/>
          <p:cNvSpPr txBox="1"/>
          <p:nvPr/>
        </p:nvSpPr>
        <p:spPr>
          <a:xfrm>
            <a:off x="9793224" y="1325880"/>
            <a:ext cx="1783080" cy="365760"/>
          </a:xfrm>
          <a:prstGeom prst="rect">
            <a:avLst/>
          </a:prstGeom>
          <a:noFill/>
          <a:ln/>
        </p:spPr>
        <p:txBody>
          <a:bodyPr wrap="square" lIns="0" tIns="0" rIns="0" bIns="0" rtlCol="0" anchor="t"/>
          <a:lstStyle/>
          <a:p>
            <a:pPr indent="0" marL="0">
              <a:buNone/>
            </a:pPr>
            <a:r>
              <a:rPr lang="en-US" sz="1600" b="1" dirty="0">
                <a:solidFill>
                  <a:schemeClr val="tx2"/>
                </a:solidFill>
              </a:rPr>
              <a:t>4. Match</a:t>
            </a:r>
            <a:endParaRPr lang="en-US" sz="1600" dirty="0"/>
          </a:p>
        </p:txBody>
      </p:sp>
      <p:sp>
        <p:nvSpPr>
          <p:cNvPr id="22" name="Text 16"/>
          <p:cNvSpPr txBox="1"/>
          <p:nvPr/>
        </p:nvSpPr>
        <p:spPr>
          <a:xfrm>
            <a:off x="9793224" y="1691640"/>
            <a:ext cx="1783080" cy="457200"/>
          </a:xfrm>
          <a:prstGeom prst="rect">
            <a:avLst/>
          </a:prstGeom>
          <a:noFill/>
          <a:ln/>
        </p:spPr>
        <p:txBody>
          <a:bodyPr wrap="square" lIns="0" tIns="0" rIns="0" bIns="0" rtlCol="0" anchor="t"/>
          <a:lstStyle/>
          <a:p>
            <a:pPr indent="0" marL="0">
              <a:buNone/>
            </a:pPr>
            <a:r>
              <a:rPr lang="en-US" sz="1300" dirty="0">
                <a:solidFill>
                  <a:schemeClr val="tx1"/>
                </a:solidFill>
              </a:rPr>
              <a:t>peaks vs each part's rhythm</a:t>
            </a:r>
            <a:endParaRPr lang="en-US" sz="1300" dirty="0"/>
          </a:p>
        </p:txBody>
      </p:sp>
      <p:pic>
        <p:nvPicPr>
          <p:cNvPr id="23" name="bearing parts figure" descr="Parts of a ball bearing: outer race, inner race, rolling elements (balls) and separator (cage)">    </p:cNvPr>
          <p:cNvPicPr>
            <a:picLocks noChangeAspect="1"/>
          </p:cNvPicPr>
          <p:nvPr/>
        </p:nvPicPr>
        <p:blipFill>
          <a:blip r:embed="rId5"/>
          <a:stretch>
            <a:fillRect/>
          </a:stretch>
        </p:blipFill>
        <p:spPr>
          <a:xfrm>
            <a:off x="548640" y="2468880"/>
            <a:ext cx="3558510" cy="379476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43400" y="2468880"/>
          <a:ext cx="7269480" cy="914400"/>
        </p:xfrm>
        <a:graphic>
          <a:graphicData uri="http://schemas.openxmlformats.org/drawingml/2006/table">
            <a:tbl>
              <a:tblPr/>
              <a:tblGrid>
                <a:gridCol w="2194560"/>
                <a:gridCol w="3429000"/>
                <a:gridCol w="1645920"/>
              </a:tblGrid>
              <a:tr h="0">
                <a:tc>
                  <a:txBody>
                    <a:bodyPr/>
                    <a:lstStyle/>
                    <a:p>
                      <a:pPr indent="0" marL="0">
                        <a:buNone/>
                      </a:pPr>
                      <a:r>
                        <a:rPr lang="en-US" sz="1500" b="1" dirty="0">
                          <a:solidFill>
                            <a:schemeClr val="bg1"/>
                          </a:solidFill>
                        </a:rPr>
                        <a:t>Damaged part</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Rhythm name</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Clicks per second</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r>
              <a:tr h="0">
                <a:tc>
                  <a:txBody>
                    <a:bodyPr/>
                    <a:lstStyle/>
                    <a:p>
                      <a:pPr indent="0" marL="0">
                        <a:buNone/>
                      </a:pPr>
                      <a:r>
                        <a:rPr lang="en-US" sz="1500" dirty="0">
                          <a:solidFill>
                            <a:schemeClr val="tx1"/>
                          </a:solidFill>
                        </a:rPr>
                        <a:t>Outer race</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BPFO (Ball Pass Frequency, Outer)</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236 Hz</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500" dirty="0">
                          <a:solidFill>
                            <a:schemeClr val="tx1"/>
                          </a:solidFill>
                        </a:rPr>
                        <a:t>Inner race</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BPFI (Ball Pass Frequency, Inner)</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297 Hz</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500" dirty="0">
                          <a:solidFill>
                            <a:schemeClr val="tx1"/>
                          </a:solidFill>
                        </a:rPr>
                        <a:t>Rolling element (ball)</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2BSF (2 × Ball Spin Frequency)</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280 Hz</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500" dirty="0">
                          <a:solidFill>
                            <a:schemeClr val="tx1"/>
                          </a:solidFill>
                        </a:rPr>
                        <a:t>Separator (cage)</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FTF (Fundamental Train Frequency)</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500" dirty="0">
                          <a:solidFill>
                            <a:schemeClr val="tx1"/>
                          </a:solidFill>
                        </a:rPr>
                        <a:t>15 Hz</a:t>
                      </a:r>
                      <a:endParaRPr lang="en-US" sz="15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bl>
          </a:graphicData>
        </a:graphic>
      </p:graphicFrame>
      <p:sp>
        <p:nvSpPr>
          <p:cNvPr id="25" name="key idea"/>
          <p:cNvSpPr/>
          <p:nvPr/>
        </p:nvSpPr>
        <p:spPr>
          <a:xfrm>
            <a:off x="4343400" y="4572000"/>
            <a:ext cx="7269480" cy="1280160"/>
          </a:xfrm>
          <a:prstGeom prst="roundRect">
            <a:avLst>
              <a:gd name="adj" fmla="val 8571"/>
            </a:avLst>
          </a:prstGeom>
          <a:solidFill>
            <a:schemeClr val="bg2"/>
          </a:solidFill>
          <a:ln w="12700">
            <a:solidFill>
              <a:schemeClr val="bg2"/>
            </a:solidFill>
            <a:prstDash val="solid"/>
          </a:ln>
        </p:spPr>
      </p:sp>
      <p:sp>
        <p:nvSpPr>
          <p:cNvPr id="26" name="Text 18"/>
          <p:cNvSpPr txBox="1"/>
          <p:nvPr/>
        </p:nvSpPr>
        <p:spPr>
          <a:xfrm>
            <a:off x="4572000" y="4736592"/>
            <a:ext cx="6812280" cy="1005840"/>
          </a:xfrm>
          <a:prstGeom prst="rect">
            <a:avLst/>
          </a:prstGeom>
          <a:noFill/>
          <a:ln/>
        </p:spPr>
        <p:txBody>
          <a:bodyPr wrap="square" lIns="0" tIns="0" rIns="0" bIns="0" rtlCol="0" anchor="t"/>
          <a:lstStyle/>
          <a:p>
            <a:pPr indent="0" marL="0">
              <a:buNone/>
            </a:pPr>
            <a:r>
              <a:rPr lang="en-US" sz="1600" b="1" dirty="0">
                <a:solidFill>
                  <a:schemeClr val="tx2"/>
                </a:solidFill>
              </a:rPr>
              <a:t>Key idea: </a:t>
            </a:r>
            <a:pPr indent="0" marL="0">
              <a:buNone/>
            </a:pPr>
            <a:r>
              <a:rPr lang="en-US" sz="1600" dirty="0">
                <a:solidFill>
                  <a:schemeClr val="tx1"/>
                </a:solidFill>
              </a:rPr>
              <a:t>each part moves at a different speed, so a crack on it clicks at its own rate. Like a pebble in a bike tyre: count the ticks per second and you know which part is damaged. (Hz = times per second, at 2,000 rpm.)</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How we tell which part is broken</a:t>
            </a:r>
            <a:endParaRPr lang="en-US" sz="3000" dirty="0"/>
          </a:p>
        </p:txBody>
      </p:sp>
      <p:sp>
        <p:nvSpPr>
          <p:cNvPr id="3" name="part step 1"/>
          <p:cNvSpPr/>
          <p:nvPr/>
        </p:nvSpPr>
        <p:spPr>
          <a:xfrm>
            <a:off x="548640" y="1188720"/>
            <a:ext cx="411480" cy="411480"/>
          </a:xfrm>
          <a:prstGeom prst="ellipse">
            <a:avLst/>
          </a:prstGeom>
          <a:solidFill>
            <a:schemeClr val="accent2"/>
          </a:solidFill>
          <a:ln w="12700">
            <a:solidFill>
              <a:schemeClr val="accent2"/>
            </a:solidFill>
            <a:prstDash val="solid"/>
          </a:ln>
        </p:spPr>
      </p:sp>
      <p:sp>
        <p:nvSpPr>
          <p:cNvPr id="4" name="Text 2"/>
          <p:cNvSpPr txBox="1"/>
          <p:nvPr/>
        </p:nvSpPr>
        <p:spPr>
          <a:xfrm>
            <a:off x="548640" y="11887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097280" y="1207008"/>
            <a:ext cx="4572000" cy="365760"/>
          </a:xfrm>
          <a:prstGeom prst="rect">
            <a:avLst/>
          </a:prstGeom>
          <a:noFill/>
          <a:ln/>
        </p:spPr>
        <p:txBody>
          <a:bodyPr wrap="square" lIns="0" tIns="0" rIns="0" bIns="0" rtlCol="0" anchor="t"/>
          <a:lstStyle/>
          <a:p>
            <a:pPr indent="0" marL="0">
              <a:buNone/>
            </a:pPr>
            <a:r>
              <a:rPr lang="en-US" sz="1800" b="1" dirty="0">
                <a:solidFill>
                  <a:schemeClr val="tx2"/>
                </a:solidFill>
              </a:rPr>
              <a:t>Compute each part's click rate</a:t>
            </a:r>
            <a:endParaRPr lang="en-US" sz="1800" dirty="0"/>
          </a:p>
        </p:txBody>
      </p:sp>
      <p:sp>
        <p:nvSpPr>
          <p:cNvPr id="6" name="Text 4"/>
          <p:cNvSpPr txBox="1"/>
          <p:nvPr/>
        </p:nvSpPr>
        <p:spPr>
          <a:xfrm>
            <a:off x="548640" y="1691640"/>
            <a:ext cx="5120640" cy="960120"/>
          </a:xfrm>
          <a:prstGeom prst="rect">
            <a:avLst/>
          </a:prstGeom>
          <a:noFill/>
          <a:ln/>
        </p:spPr>
        <p:txBody>
          <a:bodyPr wrap="square" lIns="0" tIns="0" rIns="0" bIns="0" rtlCol="0" anchor="t"/>
          <a:lstStyle/>
          <a:p>
            <a:pPr indent="0" marL="0">
              <a:buNone/>
            </a:pPr>
            <a:r>
              <a:rPr lang="en-US" sz="1400" dirty="0">
                <a:solidFill>
                  <a:schemeClr val="tx1"/>
                </a:solidFill>
              </a:rPr>
              <a:t>From the bearing geometry: n = 16 balls, d = 0.331 inches (ball diameter), D = 2.815 inches (pitch diameter), φ = 15.17° (contact angle). fr = 2,000 rpm ÷ 60 = 33.3 Hz (shaft rate); r = (d/D)·cos φ = 0.1135.</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834640"/>
          <a:ext cx="5120640" cy="914400"/>
        </p:xfrm>
        <a:graphic>
          <a:graphicData uri="http://schemas.openxmlformats.org/drawingml/2006/table">
            <a:tbl>
              <a:tblPr/>
              <a:tblGrid>
                <a:gridCol w="1234440"/>
                <a:gridCol w="2834640"/>
                <a:gridCol w="1051560"/>
              </a:tblGrid>
              <a:tr h="0">
                <a:tc>
                  <a:txBody>
                    <a:bodyPr/>
                    <a:lstStyle/>
                    <a:p>
                      <a:pPr indent="0" marL="0">
                        <a:buNone/>
                      </a:pPr>
                      <a:r>
                        <a:rPr lang="en-US" sz="1400" b="1" dirty="0">
                          <a:solidFill>
                            <a:schemeClr val="bg1"/>
                          </a:solidFill>
                        </a:rPr>
                        <a:t>Part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Formula</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Rate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Outer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BPFO = (n/2)·fr·(1 − r)</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b="1" dirty="0">
                          <a:solidFill>
                            <a:schemeClr val="tx1"/>
                          </a:solidFill>
                        </a:rPr>
                        <a:t>236 Hz</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Inner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BPFI = (n/2)·fr·(1 + r)</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b="1" dirty="0">
                          <a:solidFill>
                            <a:schemeClr val="tx1"/>
                          </a:solidFill>
                        </a:rPr>
                        <a:t>297 Hz</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Ball</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2BSF = (D/d)·fr·(1 − r²)</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b="1" dirty="0">
                          <a:solidFill>
                            <a:schemeClr val="tx1"/>
                          </a:solidFill>
                        </a:rPr>
                        <a:t>280 Hz</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Cage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FTF = (fr/2)·(1 − r)</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b="1" dirty="0">
                          <a:solidFill>
                            <a:schemeClr val="tx1"/>
                          </a:solidFill>
                        </a:rPr>
                        <a:t>15 Hz</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bl>
          </a:graphicData>
        </a:graphic>
      </p:graphicFrame>
      <p:sp>
        <p:nvSpPr>
          <p:cNvPr id="8" name="part step 2"/>
          <p:cNvSpPr/>
          <p:nvPr/>
        </p:nvSpPr>
        <p:spPr>
          <a:xfrm>
            <a:off x="6035040" y="1188720"/>
            <a:ext cx="411480" cy="411480"/>
          </a:xfrm>
          <a:prstGeom prst="ellipse">
            <a:avLst/>
          </a:prstGeom>
          <a:solidFill>
            <a:schemeClr val="accent2"/>
          </a:solidFill>
          <a:ln w="12700">
            <a:solidFill>
              <a:schemeClr val="accent2"/>
            </a:solidFill>
            <a:prstDash val="solid"/>
          </a:ln>
        </p:spPr>
      </p:sp>
      <p:sp>
        <p:nvSpPr>
          <p:cNvPr id="9" name="Text 6"/>
          <p:cNvSpPr txBox="1"/>
          <p:nvPr/>
        </p:nvSpPr>
        <p:spPr>
          <a:xfrm>
            <a:off x="6035040" y="11887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 7"/>
          <p:cNvSpPr txBox="1"/>
          <p:nvPr/>
        </p:nvSpPr>
        <p:spPr>
          <a:xfrm>
            <a:off x="6583680" y="1207008"/>
            <a:ext cx="5029200" cy="365760"/>
          </a:xfrm>
          <a:prstGeom prst="rect">
            <a:avLst/>
          </a:prstGeom>
          <a:noFill/>
          <a:ln/>
        </p:spPr>
        <p:txBody>
          <a:bodyPr wrap="square" lIns="0" tIns="0" rIns="0" bIns="0" rtlCol="0" anchor="t"/>
          <a:lstStyle/>
          <a:p>
            <a:pPr indent="0" marL="0">
              <a:buNone/>
            </a:pPr>
            <a:r>
              <a:rPr lang="en-US" sz="1800" b="1" dirty="0">
                <a:solidFill>
                  <a:schemeClr val="tx2"/>
                </a:solidFill>
              </a:rPr>
              <a:t>Recognise its pattern in the envelope spectrum</a:t>
            </a:r>
            <a:endParaRPr lang="en-US" sz="18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035040" y="1691640"/>
          <a:ext cx="5577840" cy="914400"/>
        </p:xfrm>
        <a:graphic>
          <a:graphicData uri="http://schemas.openxmlformats.org/drawingml/2006/table">
            <a:tbl>
              <a:tblPr/>
              <a:tblGrid>
                <a:gridCol w="1234440"/>
                <a:gridCol w="2514600"/>
                <a:gridCol w="1828800"/>
              </a:tblGrid>
              <a:tr h="0">
                <a:tc>
                  <a:txBody>
                    <a:bodyPr/>
                    <a:lstStyle/>
                    <a:p>
                      <a:pPr indent="0" marL="0">
                        <a:buNone/>
                      </a:pPr>
                      <a:r>
                        <a:rPr lang="en-US" sz="1400" b="1" dirty="0">
                          <a:solidFill>
                            <a:schemeClr val="bg1"/>
                          </a:solidFill>
                        </a:rPr>
                        <a:t>Fault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Pattern</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Seen in our data</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Outer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Clean peaks at 1×, 2×, 3× BPFO (ring is still)</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Set 2 B1, set 3 B3: 230, 461, 692 Hz</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Inner race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BPFI peaks + side peaks at ± shaft rate (crack turns with shaft)</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Set 1 B3</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1400" dirty="0">
                          <a:solidFill>
                            <a:schemeClr val="tx1"/>
                          </a:solidFill>
                        </a:rPr>
                        <a:t>Ball</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Weak 2BSF + comb at cage rate FTF (ball rides in the cage)</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1400" dirty="0">
                          <a:solidFill>
                            <a:schemeClr val="tx1"/>
                          </a:solidFill>
                        </a:rPr>
                        <a:t>Set 1 B4: 14.4 Hz comb, 594 h early</a:t>
                      </a:r>
                      <a:endParaRPr lang="en-US" sz="14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bl>
          </a:graphicData>
        </a:graphic>
      </p:graphicFrame>
      <p:sp>
        <p:nvSpPr>
          <p:cNvPr id="12" name="Text 8"/>
          <p:cNvSpPr txBox="1"/>
          <p:nvPr/>
        </p:nvSpPr>
        <p:spPr>
          <a:xfrm>
            <a:off x="6035040" y="4160520"/>
            <a:ext cx="5577840" cy="457200"/>
          </a:xfrm>
          <a:prstGeom prst="rect">
            <a:avLst/>
          </a:prstGeom>
          <a:noFill/>
          <a:ln/>
        </p:spPr>
        <p:txBody>
          <a:bodyPr wrap="square" lIns="0" tIns="0" rIns="0" bIns="0" rtlCol="0" anchor="t"/>
          <a:lstStyle/>
          <a:p>
            <a:pPr indent="0" marL="0">
              <a:buNone/>
            </a:pPr>
            <a:r>
              <a:rPr lang="en-US" sz="1300" dirty="0">
                <a:solidFill>
                  <a:schemeClr val="accent3"/>
                </a:solidFill>
              </a:rPr>
              <a:t>Real rig runs ~2.5% slow, so each pattern is matched at 95-101% of nameplate speed.</a:t>
            </a:r>
            <a:endParaRPr lang="en-US" sz="1300" dirty="0"/>
          </a:p>
        </p:txBody>
      </p:sp>
      <p:sp>
        <p:nvSpPr>
          <p:cNvPr id="13" name="check and caveat"/>
          <p:cNvSpPr/>
          <p:nvPr/>
        </p:nvSpPr>
        <p:spPr>
          <a:xfrm>
            <a:off x="548640" y="4846320"/>
            <a:ext cx="11064240" cy="1188720"/>
          </a:xfrm>
          <a:prstGeom prst="roundRect">
            <a:avLst>
              <a:gd name="adj" fmla="val 9231"/>
            </a:avLst>
          </a:prstGeom>
          <a:solidFill>
            <a:schemeClr val="bg2"/>
          </a:solidFill>
          <a:ln w="12700">
            <a:solidFill>
              <a:schemeClr val="bg2"/>
            </a:solidFill>
            <a:prstDash val="solid"/>
          </a:ln>
        </p:spPr>
      </p:sp>
      <p:sp>
        <p:nvSpPr>
          <p:cNvPr id="14" name="ground truth circle"/>
          <p:cNvSpPr/>
          <p:nvPr/>
        </p:nvSpPr>
        <p:spPr>
          <a:xfrm>
            <a:off x="777240" y="5166360"/>
            <a:ext cx="548640" cy="548640"/>
          </a:xfrm>
          <a:prstGeom prst="ellipse">
            <a:avLst/>
          </a:prstGeom>
          <a:solidFill>
            <a:schemeClr val="accent4"/>
          </a:solidFill>
          <a:ln w="12700">
            <a:solidFill>
              <a:schemeClr val="accent4"/>
            </a:solidFill>
            <a:prstDash val="solid"/>
          </a:ln>
        </p:spPr>
      </p:sp>
      <p:pic>
        <p:nvPicPr>
          <p:cNvPr id="15" name="ground truth icon" descr="ground truth">    </p:cNvPr>
          <p:cNvPicPr>
            <a:picLocks noChangeAspect="1"/>
          </p:cNvPicPr>
          <p:nvPr/>
        </p:nvPicPr>
        <p:blipFill>
          <a:blip r:embed="rId1"/>
          <a:stretch>
            <a:fillRect/>
          </a:stretch>
        </p:blipFill>
        <p:spPr>
          <a:xfrm>
            <a:off x="914400" y="5303520"/>
            <a:ext cx="274320" cy="274320"/>
          </a:xfrm>
          <a:prstGeom prst="rect">
            <a:avLst/>
          </a:prstGeom>
        </p:spPr>
      </p:pic>
      <p:sp>
        <p:nvSpPr>
          <p:cNvPr id="16" name="Text 11"/>
          <p:cNvSpPr txBox="1"/>
          <p:nvPr/>
        </p:nvSpPr>
        <p:spPr>
          <a:xfrm>
            <a:off x="1508760" y="4846320"/>
            <a:ext cx="9921240" cy="118872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3 · Check: </a:t>
            </a:r>
            <a:pPr indent="0" marL="0">
              <a:spcAft>
                <a:spcPts val="400"/>
              </a:spcAft>
              <a:buNone/>
            </a:pPr>
            <a:r>
              <a:rPr lang="en-US" sz="1500" dirty="0">
                <a:solidFill>
                  <a:schemeClr val="tx1"/>
                </a:solidFill>
              </a:rPr>
              <a:t>the researchers opened each bearing after its test; that ground truth is used only to score our answers, never to train.</a:t>
            </a:r>
            <a:endParaRPr lang="en-US" sz="1500" dirty="0"/>
          </a:p>
          <a:p>
            <a:pPr indent="0" marL="0">
              <a:spcAft>
                <a:spcPts val="400"/>
              </a:spcAft>
              <a:buNone/>
            </a:pPr>
            <a:r>
              <a:rPr lang="en-US" sz="1500" b="1" dirty="0">
                <a:solidFill>
                  <a:schemeClr val="tx2"/>
                </a:solidFill>
              </a:rPr>
              <a:t>Note: </a:t>
            </a:r>
            <a:pPr indent="0" marL="0">
              <a:spcAft>
                <a:spcPts val="400"/>
              </a:spcAft>
              <a:buNone/>
            </a:pPr>
            <a:r>
              <a:rPr lang="en-US" sz="1500" dirty="0">
                <a:solidFill>
                  <a:schemeClr val="tx1"/>
                </a:solidFill>
              </a:rPr>
              <a:t>all 4 bearings are the same model, so the rate tells the part, not the bearing. Stage A (loudness vs neighbours) finds the bearing.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From raw acceleration to energy and rhythm numbers</a:t>
            </a:r>
            <a:endParaRPr lang="en-US" sz="3000" dirty="0"/>
          </a:p>
        </p:txBody>
      </p:sp>
      <p:sp>
        <p:nvSpPr>
          <p:cNvPr id="3" name="Text 1"/>
          <p:cNvSpPr txBox="1"/>
          <p:nvPr/>
        </p:nvSpPr>
        <p:spPr>
          <a:xfrm>
            <a:off x="548640" y="1143000"/>
            <a:ext cx="11064240" cy="548640"/>
          </a:xfrm>
          <a:prstGeom prst="rect">
            <a:avLst/>
          </a:prstGeom>
          <a:noFill/>
          <a:ln/>
        </p:spPr>
        <p:txBody>
          <a:bodyPr wrap="square" lIns="0" tIns="0" rIns="0" bIns="0" rtlCol="0" anchor="t"/>
          <a:lstStyle/>
          <a:p>
            <a:pPr indent="0" marL="0">
              <a:buNone/>
            </a:pPr>
            <a:r>
              <a:rPr lang="en-US" sz="1500" b="1" dirty="0">
                <a:solidFill>
                  <a:schemeClr val="tx1"/>
                </a:solidFill>
              </a:rPr>
              <a:t>Input: </a:t>
            </a:r>
            <a:pPr indent="0" marL="0">
              <a:buNone/>
            </a:pPr>
            <a:r>
              <a:rPr lang="en-US" sz="1500" dirty="0">
                <a:solidFill>
                  <a:schemeClr val="tx1"/>
                </a:solidFill>
              </a:rPr>
              <a:t>a[n] = acceleration at sample n, in g (1 g = 9.81 m/s², Earth's gravity), from one accelerometer.</a:t>
            </a:r>
            <a:endParaRPr lang="en-US" sz="1500" dirty="0"/>
          </a:p>
          <a:p>
            <a:pPr indent="0" marL="0">
              <a:buNone/>
            </a:pPr>
            <a:r>
              <a:rPr lang="en-US" sz="1500" dirty="0">
                <a:solidFill>
                  <a:schemeClr val="tx1"/>
                </a:solidFill>
              </a:rPr>
              <a:t>N = 20,480 samples per 1-second snapshot (20 kHz = 20,000 samples per second). ms = millisecond.</a:t>
            </a:r>
            <a:endParaRPr lang="en-US" sz="1500" dirty="0"/>
          </a:p>
        </p:txBody>
      </p:sp>
      <p:graphicFrame>
        <p:nvGraphicFramePr>
          <p:cNvPr id="4" name="Chart 0" descr=""/>
          <p:cNvGraphicFramePr/>
          <p:nvPr/>
        </p:nvGraphicFramePr>
        <p:xfrm>
          <a:off x="548640" y="1737360"/>
          <a:ext cx="5577840" cy="4480560"/>
        </p:xfrm>
        <a:graphic xmlns:a="http://schemas.openxmlformats.org/drawingml/2006/main">
          <a:graphicData uri="http://schemas.openxmlformats.org/drawingml/2006/chart">
            <c:chart xmlns:c="http://schemas.openxmlformats.org/drawingml/2006/chart" r:id="rId1"/>
          </a:graphicData>
        </a:graphic>
      </p:graphicFrame>
      <p:sp>
        <p:nvSpPr>
          <p:cNvPr id="5" name="energy formulas"/>
          <p:cNvSpPr/>
          <p:nvPr/>
        </p:nvSpPr>
        <p:spPr>
          <a:xfrm>
            <a:off x="6400800" y="1783080"/>
            <a:ext cx="5212080" cy="2057400"/>
          </a:xfrm>
          <a:prstGeom prst="roundRect">
            <a:avLst>
              <a:gd name="adj" fmla="val 5333"/>
            </a:avLst>
          </a:prstGeom>
          <a:solidFill>
            <a:schemeClr val="bg2"/>
          </a:solidFill>
          <a:ln w="12700">
            <a:solidFill>
              <a:schemeClr val="bg2"/>
            </a:solidFill>
            <a:prstDash val="solid"/>
          </a:ln>
        </p:spPr>
      </p:sp>
      <p:sp>
        <p:nvSpPr>
          <p:cNvPr id="6" name="Text 3"/>
          <p:cNvSpPr txBox="1"/>
          <p:nvPr/>
        </p:nvSpPr>
        <p:spPr>
          <a:xfrm>
            <a:off x="6629400" y="1892808"/>
            <a:ext cx="4754880" cy="320040"/>
          </a:xfrm>
          <a:prstGeom prst="rect">
            <a:avLst/>
          </a:prstGeom>
          <a:noFill/>
          <a:ln/>
        </p:spPr>
        <p:txBody>
          <a:bodyPr wrap="square" lIns="0" tIns="0" rIns="0" bIns="0" rtlCol="0" anchor="t"/>
          <a:lstStyle/>
          <a:p>
            <a:pPr indent="0" marL="0">
              <a:buNone/>
            </a:pPr>
            <a:r>
              <a:rPr lang="en-US" sz="1700" b="1" dirty="0">
                <a:solidFill>
                  <a:schemeClr val="accent2"/>
                </a:solidFill>
              </a:rPr>
              <a:t>Energy (loudness) → Stage A</a:t>
            </a:r>
            <a:endParaRPr lang="en-US" sz="1700" dirty="0"/>
          </a:p>
        </p:txBody>
      </p:sp>
      <p:sp>
        <p:nvSpPr>
          <p:cNvPr id="7" name="Text 4"/>
          <p:cNvSpPr txBox="1"/>
          <p:nvPr/>
        </p:nvSpPr>
        <p:spPr>
          <a:xfrm>
            <a:off x="6629400" y="2240280"/>
            <a:ext cx="4754880" cy="1554480"/>
          </a:xfrm>
          <a:prstGeom prst="rect">
            <a:avLst/>
          </a:prstGeom>
          <a:noFill/>
          <a:ln/>
        </p:spPr>
        <p:txBody>
          <a:bodyPr wrap="square" lIns="0" tIns="0" rIns="0" bIns="0" rtlCol="0" anchor="t"/>
          <a:lstStyle/>
          <a:p>
            <a:pPr indent="0" marL="0">
              <a:buNone/>
            </a:pPr>
            <a:r>
              <a:rPr lang="en-US" sz="1400" b="1" dirty="0">
                <a:solidFill>
                  <a:schemeClr val="tx2"/>
                </a:solidFill>
              </a:rPr>
              <a:t>RMS (Root Mean Square) = √( (1/N) · Σ a[n]² )</a:t>
            </a:r>
            <a:endParaRPr lang="en-US" sz="1400" dirty="0"/>
          </a:p>
          <a:p>
            <a:pPr indent="0" marL="0">
              <a:buNone/>
            </a:pPr>
            <a:r>
              <a:rPr lang="en-US" sz="1400" dirty="0">
                <a:solidFill>
                  <a:schemeClr val="tx1"/>
                </a:solidFill>
              </a:rPr>
              <a:t>vibration energy; Σ = sum over all N samples</a:t>
            </a:r>
            <a:endParaRPr lang="en-US" sz="1400" dirty="0"/>
          </a:p>
          <a:p>
            <a:pPr indent="0" marL="0">
              <a:buNone/>
            </a:pPr>
            <a:r>
              <a:rPr lang="en-US" sz="1400" b="1" dirty="0">
                <a:solidFill>
                  <a:schemeClr val="tx2"/>
                </a:solidFill>
              </a:rPr>
              <a:t>HI (Health Index) = log( RMS ÷ healthy RMS )</a:t>
            </a:r>
            <a:endParaRPr lang="en-US" sz="1400" dirty="0"/>
          </a:p>
          <a:p>
            <a:pPr indent="0" marL="0">
              <a:buNone/>
            </a:pPr>
            <a:r>
              <a:rPr lang="en-US" sz="1400" dirty="0">
                <a:solidFill>
                  <a:schemeClr val="tx1"/>
                </a:solidFill>
              </a:rPr>
              <a:t>growth vs its own first 20% (log = ratio scale)</a:t>
            </a:r>
            <a:endParaRPr lang="en-US" sz="1400" dirty="0"/>
          </a:p>
          <a:p>
            <a:pPr indent="0" marL="0">
              <a:buNone/>
            </a:pPr>
            <a:r>
              <a:rPr lang="en-US" sz="1400" b="1" dirty="0">
                <a:solidFill>
                  <a:schemeClr val="tx2"/>
                </a:solidFill>
              </a:rPr>
              <a:t>C (Contrast) = HI − median HI of other bearings</a:t>
            </a:r>
            <a:endParaRPr lang="en-US" sz="1400" dirty="0"/>
          </a:p>
          <a:p>
            <a:pPr indent="0" marL="0">
              <a:buNone/>
            </a:pPr>
            <a:r>
              <a:rPr lang="en-US" sz="1400" dirty="0">
                <a:solidFill>
                  <a:schemeClr val="tx1"/>
                </a:solidFill>
              </a:rPr>
              <a:t>alarm if C ≥ 0.15 for 1 hour</a:t>
            </a:r>
            <a:endParaRPr lang="en-US" sz="1400" dirty="0"/>
          </a:p>
        </p:txBody>
      </p:sp>
      <p:sp>
        <p:nvSpPr>
          <p:cNvPr id="8" name="rhythm formulas"/>
          <p:cNvSpPr/>
          <p:nvPr/>
        </p:nvSpPr>
        <p:spPr>
          <a:xfrm>
            <a:off x="6400800" y="3977640"/>
            <a:ext cx="5212080" cy="2331720"/>
          </a:xfrm>
          <a:prstGeom prst="roundRect">
            <a:avLst>
              <a:gd name="adj" fmla="val 4706"/>
            </a:avLst>
          </a:prstGeom>
          <a:solidFill>
            <a:schemeClr val="bg2"/>
          </a:solidFill>
          <a:ln w="12700">
            <a:solidFill>
              <a:schemeClr val="bg2"/>
            </a:solidFill>
            <a:prstDash val="solid"/>
          </a:ln>
        </p:spPr>
      </p:sp>
      <p:sp>
        <p:nvSpPr>
          <p:cNvPr id="9" name="Text 6"/>
          <p:cNvSpPr txBox="1"/>
          <p:nvPr/>
        </p:nvSpPr>
        <p:spPr>
          <a:xfrm>
            <a:off x="6629400" y="4087368"/>
            <a:ext cx="4754880" cy="320040"/>
          </a:xfrm>
          <a:prstGeom prst="rect">
            <a:avLst/>
          </a:prstGeom>
          <a:noFill/>
          <a:ln/>
        </p:spPr>
        <p:txBody>
          <a:bodyPr wrap="square" lIns="0" tIns="0" rIns="0" bIns="0" rtlCol="0" anchor="t"/>
          <a:lstStyle/>
          <a:p>
            <a:pPr indent="0" marL="0">
              <a:buNone/>
            </a:pPr>
            <a:r>
              <a:rPr lang="en-US" sz="1700" b="1" dirty="0">
                <a:solidFill>
                  <a:schemeClr val="accent1"/>
                </a:solidFill>
              </a:rPr>
              <a:t>Rhythm (envelope) → Stage B</a:t>
            </a:r>
            <a:endParaRPr lang="en-US" sz="1700" dirty="0"/>
          </a:p>
        </p:txBody>
      </p:sp>
      <p:sp>
        <p:nvSpPr>
          <p:cNvPr id="10" name="Text 7"/>
          <p:cNvSpPr txBox="1"/>
          <p:nvPr/>
        </p:nvSpPr>
        <p:spPr>
          <a:xfrm>
            <a:off x="6629400" y="4434840"/>
            <a:ext cx="4754880" cy="1828800"/>
          </a:xfrm>
          <a:prstGeom prst="rect">
            <a:avLst/>
          </a:prstGeom>
          <a:noFill/>
          <a:ln/>
        </p:spPr>
        <p:txBody>
          <a:bodyPr wrap="square" lIns="0" tIns="0" rIns="0" bIns="0" rtlCol="0" anchor="t"/>
          <a:lstStyle/>
          <a:p>
            <a:pPr indent="0" marL="0">
              <a:buNone/>
            </a:pPr>
            <a:r>
              <a:rPr lang="en-US" sz="1400" b="1" dirty="0">
                <a:solidFill>
                  <a:schemeClr val="tx2"/>
                </a:solidFill>
              </a:rPr>
              <a:t>1. Band-pass filter a[n]</a:t>
            </a:r>
            <a:endParaRPr lang="en-US" sz="1400" dirty="0"/>
          </a:p>
          <a:p>
            <a:pPr indent="0" marL="0">
              <a:buNone/>
            </a:pPr>
            <a:r>
              <a:rPr lang="en-US" sz="1400" dirty="0">
                <a:solidFill>
                  <a:schemeClr val="tx1"/>
                </a:solidFill>
              </a:rPr>
              <a:t>keep only the band where the housing rings</a:t>
            </a:r>
            <a:endParaRPr lang="en-US" sz="1400" dirty="0"/>
          </a:p>
          <a:p>
            <a:pPr indent="0" marL="0">
              <a:buNone/>
            </a:pPr>
            <a:r>
              <a:rPr lang="en-US" sz="1400" b="1" dirty="0">
                <a:solidFill>
                  <a:schemeClr val="tx2"/>
                </a:solidFill>
              </a:rPr>
              <a:t>2. e[n] = | a[n] + j·H{a[n]} |</a:t>
            </a:r>
            <a:endParaRPr lang="en-US" sz="1400" dirty="0"/>
          </a:p>
          <a:p>
            <a:pPr indent="0" marL="0">
              <a:buNone/>
            </a:pPr>
            <a:r>
              <a:rPr lang="en-US" sz="1400" dirty="0">
                <a:solidFill>
                  <a:schemeClr val="tx1"/>
                </a:solidFill>
              </a:rPr>
              <a:t>envelope; H = Hilbert transform, j = √−1</a:t>
            </a:r>
            <a:endParaRPr lang="en-US" sz="1400" dirty="0"/>
          </a:p>
          <a:p>
            <a:pPr indent="0" marL="0">
              <a:buNone/>
            </a:pPr>
            <a:r>
              <a:rPr lang="en-US" sz="1400" b="1" dirty="0">
                <a:solidFill>
                  <a:schemeClr val="tx2"/>
                </a:solidFill>
              </a:rPr>
              <a:t>3. E(f) = | FFT( e[n]² ) |</a:t>
            </a:r>
            <a:endParaRPr lang="en-US" sz="1400" dirty="0"/>
          </a:p>
          <a:p>
            <a:pPr indent="0" marL="0">
              <a:buNone/>
            </a:pPr>
            <a:r>
              <a:rPr lang="en-US" sz="1400" dirty="0">
                <a:solidFill>
                  <a:schemeClr val="tx1"/>
                </a:solidFill>
              </a:rPr>
              <a:t>FFT = Fast Fourier Transform; f = click rate in Hz</a:t>
            </a:r>
            <a:endParaRPr lang="en-US" sz="1400" dirty="0"/>
          </a:p>
          <a:p>
            <a:pPr indent="0" marL="0">
              <a:buNone/>
            </a:pPr>
            <a:r>
              <a:rPr lang="en-US" sz="1400" b="1" dirty="0">
                <a:solidFill>
                  <a:schemeClr val="tx2"/>
                </a:solidFill>
              </a:rPr>
              <a:t>4. E(f) ÷ median of E near f</a:t>
            </a:r>
            <a:endParaRPr lang="en-US" sz="1400" dirty="0"/>
          </a:p>
          <a:p>
            <a:pPr indent="0" marL="0">
              <a:buNone/>
            </a:pPr>
            <a:r>
              <a:rPr lang="en-US" sz="1400" dirty="0">
                <a:solidFill>
                  <a:schemeClr val="tx1"/>
                </a:solidFill>
              </a:rPr>
              <a:t>peak height vs nearby noise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 damaged bearing shows sharp peaks at its fault rhythm</a:t>
            </a:r>
            <a:endParaRPr lang="en-US" sz="3000" dirty="0"/>
          </a:p>
        </p:txBody>
      </p:sp>
      <p:graphicFrame>
        <p:nvGraphicFramePr>
          <p:cNvPr id="3" name="Chart 0" descr=""/>
          <p:cNvGraphicFramePr/>
          <p:nvPr/>
        </p:nvGraphicFramePr>
        <p:xfrm>
          <a:off x="548640" y="1234440"/>
          <a:ext cx="8229600" cy="4983480"/>
        </p:xfrm>
        <a:graphic xmlns:a="http://schemas.openxmlformats.org/drawingml/2006/main">
          <a:graphicData uri="http://schemas.openxmlformats.org/drawingml/2006/chart">
            <c:chart xmlns:c="http://schemas.openxmlformats.org/drawingml/2006/chart" r:id="rId1"/>
          </a:graphicData>
        </a:graphic>
      </p:graphicFrame>
      <p:sp>
        <p:nvSpPr>
          <p:cNvPr id="4" name="spectrum reading"/>
          <p:cNvSpPr/>
          <p:nvPr/>
        </p:nvSpPr>
        <p:spPr>
          <a:xfrm>
            <a:off x="9052560" y="1371600"/>
            <a:ext cx="2560320" cy="4754880"/>
          </a:xfrm>
          <a:prstGeom prst="roundRect">
            <a:avLst>
              <a:gd name="adj" fmla="val 4286"/>
            </a:avLst>
          </a:prstGeom>
          <a:solidFill>
            <a:schemeClr val="bg2"/>
          </a:solidFill>
          <a:ln w="12700">
            <a:solidFill>
              <a:schemeClr val="bg2"/>
            </a:solidFill>
            <a:prstDash val="solid"/>
          </a:ln>
        </p:spPr>
      </p:sp>
      <p:sp>
        <p:nvSpPr>
          <p:cNvPr id="5" name="Text 2"/>
          <p:cNvSpPr txBox="1"/>
          <p:nvPr/>
        </p:nvSpPr>
        <p:spPr>
          <a:xfrm>
            <a:off x="9235440" y="1554480"/>
            <a:ext cx="2194560" cy="4389120"/>
          </a:xfrm>
          <a:prstGeom prst="rect">
            <a:avLst/>
          </a:prstGeom>
          <a:noFill/>
          <a:ln/>
        </p:spPr>
        <p:txBody>
          <a:bodyPr wrap="square" lIns="0" tIns="0" rIns="0" bIns="0" rtlCol="0" anchor="t"/>
          <a:lstStyle/>
          <a:p>
            <a:pPr indent="0" marL="0">
              <a:buNone/>
            </a:pPr>
            <a:r>
              <a:rPr lang="en-US" sz="1600" b="1" dirty="0">
                <a:solidFill>
                  <a:schemeClr val="tx2"/>
                </a:solidFill>
              </a:rPr>
              <a:t>Set 2, bearing 1</a:t>
            </a:r>
            <a:endParaRPr lang="en-US" sz="1600" dirty="0"/>
          </a:p>
          <a:p>
            <a:pPr indent="0" marL="0">
              <a:buNone/>
            </a:pPr>
            <a:r>
              <a:rPr lang="en-US" sz="1600" dirty="0">
                <a:solidFill>
                  <a:schemeClr val="tx1"/>
                </a:solidFill>
              </a:rPr>
              <a:t> </a:t>
            </a:r>
            <a:endParaRPr lang="en-US" sz="1600" dirty="0"/>
          </a:p>
          <a:p>
            <a:pPr indent="0" marL="0">
              <a:buNone/>
            </a:pPr>
            <a:r>
              <a:rPr lang="en-US" sz="1600" b="1" dirty="0">
                <a:solidFill>
                  <a:schemeClr val="accent1"/>
                </a:solidFill>
              </a:rPr>
              <a:t>Peaks at 230, 461, 692 Hz</a:t>
            </a:r>
            <a:endParaRPr lang="en-US" sz="1600" dirty="0"/>
          </a:p>
          <a:p>
            <a:pPr indent="0" marL="0">
              <a:buNone/>
            </a:pPr>
            <a:r>
              <a:rPr lang="en-US" sz="1600" dirty="0">
                <a:solidFill>
                  <a:schemeClr val="tx1"/>
                </a:solidFill>
              </a:rPr>
              <a:t>= outer-race rhythm and its multiples.</a:t>
            </a:r>
            <a:endParaRPr lang="en-US" sz="1600" dirty="0"/>
          </a:p>
          <a:p>
            <a:pPr indent="0" marL="0">
              <a:buNone/>
            </a:pPr>
            <a:r>
              <a:rPr lang="en-US" sz="1600" dirty="0">
                <a:solidFill>
                  <a:schemeClr val="tx1"/>
                </a:solidFill>
              </a:rPr>
              <a:t> </a:t>
            </a:r>
            <a:endParaRPr lang="en-US" sz="1600" dirty="0"/>
          </a:p>
          <a:p>
            <a:pPr indent="0" marL="0">
              <a:buNone/>
            </a:pPr>
            <a:r>
              <a:rPr lang="en-US" sz="1600" b="1" dirty="0">
                <a:solidFill>
                  <a:schemeClr val="tx1"/>
                </a:solidFill>
              </a:rPr>
              <a:t>But not at 236 Hz: </a:t>
            </a:r>
            <a:pPr indent="0" marL="0">
              <a:buNone/>
            </a:pPr>
            <a:r>
              <a:rPr lang="en-US" sz="1600" dirty="0">
                <a:solidFill>
                  <a:schemeClr val="tx1"/>
                </a:solidFill>
              </a:rPr>
              <a:t>the real shaft runs about 2.5% slower than the nameplate.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Loudness tells where and when; rhythm tells what</a:t>
            </a:r>
            <a:endParaRPr lang="en-US" sz="3000" dirty="0"/>
          </a:p>
        </p:txBody>
      </p:sp>
      <p:sp>
        <p:nvSpPr>
          <p:cNvPr id="3" name="Text 1"/>
          <p:cNvSpPr txBox="1"/>
          <p:nvPr/>
        </p:nvSpPr>
        <p:spPr>
          <a:xfrm>
            <a:off x="548640" y="1280160"/>
            <a:ext cx="5212080" cy="365760"/>
          </a:xfrm>
          <a:prstGeom prst="rect">
            <a:avLst/>
          </a:prstGeom>
          <a:noFill/>
          <a:ln/>
        </p:spPr>
        <p:txBody>
          <a:bodyPr wrap="square" lIns="0" tIns="0" rIns="0" bIns="0" rtlCol="0" anchor="t"/>
          <a:lstStyle/>
          <a:p>
            <a:pPr indent="0" marL="0">
              <a:buNone/>
            </a:pPr>
            <a:r>
              <a:rPr lang="en-US" sz="1700" b="1" dirty="0">
                <a:solidFill>
                  <a:schemeClr val="accent2"/>
                </a:solidFill>
              </a:rPr>
              <a:t>Stage A · WHERE and WHEN</a:t>
            </a:r>
            <a:endParaRPr lang="en-US" sz="1700" dirty="0"/>
          </a:p>
        </p:txBody>
      </p:sp>
      <p:sp>
        <p:nvSpPr>
          <p:cNvPr id="4" name="Text 2"/>
          <p:cNvSpPr txBox="1"/>
          <p:nvPr/>
        </p:nvSpPr>
        <p:spPr>
          <a:xfrm>
            <a:off x="6400800" y="1280160"/>
            <a:ext cx="5212080" cy="365760"/>
          </a:xfrm>
          <a:prstGeom prst="rect">
            <a:avLst/>
          </a:prstGeom>
          <a:noFill/>
          <a:ln/>
        </p:spPr>
        <p:txBody>
          <a:bodyPr wrap="square" lIns="0" tIns="0" rIns="0" bIns="0" rtlCol="0" anchor="t"/>
          <a:lstStyle/>
          <a:p>
            <a:pPr indent="0" marL="0">
              <a:buNone/>
            </a:pPr>
            <a:r>
              <a:rPr lang="en-US" sz="1700" b="1" dirty="0">
                <a:solidFill>
                  <a:schemeClr val="accent1"/>
                </a:solidFill>
              </a:rPr>
              <a:t>Stage B · WHAT</a:t>
            </a:r>
            <a:endParaRPr lang="en-US" sz="1700" dirty="0"/>
          </a:p>
        </p:txBody>
      </p:sp>
      <p:sp>
        <p:nvSpPr>
          <p:cNvPr id="5" name="stage A step 1"/>
          <p:cNvSpPr/>
          <p:nvPr/>
        </p:nvSpPr>
        <p:spPr>
          <a:xfrm>
            <a:off x="548640" y="1737360"/>
            <a:ext cx="5212080" cy="868680"/>
          </a:xfrm>
          <a:prstGeom prst="roundRect">
            <a:avLst>
              <a:gd name="adj" fmla="val 8421"/>
            </a:avLst>
          </a:prstGeom>
          <a:solidFill>
            <a:srgbClr val="FFFFFF"/>
          </a:solidFill>
          <a:ln w="19050">
            <a:solidFill>
              <a:srgbClr val="1F8A8A"/>
            </a:solidFill>
            <a:prstDash val="solid"/>
          </a:ln>
        </p:spPr>
      </p:sp>
      <p:sp>
        <p:nvSpPr>
          <p:cNvPr id="6" name="Text 4"/>
          <p:cNvSpPr txBox="1"/>
          <p:nvPr/>
        </p:nvSpPr>
        <p:spPr>
          <a:xfrm>
            <a:off x="640080" y="173736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Loudness growth</a:t>
            </a:r>
            <a:endParaRPr lang="en-US" sz="1600" dirty="0"/>
          </a:p>
          <a:p>
            <a:pPr algn="ctr" indent="0" marL="0">
              <a:buNone/>
            </a:pPr>
            <a:r>
              <a:rPr lang="en-US" sz="1300" dirty="0">
                <a:solidFill>
                  <a:schemeClr val="tx1"/>
                </a:solidFill>
              </a:rPr>
              <a:t>RMS (Root Mean Square) energy vs its own healthy start</a:t>
            </a:r>
            <a:endParaRPr lang="en-US" sz="1600" dirty="0"/>
          </a:p>
        </p:txBody>
      </p:sp>
      <p:sp>
        <p:nvSpPr>
          <p:cNvPr id="7" name="stage A step 2"/>
          <p:cNvSpPr/>
          <p:nvPr/>
        </p:nvSpPr>
        <p:spPr>
          <a:xfrm>
            <a:off x="548640" y="2834640"/>
            <a:ext cx="5212080" cy="868680"/>
          </a:xfrm>
          <a:prstGeom prst="roundRect">
            <a:avLst>
              <a:gd name="adj" fmla="val 8421"/>
            </a:avLst>
          </a:prstGeom>
          <a:solidFill>
            <a:srgbClr val="FFFFFF"/>
          </a:solidFill>
          <a:ln w="19050">
            <a:solidFill>
              <a:srgbClr val="1F8A8A"/>
            </a:solidFill>
            <a:prstDash val="solid"/>
          </a:ln>
        </p:spPr>
      </p:sp>
      <p:sp>
        <p:nvSpPr>
          <p:cNvPr id="8" name="Text 6"/>
          <p:cNvSpPr txBox="1"/>
          <p:nvPr/>
        </p:nvSpPr>
        <p:spPr>
          <a:xfrm>
            <a:off x="640080" y="283464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Compare with neighbours</a:t>
            </a:r>
            <a:endParaRPr lang="en-US" sz="1600" dirty="0"/>
          </a:p>
          <a:p>
            <a:pPr algn="ctr" indent="0" marL="0">
              <a:buNone/>
            </a:pPr>
            <a:r>
              <a:rPr lang="en-US" sz="1300" dirty="0">
                <a:solidFill>
                  <a:schemeClr val="tx1"/>
                </a:solidFill>
              </a:rPr>
              <a:t>subtract the other bearings' growth</a:t>
            </a:r>
            <a:endParaRPr lang="en-US" sz="1600" dirty="0"/>
          </a:p>
        </p:txBody>
      </p:sp>
      <p:sp>
        <p:nvSpPr>
          <p:cNvPr id="9" name="stage A step 3"/>
          <p:cNvSpPr/>
          <p:nvPr/>
        </p:nvSpPr>
        <p:spPr>
          <a:xfrm>
            <a:off x="548640" y="3931920"/>
            <a:ext cx="5212080" cy="868680"/>
          </a:xfrm>
          <a:prstGeom prst="roundRect">
            <a:avLst>
              <a:gd name="adj" fmla="val 8421"/>
            </a:avLst>
          </a:prstGeom>
          <a:solidFill>
            <a:srgbClr val="FFFFFF"/>
          </a:solidFill>
          <a:ln w="19050">
            <a:solidFill>
              <a:srgbClr val="1F8A8A"/>
            </a:solidFill>
            <a:prstDash val="solid"/>
          </a:ln>
        </p:spPr>
      </p:sp>
      <p:sp>
        <p:nvSpPr>
          <p:cNvPr id="10" name="Text 8"/>
          <p:cNvSpPr txBox="1"/>
          <p:nvPr/>
        </p:nvSpPr>
        <p:spPr>
          <a:xfrm>
            <a:off x="640080" y="393192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Alarm</a:t>
            </a:r>
            <a:endParaRPr lang="en-US" sz="1600" dirty="0"/>
          </a:p>
          <a:p>
            <a:pPr algn="ctr" indent="0" marL="0">
              <a:buNone/>
            </a:pPr>
            <a:r>
              <a:rPr lang="en-US" sz="1300" dirty="0">
                <a:solidFill>
                  <a:schemeClr val="tx1"/>
                </a:solidFill>
              </a:rPr>
              <a:t>≥ 16% louder than neighbours for 1 hour</a:t>
            </a:r>
            <a:endParaRPr lang="en-US" sz="1600" dirty="0"/>
          </a:p>
        </p:txBody>
      </p:sp>
      <p:sp>
        <p:nvSpPr>
          <p:cNvPr id="11" name="stage B step 1"/>
          <p:cNvSpPr/>
          <p:nvPr/>
        </p:nvSpPr>
        <p:spPr>
          <a:xfrm>
            <a:off x="6400800" y="1737360"/>
            <a:ext cx="5212080" cy="868680"/>
          </a:xfrm>
          <a:prstGeom prst="roundRect">
            <a:avLst>
              <a:gd name="adj" fmla="val 8421"/>
            </a:avLst>
          </a:prstGeom>
          <a:solidFill>
            <a:srgbClr val="FFFFFF"/>
          </a:solidFill>
          <a:ln w="19050">
            <a:solidFill>
              <a:srgbClr val="F26B4F"/>
            </a:solidFill>
            <a:prstDash val="solid"/>
          </a:ln>
        </p:spPr>
      </p:sp>
      <p:sp>
        <p:nvSpPr>
          <p:cNvPr id="12" name="Text 10"/>
          <p:cNvSpPr txBox="1"/>
          <p:nvPr/>
        </p:nvSpPr>
        <p:spPr>
          <a:xfrm>
            <a:off x="6492240" y="173736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Envelope spectrum</a:t>
            </a:r>
            <a:endParaRPr lang="en-US" sz="1600" dirty="0"/>
          </a:p>
          <a:p>
            <a:pPr algn="ctr" indent="0" marL="0">
              <a:buNone/>
            </a:pPr>
            <a:r>
              <a:rPr lang="en-US" sz="1300" dirty="0">
                <a:solidFill>
                  <a:schemeClr val="tx1"/>
                </a:solidFill>
              </a:rPr>
              <a:t>best frequency band, peaks vs local noise</a:t>
            </a:r>
            <a:endParaRPr lang="en-US" sz="1600" dirty="0"/>
          </a:p>
        </p:txBody>
      </p:sp>
      <p:sp>
        <p:nvSpPr>
          <p:cNvPr id="13" name="stage B step 2"/>
          <p:cNvSpPr/>
          <p:nvPr/>
        </p:nvSpPr>
        <p:spPr>
          <a:xfrm>
            <a:off x="6400800" y="2834640"/>
            <a:ext cx="5212080" cy="868680"/>
          </a:xfrm>
          <a:prstGeom prst="roundRect">
            <a:avLst>
              <a:gd name="adj" fmla="val 8421"/>
            </a:avLst>
          </a:prstGeom>
          <a:solidFill>
            <a:srgbClr val="FFFFFF"/>
          </a:solidFill>
          <a:ln w="19050">
            <a:solidFill>
              <a:srgbClr val="F26B4F"/>
            </a:solidFill>
            <a:prstDash val="solid"/>
          </a:ln>
        </p:spPr>
      </p:sp>
      <p:sp>
        <p:nvSpPr>
          <p:cNvPr id="14" name="Text 12"/>
          <p:cNvSpPr txBox="1"/>
          <p:nvPr/>
        </p:nvSpPr>
        <p:spPr>
          <a:xfrm>
            <a:off x="6492240" y="283464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Match fault rhythms</a:t>
            </a:r>
            <a:endParaRPr lang="en-US" sz="1600" dirty="0"/>
          </a:p>
          <a:p>
            <a:pPr algn="ctr" indent="0" marL="0">
              <a:buNone/>
            </a:pPr>
            <a:r>
              <a:rPr lang="en-US" sz="1300" dirty="0">
                <a:solidFill>
                  <a:schemeClr val="tx1"/>
                </a:solidFill>
              </a:rPr>
              <a:t>search the real speed (95-101% of nameplate)</a:t>
            </a:r>
            <a:endParaRPr lang="en-US" sz="1600" dirty="0"/>
          </a:p>
        </p:txBody>
      </p:sp>
      <p:sp>
        <p:nvSpPr>
          <p:cNvPr id="15" name="stage B step 3"/>
          <p:cNvSpPr/>
          <p:nvPr/>
        </p:nvSpPr>
        <p:spPr>
          <a:xfrm>
            <a:off x="6400800" y="3931920"/>
            <a:ext cx="5212080" cy="868680"/>
          </a:xfrm>
          <a:prstGeom prst="roundRect">
            <a:avLst>
              <a:gd name="adj" fmla="val 8421"/>
            </a:avLst>
          </a:prstGeom>
          <a:solidFill>
            <a:srgbClr val="FFFFFF"/>
          </a:solidFill>
          <a:ln w="19050">
            <a:solidFill>
              <a:srgbClr val="F26B4F"/>
            </a:solidFill>
            <a:prstDash val="solid"/>
          </a:ln>
        </p:spPr>
      </p:sp>
      <p:sp>
        <p:nvSpPr>
          <p:cNvPr id="16" name="Text 14"/>
          <p:cNvSpPr txBox="1"/>
          <p:nvPr/>
        </p:nvSpPr>
        <p:spPr>
          <a:xfrm>
            <a:off x="6492240" y="3931920"/>
            <a:ext cx="5029200" cy="868680"/>
          </a:xfrm>
          <a:prstGeom prst="rect">
            <a:avLst/>
          </a:prstGeom>
          <a:noFill/>
          <a:ln/>
        </p:spPr>
        <p:txBody>
          <a:bodyPr wrap="square" lIns="0" tIns="0" rIns="0" bIns="0" rtlCol="0" anchor="ctr"/>
          <a:lstStyle/>
          <a:p>
            <a:pPr algn="ctr" indent="0" marL="0">
              <a:buNone/>
            </a:pPr>
            <a:r>
              <a:rPr lang="en-US" sz="1600" b="1" dirty="0">
                <a:solidFill>
                  <a:schemeClr val="tx1"/>
                </a:solidFill>
              </a:rPr>
              <a:t>Fault evidence</a:t>
            </a:r>
            <a:endParaRPr lang="en-US" sz="1600" dirty="0"/>
          </a:p>
          <a:p>
            <a:pPr algn="ctr" indent="0" marL="0">
              <a:buNone/>
            </a:pPr>
            <a:r>
              <a:rPr lang="en-US" sz="1300" dirty="0">
                <a:solidFill>
                  <a:schemeClr val="tx1"/>
                </a:solidFill>
              </a:rPr>
              <a:t>compared with all healthy bearings</a:t>
            </a:r>
            <a:endParaRPr lang="en-US" sz="1600" dirty="0"/>
          </a:p>
        </p:txBody>
      </p:sp>
      <p:sp>
        <p:nvSpPr>
          <p:cNvPr id="17" name="Shape 15"/>
          <p:cNvSpPr/>
          <p:nvPr/>
        </p:nvSpPr>
        <p:spPr>
          <a:xfrm>
            <a:off x="3154680" y="2606040"/>
            <a:ext cx="914" cy="228600"/>
          </a:xfrm>
          <a:prstGeom prst="line">
            <a:avLst/>
          </a:prstGeom>
          <a:noFill/>
          <a:ln w="19050">
            <a:solidFill>
              <a:srgbClr val="8A9A9B"/>
            </a:solidFill>
            <a:prstDash val="solid"/>
            <a:tailEnd type="triangle"/>
          </a:ln>
        </p:spPr>
      </p:sp>
      <p:sp>
        <p:nvSpPr>
          <p:cNvPr id="18" name="Shape 16"/>
          <p:cNvSpPr/>
          <p:nvPr/>
        </p:nvSpPr>
        <p:spPr>
          <a:xfrm>
            <a:off x="9006840" y="2606040"/>
            <a:ext cx="914" cy="228600"/>
          </a:xfrm>
          <a:prstGeom prst="line">
            <a:avLst/>
          </a:prstGeom>
          <a:noFill/>
          <a:ln w="19050">
            <a:solidFill>
              <a:srgbClr val="8A9A9B"/>
            </a:solidFill>
            <a:prstDash val="solid"/>
            <a:tailEnd type="triangle"/>
          </a:ln>
        </p:spPr>
      </p:sp>
      <p:sp>
        <p:nvSpPr>
          <p:cNvPr id="19" name="Shape 17"/>
          <p:cNvSpPr/>
          <p:nvPr/>
        </p:nvSpPr>
        <p:spPr>
          <a:xfrm>
            <a:off x="3154680" y="3703320"/>
            <a:ext cx="914" cy="228600"/>
          </a:xfrm>
          <a:prstGeom prst="line">
            <a:avLst/>
          </a:prstGeom>
          <a:noFill/>
          <a:ln w="19050">
            <a:solidFill>
              <a:srgbClr val="8A9A9B"/>
            </a:solidFill>
            <a:prstDash val="solid"/>
            <a:tailEnd type="triangle"/>
          </a:ln>
        </p:spPr>
      </p:sp>
      <p:sp>
        <p:nvSpPr>
          <p:cNvPr id="20" name="Shape 18"/>
          <p:cNvSpPr/>
          <p:nvPr/>
        </p:nvSpPr>
        <p:spPr>
          <a:xfrm>
            <a:off x="9006840" y="3703320"/>
            <a:ext cx="914" cy="228600"/>
          </a:xfrm>
          <a:prstGeom prst="line">
            <a:avLst/>
          </a:prstGeom>
          <a:noFill/>
          <a:ln w="19050">
            <a:solidFill>
              <a:srgbClr val="8A9A9B"/>
            </a:solidFill>
            <a:prstDash val="solid"/>
            <a:tailEnd type="triangle"/>
          </a:ln>
        </p:spPr>
      </p:sp>
      <p:sp>
        <p:nvSpPr>
          <p:cNvPr id="21" name="Shape 19"/>
          <p:cNvSpPr/>
          <p:nvPr/>
        </p:nvSpPr>
        <p:spPr>
          <a:xfrm>
            <a:off x="3154680" y="4800600"/>
            <a:ext cx="914" cy="457200"/>
          </a:xfrm>
          <a:prstGeom prst="line">
            <a:avLst/>
          </a:prstGeom>
          <a:noFill/>
          <a:ln w="19050">
            <a:solidFill>
              <a:srgbClr val="8A9A9B"/>
            </a:solidFill>
            <a:prstDash val="solid"/>
            <a:tailEnd type="triangle"/>
          </a:ln>
        </p:spPr>
      </p:sp>
      <p:sp>
        <p:nvSpPr>
          <p:cNvPr id="22" name="Shape 20"/>
          <p:cNvSpPr/>
          <p:nvPr/>
        </p:nvSpPr>
        <p:spPr>
          <a:xfrm>
            <a:off x="9006840" y="4800600"/>
            <a:ext cx="914" cy="457200"/>
          </a:xfrm>
          <a:prstGeom prst="line">
            <a:avLst/>
          </a:prstGeom>
          <a:noFill/>
          <a:ln w="19050">
            <a:solidFill>
              <a:srgbClr val="8A9A9B"/>
            </a:solidFill>
            <a:prstDash val="solid"/>
            <a:tailEnd type="triangle"/>
          </a:ln>
        </p:spPr>
      </p:sp>
      <p:sp>
        <p:nvSpPr>
          <p:cNvPr id="23" name="output"/>
          <p:cNvSpPr/>
          <p:nvPr/>
        </p:nvSpPr>
        <p:spPr>
          <a:xfrm>
            <a:off x="2194560" y="5257800"/>
            <a:ext cx="7772400" cy="868680"/>
          </a:xfrm>
          <a:prstGeom prst="roundRect">
            <a:avLst>
              <a:gd name="adj" fmla="val 8421"/>
            </a:avLst>
          </a:prstGeom>
          <a:solidFill>
            <a:srgbClr val="0F4C5C"/>
          </a:solidFill>
          <a:ln w="19050">
            <a:solidFill>
              <a:srgbClr val="0F4C5C"/>
            </a:solidFill>
            <a:prstDash val="solid"/>
          </a:ln>
        </p:spPr>
      </p:sp>
      <p:sp>
        <p:nvSpPr>
          <p:cNvPr id="24" name="Text 22"/>
          <p:cNvSpPr txBox="1"/>
          <p:nvPr/>
        </p:nvSpPr>
        <p:spPr>
          <a:xfrm>
            <a:off x="2286000" y="5257800"/>
            <a:ext cx="7589520" cy="868680"/>
          </a:xfrm>
          <a:prstGeom prst="rect">
            <a:avLst/>
          </a:prstGeom>
          <a:noFill/>
          <a:ln/>
        </p:spPr>
        <p:txBody>
          <a:bodyPr wrap="square" lIns="0" tIns="0" rIns="0" bIns="0" rtlCol="0" anchor="ctr"/>
          <a:lstStyle/>
          <a:p>
            <a:pPr algn="ctr" indent="0" marL="0">
              <a:buNone/>
            </a:pPr>
            <a:r>
              <a:rPr lang="en-US" sz="1600" b="1" dirty="0">
                <a:solidFill>
                  <a:schemeClr val="bg1"/>
                </a:solidFill>
              </a:rPr>
              <a:t>Diagnosis</a:t>
            </a:r>
            <a:endParaRPr lang="en-US" sz="1600" dirty="0"/>
          </a:p>
          <a:p>
            <a:pPr algn="ctr" indent="0" marL="0">
              <a:buNone/>
            </a:pPr>
            <a:r>
              <a:rPr lang="en-US" sz="1300" dirty="0">
                <a:solidFill>
                  <a:schemeClr val="bg1"/>
                </a:solidFill>
              </a:rPr>
              <a:t>which bearing · since when · which fault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Stage B, steps 1-2: find the clicks, trace their outline</a:t>
            </a:r>
            <a:endParaRPr lang="en-US" sz="3000" dirty="0"/>
          </a:p>
        </p:txBody>
      </p:sp>
      <p:sp>
        <p:nvSpPr>
          <p:cNvPr id="3" name="step 1 marker"/>
          <p:cNvSpPr/>
          <p:nvPr/>
        </p:nvSpPr>
        <p:spPr>
          <a:xfrm>
            <a:off x="548640" y="12801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43000" y="1252728"/>
            <a:ext cx="4800600" cy="320040"/>
          </a:xfrm>
          <a:prstGeom prst="rect">
            <a:avLst/>
          </a:prstGeom>
          <a:noFill/>
          <a:ln/>
        </p:spPr>
        <p:txBody>
          <a:bodyPr wrap="square" lIns="0" tIns="0" rIns="0" bIns="0" rtlCol="0" anchor="t"/>
          <a:lstStyle/>
          <a:p>
            <a:pPr indent="0" marL="0">
              <a:buNone/>
            </a:pPr>
            <a:r>
              <a:rPr lang="en-US" sz="1700" b="1" dirty="0">
                <a:solidFill>
                  <a:schemeClr val="tx2"/>
                </a:solidFill>
              </a:rPr>
              <a:t>Pick the band where the clicks ring</a:t>
            </a:r>
            <a:endParaRPr lang="en-US" sz="1700" dirty="0"/>
          </a:p>
        </p:txBody>
      </p:sp>
      <p:sp>
        <p:nvSpPr>
          <p:cNvPr id="6" name="Text 4"/>
          <p:cNvSpPr txBox="1"/>
          <p:nvPr/>
        </p:nvSpPr>
        <p:spPr>
          <a:xfrm>
            <a:off x="1143000" y="1581912"/>
            <a:ext cx="4800600" cy="502920"/>
          </a:xfrm>
          <a:prstGeom prst="rect">
            <a:avLst/>
          </a:prstGeom>
          <a:noFill/>
          <a:ln/>
        </p:spPr>
        <p:txBody>
          <a:bodyPr wrap="square" lIns="0" tIns="0" rIns="0" bIns="0" rtlCol="0" anchor="t"/>
          <a:lstStyle/>
          <a:p>
            <a:pPr indent="0" marL="0">
              <a:buNone/>
            </a:pPr>
            <a:r>
              <a:rPr lang="en-US" sz="1400" dirty="0">
                <a:solidFill>
                  <a:schemeClr val="tx1"/>
                </a:solidFill>
              </a:rPr>
              <a:t>Try 17 bands, 1 kHz (1,000 Hz) wide; keep the one whose rhythm peaks are sharpest.</a:t>
            </a:r>
            <a:endParaRPr lang="en-US" sz="1400" dirty="0"/>
          </a:p>
        </p:txBody>
      </p:sp>
      <p:graphicFrame>
        <p:nvGraphicFramePr>
          <p:cNvPr id="7" name="Chart 0" descr=""/>
          <p:cNvGraphicFramePr/>
          <p:nvPr/>
        </p:nvGraphicFramePr>
        <p:xfrm>
          <a:off x="548640" y="2148840"/>
          <a:ext cx="5394960" cy="40690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291840" y="2240280"/>
            <a:ext cx="2560320" cy="548640"/>
          </a:xfrm>
          <a:prstGeom prst="rect">
            <a:avLst/>
          </a:prstGeom>
          <a:noFill/>
          <a:ln/>
        </p:spPr>
        <p:txBody>
          <a:bodyPr wrap="square" lIns="0" tIns="0" rIns="0" bIns="0" rtlCol="0" anchor="t"/>
          <a:lstStyle/>
          <a:p>
            <a:pPr algn="r" indent="0" marL="0">
              <a:buNone/>
            </a:pPr>
            <a:r>
              <a:rPr lang="en-US" sz="1300" b="1" dirty="0">
                <a:solidFill>
                  <a:schemeClr val="accent1"/>
                </a:solidFill>
              </a:rPr>
              <a:t>Best: 4-5 kHz (244.8)</a:t>
            </a:r>
            <a:endParaRPr lang="en-US" sz="1300" dirty="0"/>
          </a:p>
          <a:p>
            <a:pPr algn="r" indent="0" marL="0">
              <a:buNone/>
            </a:pPr>
            <a:r>
              <a:rPr lang="en-US" sz="1300" dirty="0">
                <a:solidFill>
                  <a:schemeClr val="tx1"/>
                </a:solidFill>
              </a:rPr>
              <a:t>fixed 1-9 kHz band: 163.9</a:t>
            </a:r>
            <a:endParaRPr lang="en-US" sz="1300" dirty="0"/>
          </a:p>
        </p:txBody>
      </p:sp>
      <p:sp>
        <p:nvSpPr>
          <p:cNvPr id="9" name="step 2 marker"/>
          <p:cNvSpPr/>
          <p:nvPr/>
        </p:nvSpPr>
        <p:spPr>
          <a:xfrm>
            <a:off x="6263640" y="128016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263640" y="1280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6858000" y="1252728"/>
            <a:ext cx="4800600" cy="320040"/>
          </a:xfrm>
          <a:prstGeom prst="rect">
            <a:avLst/>
          </a:prstGeom>
          <a:noFill/>
          <a:ln/>
        </p:spPr>
        <p:txBody>
          <a:bodyPr wrap="square" lIns="0" tIns="0" rIns="0" bIns="0" rtlCol="0" anchor="t"/>
          <a:lstStyle/>
          <a:p>
            <a:pPr indent="0" marL="0">
              <a:buNone/>
            </a:pPr>
            <a:r>
              <a:rPr lang="en-US" sz="1700" b="1" dirty="0">
                <a:solidFill>
                  <a:schemeClr val="tx2"/>
                </a:solidFill>
              </a:rPr>
              <a:t>Trace the outline (envelope)</a:t>
            </a:r>
            <a:endParaRPr lang="en-US" sz="1700" dirty="0"/>
          </a:p>
        </p:txBody>
      </p:sp>
      <p:sp>
        <p:nvSpPr>
          <p:cNvPr id="12" name="Text 9"/>
          <p:cNvSpPr txBox="1"/>
          <p:nvPr/>
        </p:nvSpPr>
        <p:spPr>
          <a:xfrm>
            <a:off x="6858000" y="1581912"/>
            <a:ext cx="4800600" cy="502920"/>
          </a:xfrm>
          <a:prstGeom prst="rect">
            <a:avLst/>
          </a:prstGeom>
          <a:noFill/>
          <a:ln/>
        </p:spPr>
        <p:txBody>
          <a:bodyPr wrap="square" lIns="0" tIns="0" rIns="0" bIns="0" rtlCol="0" anchor="t"/>
          <a:lstStyle/>
          <a:p>
            <a:pPr indent="0" marL="0">
              <a:buNone/>
            </a:pPr>
            <a:r>
              <a:rPr lang="en-US" sz="1400" dirty="0">
                <a:solidFill>
                  <a:schemeClr val="tx1"/>
                </a:solidFill>
              </a:rPr>
              <a:t>e[n] = | a[n] + j·H{a[n]} |: one smooth bump per click; the ringing inside is dropped.</a:t>
            </a:r>
            <a:endParaRPr lang="en-US" sz="1400" dirty="0"/>
          </a:p>
        </p:txBody>
      </p:sp>
      <p:graphicFrame>
        <p:nvGraphicFramePr>
          <p:cNvPr id="13" name="Chart 1" descr=""/>
          <p:cNvGraphicFramePr/>
          <p:nvPr/>
        </p:nvGraphicFramePr>
        <p:xfrm>
          <a:off x="6263640" y="2148840"/>
          <a:ext cx="5394960" cy="40690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Stage B, steps 3-5: read the rhythm, fit the speed, decide</a:t>
            </a:r>
            <a:endParaRPr lang="en-US" sz="3000" dirty="0"/>
          </a:p>
        </p:txBody>
      </p:sp>
      <p:sp>
        <p:nvSpPr>
          <p:cNvPr id="3" name="step 3 marker"/>
          <p:cNvSpPr/>
          <p:nvPr/>
        </p:nvSpPr>
        <p:spPr>
          <a:xfrm>
            <a:off x="548640" y="12801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5" name="Text 3"/>
          <p:cNvSpPr txBox="1"/>
          <p:nvPr/>
        </p:nvSpPr>
        <p:spPr>
          <a:xfrm>
            <a:off x="1143000" y="1252728"/>
            <a:ext cx="4800600" cy="320040"/>
          </a:xfrm>
          <a:prstGeom prst="rect">
            <a:avLst/>
          </a:prstGeom>
          <a:noFill/>
          <a:ln/>
        </p:spPr>
        <p:txBody>
          <a:bodyPr wrap="square" lIns="0" tIns="0" rIns="0" bIns="0" rtlCol="0" anchor="t"/>
          <a:lstStyle/>
          <a:p>
            <a:pPr indent="0" marL="0">
              <a:buNone/>
            </a:pPr>
            <a:r>
              <a:rPr lang="en-US" sz="1700" b="1" dirty="0">
                <a:solidFill>
                  <a:schemeClr val="tx2"/>
                </a:solidFill>
              </a:rPr>
              <a:t>Measure each fault's comb at every speed</a:t>
            </a:r>
            <a:endParaRPr lang="en-US" sz="1700" dirty="0"/>
          </a:p>
        </p:txBody>
      </p:sp>
      <p:sp>
        <p:nvSpPr>
          <p:cNvPr id="6" name="Text 4"/>
          <p:cNvSpPr txBox="1"/>
          <p:nvPr/>
        </p:nvSpPr>
        <p:spPr>
          <a:xfrm>
            <a:off x="1143000" y="1581912"/>
            <a:ext cx="4800600" cy="502920"/>
          </a:xfrm>
          <a:prstGeom prst="rect">
            <a:avLst/>
          </a:prstGeom>
          <a:noFill/>
          <a:ln/>
        </p:spPr>
        <p:txBody>
          <a:bodyPr wrap="square" lIns="0" tIns="0" rIns="0" bIns="0" rtlCol="0" anchor="t"/>
          <a:lstStyle/>
          <a:p>
            <a:pPr indent="0" marL="0">
              <a:buNone/>
            </a:pPr>
            <a:r>
              <a:rPr lang="en-US" sz="1400" dirty="0">
                <a:solidFill>
                  <a:schemeClr val="tx1"/>
                </a:solidFill>
              </a:rPr>
              <a:t>Spectrum of the envelope ÷ local noise; score each fault's peaks at 95-101% of nameplate speed.</a:t>
            </a:r>
            <a:endParaRPr lang="en-US" sz="1400" dirty="0"/>
          </a:p>
        </p:txBody>
      </p:sp>
      <p:graphicFrame>
        <p:nvGraphicFramePr>
          <p:cNvPr id="7" name="Chart 0" descr=""/>
          <p:cNvGraphicFramePr/>
          <p:nvPr/>
        </p:nvGraphicFramePr>
        <p:xfrm>
          <a:off x="548640" y="2148840"/>
          <a:ext cx="5394960" cy="40690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2743200" y="2697480"/>
            <a:ext cx="3017520" cy="320040"/>
          </a:xfrm>
          <a:prstGeom prst="rect">
            <a:avLst/>
          </a:prstGeom>
          <a:noFill/>
          <a:ln/>
        </p:spPr>
        <p:txBody>
          <a:bodyPr wrap="square" lIns="0" tIns="0" rIns="0" bIns="0" rtlCol="0" anchor="t"/>
          <a:lstStyle/>
          <a:p>
            <a:pPr algn="r" indent="0" marL="0">
              <a:buNone/>
            </a:pPr>
            <a:r>
              <a:rPr lang="en-US" sz="1400" b="1" dirty="0">
                <a:solidFill>
                  <a:schemeClr val="accent1"/>
                </a:solidFill>
              </a:rPr>
              <a:t>Best fit: outer race at 97.5%</a:t>
            </a:r>
            <a:endParaRPr lang="en-US" sz="1400" dirty="0"/>
          </a:p>
        </p:txBody>
      </p:sp>
      <p:sp>
        <p:nvSpPr>
          <p:cNvPr id="9" name="step 4 marker"/>
          <p:cNvSpPr/>
          <p:nvPr/>
        </p:nvSpPr>
        <p:spPr>
          <a:xfrm>
            <a:off x="6263640" y="128016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263640" y="1280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Text 8"/>
          <p:cNvSpPr txBox="1"/>
          <p:nvPr/>
        </p:nvSpPr>
        <p:spPr>
          <a:xfrm>
            <a:off x="6858000" y="1252728"/>
            <a:ext cx="4800600" cy="320040"/>
          </a:xfrm>
          <a:prstGeom prst="rect">
            <a:avLst/>
          </a:prstGeom>
          <a:noFill/>
          <a:ln/>
        </p:spPr>
        <p:txBody>
          <a:bodyPr wrap="square" lIns="0" tIns="0" rIns="0" bIns="0" rtlCol="0" anchor="t"/>
          <a:lstStyle/>
          <a:p>
            <a:pPr indent="0" marL="0">
              <a:buNone/>
            </a:pPr>
            <a:r>
              <a:rPr lang="en-US" sz="1700" b="1" dirty="0">
                <a:solidFill>
                  <a:schemeClr val="tx2"/>
                </a:solidFill>
              </a:rPr>
              <a:t>Compare with all healthy bearings (FEI)</a:t>
            </a:r>
            <a:endParaRPr lang="en-US" sz="1700" dirty="0"/>
          </a:p>
        </p:txBody>
      </p:sp>
      <p:sp>
        <p:nvSpPr>
          <p:cNvPr id="12" name="Text 9"/>
          <p:cNvSpPr txBox="1"/>
          <p:nvPr/>
        </p:nvSpPr>
        <p:spPr>
          <a:xfrm>
            <a:off x="6858000" y="1581912"/>
            <a:ext cx="4800600" cy="502920"/>
          </a:xfrm>
          <a:prstGeom prst="rect">
            <a:avLst/>
          </a:prstGeom>
          <a:noFill/>
          <a:ln/>
        </p:spPr>
        <p:txBody>
          <a:bodyPr wrap="square" lIns="0" tIns="0" rIns="0" bIns="0" rtlCol="0" anchor="t"/>
          <a:lstStyle/>
          <a:p>
            <a:pPr indent="0" marL="0">
              <a:buNone/>
            </a:pPr>
            <a:r>
              <a:rPr lang="en-US" sz="1400" dirty="0">
                <a:solidFill>
                  <a:schemeClr val="tx1"/>
                </a:solidFill>
              </a:rPr>
              <a:t>FEI (Fault Evidence Index) = how many normal wobbles above healthy; tracked every 10 minutes.</a:t>
            </a:r>
            <a:endParaRPr lang="en-US" sz="1400" dirty="0"/>
          </a:p>
        </p:txBody>
      </p:sp>
      <p:graphicFrame>
        <p:nvGraphicFramePr>
          <p:cNvPr id="13" name="Chart 1" descr=""/>
          <p:cNvGraphicFramePr/>
          <p:nvPr/>
        </p:nvGraphicFramePr>
        <p:xfrm>
          <a:off x="6263640" y="2148840"/>
          <a:ext cx="5394960" cy="3246120"/>
        </p:xfrm>
        <a:graphic xmlns:a="http://schemas.openxmlformats.org/drawingml/2006/main">
          <a:graphicData uri="http://schemas.openxmlformats.org/drawingml/2006/chart">
            <c:chart xmlns:c="http://schemas.openxmlformats.org/drawingml/2006/chart" r:id="rId2"/>
          </a:graphicData>
        </a:graphic>
      </p:graphicFrame>
      <p:sp>
        <p:nvSpPr>
          <p:cNvPr id="14" name="verdict box"/>
          <p:cNvSpPr/>
          <p:nvPr/>
        </p:nvSpPr>
        <p:spPr>
          <a:xfrm>
            <a:off x="6263640" y="5486400"/>
            <a:ext cx="5394960" cy="731520"/>
          </a:xfrm>
          <a:prstGeom prst="roundRect">
            <a:avLst>
              <a:gd name="adj" fmla="val 10000"/>
            </a:avLst>
          </a:prstGeom>
          <a:solidFill>
            <a:schemeClr val="tx2"/>
          </a:solidFill>
          <a:ln w="12700">
            <a:solidFill>
              <a:schemeClr val="tx2"/>
            </a:solidFill>
            <a:prstDash val="solid"/>
          </a:ln>
        </p:spPr>
      </p:sp>
      <p:sp>
        <p:nvSpPr>
          <p:cNvPr id="15" name="Text 11"/>
          <p:cNvSpPr txBox="1"/>
          <p:nvPr/>
        </p:nvSpPr>
        <p:spPr>
          <a:xfrm>
            <a:off x="6400800" y="5486400"/>
            <a:ext cx="5120640" cy="731520"/>
          </a:xfrm>
          <a:prstGeom prst="rect">
            <a:avLst/>
          </a:prstGeom>
          <a:noFill/>
          <a:ln/>
        </p:spPr>
        <p:txBody>
          <a:bodyPr wrap="square" lIns="0" tIns="0" rIns="0" bIns="0" rtlCol="0" anchor="ctr"/>
          <a:lstStyle/>
          <a:p>
            <a:pPr indent="0" marL="0">
              <a:buNone/>
            </a:pPr>
            <a:r>
              <a:rPr lang="en-US" sz="1400" b="1" dirty="0">
                <a:solidFill>
                  <a:schemeClr val="bg1"/>
                </a:solidFill>
              </a:rPr>
              <a:t>5 · Verdict: </a:t>
            </a:r>
            <a:pPr indent="0" marL="0">
              <a:buNone/>
            </a:pPr>
            <a:r>
              <a:rPr lang="en-US" sz="1400" dirty="0">
                <a:solidFill>
                  <a:schemeClr val="bg1"/>
                </a:solidFill>
              </a:rPr>
              <a:t>highest average FEI after the alarm → Outer race ✔</a:t>
            </a:r>
            <a:endParaRPr lang="en-US" sz="1400" dirty="0"/>
          </a:p>
          <a:p>
            <a:pPr indent="0" marL="0">
              <a:buNone/>
            </a:pPr>
            <a:r>
              <a:rPr lang="en-US" sz="1400" dirty="0">
                <a:solidFill>
                  <a:schemeClr val="bg1"/>
                </a:solidFill>
              </a:rPr>
              <a:t>If every average is below 1, the answer is "unspecified".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Result 1: the failing bearing pulls away from its neighbours</a:t>
            </a:r>
            <a:endParaRPr lang="en-US" sz="3000" dirty="0"/>
          </a:p>
        </p:txBody>
      </p:sp>
      <p:graphicFrame>
        <p:nvGraphicFramePr>
          <p:cNvPr id="3" name="Chart 0" descr=""/>
          <p:cNvGraphicFramePr/>
          <p:nvPr/>
        </p:nvGraphicFramePr>
        <p:xfrm>
          <a:off x="548640" y="1234440"/>
          <a:ext cx="8138160" cy="4983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9052560" y="1280160"/>
            <a:ext cx="2560320" cy="822960"/>
          </a:xfrm>
          <a:prstGeom prst="rect">
            <a:avLst/>
          </a:prstGeom>
          <a:noFill/>
          <a:ln/>
        </p:spPr>
        <p:txBody>
          <a:bodyPr wrap="square" lIns="0" tIns="0" rIns="0" bIns="0" rtlCol="0" anchor="b"/>
          <a:lstStyle/>
          <a:p>
            <a:pPr indent="0" marL="0">
              <a:buNone/>
            </a:pPr>
            <a:r>
              <a:rPr lang="en-US" sz="4400" b="1" dirty="0">
                <a:solidFill>
                  <a:schemeClr val="accent4"/>
                </a:solidFill>
                <a:latin typeface="Arial" pitchFamily="34" charset="0"/>
                <a:ea typeface="Arial" pitchFamily="34" charset="-122"/>
                <a:cs typeface="Arial" pitchFamily="34" charset="-120"/>
              </a:rPr>
              <a:t>4 / 4</a:t>
            </a:r>
            <a:endParaRPr lang="en-US" sz="4400" dirty="0"/>
          </a:p>
        </p:txBody>
      </p:sp>
      <p:sp>
        <p:nvSpPr>
          <p:cNvPr id="5" name="Text 2"/>
          <p:cNvSpPr txBox="1"/>
          <p:nvPr/>
        </p:nvSpPr>
        <p:spPr>
          <a:xfrm>
            <a:off x="9052560" y="2148840"/>
            <a:ext cx="2560320" cy="548640"/>
          </a:xfrm>
          <a:prstGeom prst="rect">
            <a:avLst/>
          </a:prstGeom>
          <a:noFill/>
          <a:ln/>
        </p:spPr>
        <p:txBody>
          <a:bodyPr wrap="square" lIns="0" tIns="0" rIns="0" bIns="0" rtlCol="0" anchor="t"/>
          <a:lstStyle/>
          <a:p>
            <a:pPr indent="0" marL="0">
              <a:buNone/>
            </a:pPr>
            <a:r>
              <a:rPr lang="en-US" sz="1500" dirty="0">
                <a:solidFill>
                  <a:schemeClr val="tx1"/>
                </a:solidFill>
              </a:rPr>
              <a:t>failures detected</a:t>
            </a:r>
            <a:endParaRPr lang="en-US" sz="1500" dirty="0"/>
          </a:p>
        </p:txBody>
      </p:sp>
      <p:sp>
        <p:nvSpPr>
          <p:cNvPr id="6" name="Text 3"/>
          <p:cNvSpPr txBox="1"/>
          <p:nvPr/>
        </p:nvSpPr>
        <p:spPr>
          <a:xfrm>
            <a:off x="9052560" y="2880360"/>
            <a:ext cx="2560320" cy="822960"/>
          </a:xfrm>
          <a:prstGeom prst="rect">
            <a:avLst/>
          </a:prstGeom>
          <a:noFill/>
          <a:ln/>
        </p:spPr>
        <p:txBody>
          <a:bodyPr wrap="square" lIns="0" tIns="0" rIns="0" bIns="0" rtlCol="0" anchor="b"/>
          <a:lstStyle/>
          <a:p>
            <a:pPr indent="0" marL="0">
              <a:buNone/>
            </a:pPr>
            <a:r>
              <a:rPr lang="en-US" sz="4400" b="1" dirty="0">
                <a:solidFill>
                  <a:schemeClr val="accent1"/>
                </a:solidFill>
                <a:latin typeface="Arial" pitchFamily="34" charset="0"/>
                <a:ea typeface="Arial" pitchFamily="34" charset="-122"/>
                <a:cs typeface="Arial" pitchFamily="34" charset="-120"/>
              </a:rPr>
              <a:t>61 h</a:t>
            </a:r>
            <a:endParaRPr lang="en-US" sz="4400" dirty="0"/>
          </a:p>
        </p:txBody>
      </p:sp>
      <p:sp>
        <p:nvSpPr>
          <p:cNvPr id="7" name="Text 4"/>
          <p:cNvSpPr txBox="1"/>
          <p:nvPr/>
        </p:nvSpPr>
        <p:spPr>
          <a:xfrm>
            <a:off x="9052560" y="3749040"/>
            <a:ext cx="2560320" cy="548640"/>
          </a:xfrm>
          <a:prstGeom prst="rect">
            <a:avLst/>
          </a:prstGeom>
          <a:noFill/>
          <a:ln/>
        </p:spPr>
        <p:txBody>
          <a:bodyPr wrap="square" lIns="0" tIns="0" rIns="0" bIns="0" rtlCol="0" anchor="t"/>
          <a:lstStyle/>
          <a:p>
            <a:pPr indent="0" marL="0">
              <a:buNone/>
            </a:pPr>
            <a:r>
              <a:rPr lang="en-US" sz="1500" dirty="0">
                <a:solidFill>
                  <a:schemeClr val="tx1"/>
                </a:solidFill>
              </a:rPr>
              <a:t>median warning before the end</a:t>
            </a:r>
            <a:endParaRPr lang="en-US" sz="1500" dirty="0"/>
          </a:p>
        </p:txBody>
      </p:sp>
      <p:sp>
        <p:nvSpPr>
          <p:cNvPr id="8" name="Text 5"/>
          <p:cNvSpPr txBox="1"/>
          <p:nvPr/>
        </p:nvSpPr>
        <p:spPr>
          <a:xfrm>
            <a:off x="9052560" y="4480560"/>
            <a:ext cx="2560320" cy="822960"/>
          </a:xfrm>
          <a:prstGeom prst="rect">
            <a:avLst/>
          </a:prstGeom>
          <a:noFill/>
          <a:ln/>
        </p:spPr>
        <p:txBody>
          <a:bodyPr wrap="square" lIns="0" tIns="0" rIns="0" bIns="0" rtlCol="0" anchor="b"/>
          <a:lstStyle/>
          <a:p>
            <a:pPr indent="0" marL="0">
              <a:buNone/>
            </a:pPr>
            <a:r>
              <a:rPr lang="en-US" sz="4400" b="1" dirty="0">
                <a:solidFill>
                  <a:schemeClr val="accent5"/>
                </a:solidFill>
                <a:latin typeface="Arial" pitchFamily="34" charset="0"/>
                <a:ea typeface="Arial" pitchFamily="34" charset="-122"/>
                <a:cs typeface="Arial" pitchFamily="34" charset="-120"/>
              </a:rPr>
              <a:t>2 / 8</a:t>
            </a:r>
            <a:endParaRPr lang="en-US" sz="4400" dirty="0"/>
          </a:p>
        </p:txBody>
      </p:sp>
      <p:sp>
        <p:nvSpPr>
          <p:cNvPr id="9" name="Text 6"/>
          <p:cNvSpPr txBox="1"/>
          <p:nvPr/>
        </p:nvSpPr>
        <p:spPr>
          <a:xfrm>
            <a:off x="9052560" y="5349240"/>
            <a:ext cx="2560320" cy="548640"/>
          </a:xfrm>
          <a:prstGeom prst="rect">
            <a:avLst/>
          </a:prstGeom>
          <a:noFill/>
          <a:ln/>
        </p:spPr>
        <p:txBody>
          <a:bodyPr wrap="square" lIns="0" tIns="0" rIns="0" bIns="0" rtlCol="0" anchor="t"/>
          <a:lstStyle/>
          <a:p>
            <a:pPr indent="0" marL="0">
              <a:buNone/>
            </a:pPr>
            <a:r>
              <a:rPr lang="en-US" sz="1500" dirty="0">
                <a:solidFill>
                  <a:schemeClr val="tx1"/>
                </a:solidFill>
              </a:rPr>
              <a:t>healthy bearings falsely alarmed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Result 2: all 4 fault types named correctly</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gridCol w="2834640"/>
                <a:gridCol w="3200400"/>
                <a:gridCol w="2468880"/>
              </a:tblGrid>
              <a:tr h="0">
                <a:tc>
                  <a:txBody>
                    <a:bodyPr/>
                    <a:lstStyle/>
                    <a:p>
                      <a:pPr indent="0" marL="0">
                        <a:buNone/>
                      </a:pPr>
                      <a:r>
                        <a:rPr lang="en-US" sz="2000" b="1" dirty="0">
                          <a:solidFill>
                            <a:schemeClr val="bg1"/>
                          </a:solidFill>
                        </a:rPr>
                        <a:t>Failed bearing</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rPr>
                        <a:t>Real fault</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rPr>
                        <a:t>Our diagnosis</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rPr>
                        <a:t>Warning before end (hours)</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solidFill>
                      <a:schemeClr val="tx2"/>
                    </a:solidFill>
                  </a:tcPr>
                </a:tc>
              </a:tr>
              <a:tr h="0">
                <a:tc>
                  <a:txBody>
                    <a:bodyPr/>
                    <a:lstStyle/>
                    <a:p>
                      <a:pPr indent="0" marL="0">
                        <a:buNone/>
                      </a:pPr>
                      <a:r>
                        <a:rPr lang="en-US" sz="2000" dirty="0">
                          <a:solidFill>
                            <a:schemeClr val="tx1"/>
                          </a:solidFill>
                        </a:rPr>
                        <a:t>Set 1 · B4</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Rolling element</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b="1" dirty="0">
                          <a:solidFill>
                            <a:schemeClr val="accent4"/>
                          </a:solidFill>
                        </a:rPr>
                        <a:t>Rolling element ✔</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97 h</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2000" dirty="0">
                          <a:solidFill>
                            <a:schemeClr val="tx1"/>
                          </a:solidFill>
                        </a:rPr>
                        <a:t>Set 2 · B1</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Outer race</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b="1" dirty="0">
                          <a:solidFill>
                            <a:schemeClr val="accent4"/>
                          </a:solidFill>
                        </a:rPr>
                        <a:t>Outer race ✔</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70 h</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2000" dirty="0">
                          <a:solidFill>
                            <a:schemeClr val="tx1"/>
                          </a:solidFill>
                        </a:rPr>
                        <a:t>Set 3 · B3</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Outer race</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b="1" dirty="0">
                          <a:solidFill>
                            <a:schemeClr val="accent4"/>
                          </a:solidFill>
                        </a:rPr>
                        <a:t>Outer race ✔</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53 h</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r h="0">
                <a:tc>
                  <a:txBody>
                    <a:bodyPr/>
                    <a:lstStyle/>
                    <a:p>
                      <a:pPr indent="0" marL="0">
                        <a:buNone/>
                      </a:pPr>
                      <a:r>
                        <a:rPr lang="en-US" sz="2000" dirty="0">
                          <a:solidFill>
                            <a:schemeClr val="tx1"/>
                          </a:solidFill>
                        </a:rPr>
                        <a:t>Set 1 · B3</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Inner race</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b="1" dirty="0">
                          <a:solidFill>
                            <a:schemeClr val="accent4"/>
                          </a:solidFill>
                        </a:rPr>
                        <a:t>Inner race ✔</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c>
                  <a:txBody>
                    <a:bodyPr/>
                    <a:lstStyle/>
                    <a:p>
                      <a:pPr indent="0" marL="0">
                        <a:buNone/>
                      </a:pPr>
                      <a:r>
                        <a:rPr lang="en-US" sz="2000" dirty="0">
                          <a:solidFill>
                            <a:schemeClr val="tx1"/>
                          </a:solidFill>
                        </a:rPr>
                        <a:t>12 h</a:t>
                      </a:r>
                      <a:endParaRPr lang="en-US" sz="2000" dirty="0"/>
                    </a:p>
                  </a:txBody>
                  <a:tcPr marL="73152" marR="73152" marT="73152" marB="73152" anchor="ctr">
                    <a:lnL w="9525" cap="flat" cmpd="sng" algn="ctr">
                      <a:solidFill>
                        <a:srgbClr val="D3E2E0"/>
                      </a:solidFill>
                      <a:prstDash val="solid"/>
                      <a:round/>
                      <a:headEnd type="none" w="med" len="med"/>
                      <a:tailEnd type="none" w="med" len="med"/>
                    </a:lnL>
                    <a:lnR w="9525" cap="flat" cmpd="sng" algn="ctr">
                      <a:solidFill>
                        <a:srgbClr val="D3E2E0"/>
                      </a:solidFill>
                      <a:prstDash val="solid"/>
                      <a:round/>
                      <a:headEnd type="none" w="med" len="med"/>
                      <a:tailEnd type="none" w="med" len="med"/>
                    </a:lnR>
                    <a:lnT w="9525" cap="flat" cmpd="sng" algn="ctr">
                      <a:solidFill>
                        <a:srgbClr val="D3E2E0"/>
                      </a:solidFill>
                      <a:prstDash val="solid"/>
                      <a:round/>
                      <a:headEnd type="none" w="med" len="med"/>
                      <a:tailEnd type="none" w="med" len="med"/>
                    </a:lnT>
                    <a:lnB w="9525" cap="flat" cmpd="sng" algn="ctr">
                      <a:solidFill>
                        <a:srgbClr val="D3E2E0"/>
                      </a:solidFill>
                      <a:prstDash val="solid"/>
                      <a:round/>
                      <a:headEnd type="none" w="med" len="med"/>
                      <a:tailEnd type="none" w="med" len="med"/>
                    </a:lnB>
                  </a:tcPr>
                </a:tc>
              </a:tr>
            </a:tbl>
          </a:graphicData>
        </a:graphic>
      </p:graphicFrame>
      <p:sp>
        <p:nvSpPr>
          <p:cNvPr id="4" name="note circle"/>
          <p:cNvSpPr/>
          <p:nvPr/>
        </p:nvSpPr>
        <p:spPr>
          <a:xfrm>
            <a:off x="548640" y="4617720"/>
            <a:ext cx="548640" cy="548640"/>
          </a:xfrm>
          <a:prstGeom prst="ellipse">
            <a:avLst/>
          </a:prstGeom>
          <a:solidFill>
            <a:schemeClr val="accent2"/>
          </a:solidFill>
          <a:ln w="12700">
            <a:solidFill>
              <a:schemeClr val="accent2"/>
            </a:solidFill>
            <a:prstDash val="solid"/>
          </a:ln>
        </p:spPr>
      </p:sp>
      <p:pic>
        <p:nvPicPr>
          <p:cNvPr id="5" name="note icon" descr="note">    </p:cNvPr>
          <p:cNvPicPr>
            <a:picLocks noChangeAspect="1"/>
          </p:cNvPicPr>
          <p:nvPr/>
        </p:nvPicPr>
        <p:blipFill>
          <a:blip r:embed="rId1"/>
          <a:stretch>
            <a:fillRect/>
          </a:stretch>
        </p:blipFill>
        <p:spPr>
          <a:xfrm>
            <a:off x="685800" y="4754880"/>
            <a:ext cx="274320" cy="274320"/>
          </a:xfrm>
          <a:prstGeom prst="rect">
            <a:avLst/>
          </a:prstGeom>
        </p:spPr>
      </p:pic>
      <p:sp>
        <p:nvSpPr>
          <p:cNvPr id="6" name="Text 2"/>
          <p:cNvSpPr txBox="1"/>
          <p:nvPr/>
        </p:nvSpPr>
        <p:spPr>
          <a:xfrm>
            <a:off x="1280160" y="4572000"/>
            <a:ext cx="10332720" cy="822960"/>
          </a:xfrm>
          <a:prstGeom prst="rect">
            <a:avLst/>
          </a:prstGeom>
          <a:noFill/>
          <a:ln/>
        </p:spPr>
        <p:txBody>
          <a:bodyPr wrap="square" lIns="0" tIns="0" rIns="0" bIns="0" rtlCol="0" anchor="t"/>
          <a:lstStyle/>
          <a:p>
            <a:pPr indent="0" marL="0">
              <a:buNone/>
            </a:pPr>
            <a:r>
              <a:rPr lang="en-US" sz="1700" b="1" dirty="0">
                <a:solidFill>
                  <a:schemeClr val="tx1"/>
                </a:solidFill>
              </a:rPr>
              <a:t>Healthy bearings: </a:t>
            </a:r>
            <a:pPr indent="0" marL="0">
              <a:buNone/>
            </a:pPr>
            <a:r>
              <a:rPr lang="en-US" sz="1700" dirty="0">
                <a:solidFill>
                  <a:schemeClr val="tx1"/>
                </a:solidFill>
              </a:rPr>
              <a:t>6 of 8 never alarmed. One alarm came during a neighbour's final breakdown; the other was a short bump the system refused to name.</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Result 3: our answer is clear; the usual method guesses</a:t>
            </a:r>
            <a:endParaRPr lang="en-US" sz="3000" dirty="0"/>
          </a:p>
        </p:txBody>
      </p:sp>
      <p:graphicFrame>
        <p:nvGraphicFramePr>
          <p:cNvPr id="3" name="Chart 0" descr=""/>
          <p:cNvGraphicFramePr/>
          <p:nvPr/>
        </p:nvGraphicFramePr>
        <p:xfrm>
          <a:off x="548640" y="1234440"/>
          <a:ext cx="8138160" cy="4983480"/>
        </p:xfrm>
        <a:graphic xmlns:a="http://schemas.openxmlformats.org/drawingml/2006/main">
          <a:graphicData uri="http://schemas.openxmlformats.org/drawingml/2006/chart">
            <c:chart xmlns:c="http://schemas.openxmlformats.org/drawingml/2006/chart" r:id="rId1"/>
          </a:graphicData>
        </a:graphic>
      </p:graphicFrame>
      <p:sp>
        <p:nvSpPr>
          <p:cNvPr id="4" name="separation explainer"/>
          <p:cNvSpPr/>
          <p:nvPr/>
        </p:nvSpPr>
        <p:spPr>
          <a:xfrm>
            <a:off x="9052560" y="1371600"/>
            <a:ext cx="2560320" cy="3108960"/>
          </a:xfrm>
          <a:prstGeom prst="roundRect">
            <a:avLst>
              <a:gd name="adj" fmla="val 4286"/>
            </a:avLst>
          </a:prstGeom>
          <a:solidFill>
            <a:schemeClr val="bg2"/>
          </a:solidFill>
          <a:ln w="12700">
            <a:solidFill>
              <a:schemeClr val="bg2"/>
            </a:solidFill>
            <a:prstDash val="solid"/>
          </a:ln>
        </p:spPr>
      </p:sp>
      <p:sp>
        <p:nvSpPr>
          <p:cNvPr id="5" name="Text 2"/>
          <p:cNvSpPr txBox="1"/>
          <p:nvPr/>
        </p:nvSpPr>
        <p:spPr>
          <a:xfrm>
            <a:off x="9235440" y="1554480"/>
            <a:ext cx="2194560" cy="2743200"/>
          </a:xfrm>
          <a:prstGeom prst="rect">
            <a:avLst/>
          </a:prstGeom>
          <a:noFill/>
          <a:ln/>
        </p:spPr>
        <p:txBody>
          <a:bodyPr wrap="square" lIns="0" tIns="0" rIns="0" bIns="0" rtlCol="0" anchor="t"/>
          <a:lstStyle/>
          <a:p>
            <a:pPr indent="0" marL="0">
              <a:buNone/>
            </a:pPr>
            <a:r>
              <a:rPr lang="en-US" sz="1600" b="1" dirty="0">
                <a:solidFill>
                  <a:schemeClr val="tx2"/>
                </a:solidFill>
              </a:rPr>
              <a:t>Separation</a:t>
            </a:r>
            <a:endParaRPr lang="en-US" sz="1600" dirty="0"/>
          </a:p>
          <a:p>
            <a:pPr indent="0" marL="0">
              <a:buNone/>
            </a:pPr>
            <a:r>
              <a:rPr lang="en-US" sz="1600" dirty="0">
                <a:solidFill>
                  <a:schemeClr val="tx1"/>
                </a:solidFill>
              </a:rPr>
              <a:t>= true fault's evidence ÷ strongest wrong fault's evidence</a:t>
            </a:r>
            <a:endParaRPr lang="en-US" sz="1600" dirty="0"/>
          </a:p>
          <a:p>
            <a:pPr indent="0" marL="0">
              <a:buNone/>
            </a:pPr>
            <a:r>
              <a:rPr lang="en-US" sz="1600" dirty="0">
                <a:solidFill>
                  <a:schemeClr val="tx1"/>
                </a:solidFill>
              </a:rPr>
              <a:t> </a:t>
            </a:r>
            <a:endParaRPr lang="en-US" sz="1600" dirty="0"/>
          </a:p>
          <a:p>
            <a:pPr indent="0" marL="0">
              <a:buNone/>
            </a:pPr>
            <a:r>
              <a:rPr lang="en-US" sz="1600" b="1" dirty="0">
                <a:solidFill>
                  <a:schemeClr val="accent5"/>
                </a:solidFill>
              </a:rPr>
              <a:t>1.0 = coin flip</a:t>
            </a:r>
            <a:endParaRPr lang="en-US" sz="1600" dirty="0"/>
          </a:p>
          <a:p>
            <a:pPr indent="0" marL="0">
              <a:buNone/>
            </a:pPr>
            <a:r>
              <a:rPr lang="en-US" sz="1600" dirty="0">
                <a:solidFill>
                  <a:schemeClr val="tx1"/>
                </a:solidFill>
              </a:rPr>
              <a:t> </a:t>
            </a:r>
            <a:endParaRPr lang="en-US" sz="1600" dirty="0"/>
          </a:p>
          <a:p>
            <a:pPr indent="0" marL="0">
              <a:buNone/>
            </a:pPr>
            <a:r>
              <a:rPr lang="en-US" sz="1600" b="1" dirty="0">
                <a:solidFill>
                  <a:schemeClr val="tx1"/>
                </a:solidFill>
              </a:rPr>
              <a:t>Usual method: 1.03× twice. </a:t>
            </a:r>
            <a:pPr indent="0" marL="0">
              <a:buNone/>
            </a:pPr>
            <a:r>
              <a:rPr lang="en-US" sz="1600" dirty="0">
                <a:solidFill>
                  <a:schemeClr val="tx1"/>
                </a:solidFill>
              </a:rPr>
              <a:t>Ours: at least 2.7×.</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Loudness finds it; rhythm names it</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chemeClr val="accent6"/>
                </a:solidFill>
              </a:rPr>
              <a:t>All 4 failures found, median 61 h early, every fault named</a:t>
            </a:r>
            <a:endParaRPr lang="en-US" sz="2000" dirty="0"/>
          </a:p>
          <a:p>
            <a:pPr algn="l" marL="342900" indent="-342900">
              <a:spcAft>
                <a:spcPts val="800"/>
              </a:spcAft>
              <a:buSzPct val="100000"/>
              <a:buChar char="•"/>
            </a:pPr>
            <a:r>
              <a:rPr lang="en-US" sz="2000" dirty="0">
                <a:solidFill>
                  <a:schemeClr val="accent6"/>
                </a:solidFill>
              </a:rPr>
              <a:t>Works without fault examples: physics + healthy data only</a:t>
            </a:r>
            <a:endParaRPr lang="en-US" sz="2000" dirty="0"/>
          </a:p>
          <a:p>
            <a:pPr algn="l" marL="342900" indent="-342900">
              <a:spcAft>
                <a:spcPts val="800"/>
              </a:spcAft>
              <a:buSzPct val="100000"/>
              <a:buChar char="•"/>
            </a:pPr>
            <a:r>
              <a:rPr lang="en-US" sz="2000" dirty="0">
                <a:solidFill>
                  <a:schemeClr val="accent6"/>
                </a:solidFill>
              </a:rPr>
              <a:t>Limit: only 4 failures, so treat results as a case study</a:t>
            </a:r>
            <a:endParaRPr lang="en-US" sz="2000" dirty="0"/>
          </a:p>
          <a:p>
            <a:pPr algn="l" marL="342900" indent="-342900">
              <a:spcAft>
                <a:spcPts val="800"/>
              </a:spcAft>
              <a:buSzPct val="100000"/>
              <a:buChar char="•"/>
            </a:pPr>
            <a:r>
              <a:rPr lang="en-US" sz="2000" dirty="0">
                <a:solidFill>
                  <a:schemeClr val="accent6"/>
                </a:solidFill>
              </a:rPr>
              <a:t>Part II: predict RUL (Remaining Useful Life) from the alarm</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theme/theme1.xml><?xml version="1.0" encoding="utf-8"?>
<a:theme xmlns:a="http://schemas.openxmlformats.org/drawingml/2006/main" name="Teal Workshop">
  <a:themeElements>
    <a:clrScheme name="Teal Workshop">
      <a:dk1>
        <a:srgbClr val="12262B"/>
      </a:dk1>
      <a:lt1>
        <a:srgbClr val="FFFFFF"/>
      </a:lt1>
      <a:dk2>
        <a:srgbClr val="0F4C5C"/>
      </a:dk2>
      <a:lt2>
        <a:srgbClr val="EDF5F4"/>
      </a:lt2>
      <a:accent1>
        <a:srgbClr val="F26B4F"/>
      </a:accent1>
      <a:accent2>
        <a:srgbClr val="1F8A8A"/>
      </a:accent2>
      <a:accent3>
        <a:srgbClr val="8A9A9B"/>
      </a:accent3>
      <a:accent4>
        <a:srgbClr val="3E9B5F"/>
      </a:accent4>
      <a:accent5>
        <a:srgbClr val="D64545"/>
      </a:accent5>
      <a:accent6>
        <a:srgbClr val="9CC9C4"/>
      </a:accent6>
      <a:hlink>
        <a:srgbClr val="1F8A8A"/>
      </a:hlink>
      <a:folHlink>
        <a:srgbClr val="6B5B95"/>
      </a:folHlink>
    </a:clrScheme>
    <a:fontScheme name="Teal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Fault Diagnosis with Vibration Data</dc:title>
  <dc:subject>Part I: fault diagnosis, NASA/IMS bearing dataset</dc:subject>
  <dc:creator>PptxGenJS</dc:creator>
  <cp:lastModifiedBy>PptxGenJS</cp:lastModifiedBy>
  <cp:revision>1</cp:revision>
  <dcterms:created xsi:type="dcterms:W3CDTF">2026-10-12T08:03:30Z</dcterms:created>
  <dcterms:modified xsi:type="dcterms:W3CDTF">2026-10-12T08:03:30Z</dcterms:modified>
</cp:coreProperties>
</file>