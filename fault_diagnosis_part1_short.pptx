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49d80da5-4701-7386-c35e-fea78b45a18d}">
          <p14:sldIdLst>
            <p14:sldId id="256"/>
            <p14:sldId id="257"/>
          </p14:sldIdLst>
        </p14:section>
        <p14:section name="Data" id="{d0bb69b8-ef39-8920-99e4-74cf009cf287}">
          <p14:sldIdLst>
            <p14:sldId id="258"/>
            <p14:sldId id="259"/>
            <p14:sldId id="260"/>
          </p14:sldIdLst>
        </p14:section>
        <p14:section name="Proposed system" id="{2600c6fa-6375-d605-9ddf-971424a792a4}">
          <p14:sldIdLst>
            <p14:sldId id="261"/>
          </p14:sldIdLst>
        </p14:section>
        <p14:section name="Results" id="{8d219515-cdda-ddc2-cd6f-7e3052249450}">
          <p14:sldIdLst>
            <p14:sldId id="262"/>
            <p14:sldId id="263"/>
            <p14:sldId id="264"/>
          </p14:sldIdLst>
        </p14:section>
        <p14:section name="Conclusion" id="{2fe3ec24-dda1-fca7-8fc0-78199ae7d03f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 (hour 5)</c:v>
                </c:pt>
              </c:strCache>
            </c:strRef>
          </c:tx>
          <c:spPr>
            <a:solidFill>
              <a:srgbClr val="8A9A9B"/>
            </a:solidFill>
            <a:ln w="19050" cap="flat">
              <a:solidFill>
                <a:srgbClr val="8A9A9B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8A9A9B"/>
              </a:solidFill>
              <a:ln w="9525" cap="flat">
                <a:solidFill>
                  <a:srgbClr val="8A9A9B"/>
                </a:solidFill>
                <a:prstDash val="solid"/>
                <a:round/>
              </a:ln>
              <a:effectLst/>
            </c:spPr>
          </c:marker>
          <c:xVal>
            <c:numRef>
              <c:f>Sheet1!$A$2:$A$410</c:f>
              <c:numCache>
                <c:formatCode>General</c:formatCode>
                <c:ptCount val="409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53</c:v>
                </c:pt>
                <c:pt idx="28">
                  <c:v>55</c:v>
                </c:pt>
                <c:pt idx="29">
                  <c:v>57</c:v>
                </c:pt>
                <c:pt idx="30">
                  <c:v>59</c:v>
                </c:pt>
                <c:pt idx="31">
                  <c:v>61</c:v>
                </c:pt>
                <c:pt idx="32">
                  <c:v>63</c:v>
                </c:pt>
                <c:pt idx="33">
                  <c:v>65</c:v>
                </c:pt>
                <c:pt idx="34">
                  <c:v>67</c:v>
                </c:pt>
                <c:pt idx="35">
                  <c:v>69</c:v>
                </c:pt>
                <c:pt idx="36">
                  <c:v>71</c:v>
                </c:pt>
                <c:pt idx="37">
                  <c:v>73</c:v>
                </c:pt>
                <c:pt idx="38">
                  <c:v>75</c:v>
                </c:pt>
                <c:pt idx="39">
                  <c:v>77</c:v>
                </c:pt>
                <c:pt idx="40">
                  <c:v>79</c:v>
                </c:pt>
                <c:pt idx="41">
                  <c:v>81</c:v>
                </c:pt>
                <c:pt idx="42">
                  <c:v>83</c:v>
                </c:pt>
                <c:pt idx="43">
                  <c:v>85</c:v>
                </c:pt>
                <c:pt idx="44">
                  <c:v>87</c:v>
                </c:pt>
                <c:pt idx="45">
                  <c:v>89</c:v>
                </c:pt>
                <c:pt idx="46">
                  <c:v>91</c:v>
                </c:pt>
                <c:pt idx="47">
                  <c:v>93</c:v>
                </c:pt>
                <c:pt idx="48">
                  <c:v>94</c:v>
                </c:pt>
                <c:pt idx="49">
                  <c:v>96</c:v>
                </c:pt>
                <c:pt idx="50">
                  <c:v>98</c:v>
                </c:pt>
                <c:pt idx="51">
                  <c:v>100</c:v>
                </c:pt>
                <c:pt idx="52">
                  <c:v>102</c:v>
                </c:pt>
                <c:pt idx="53">
                  <c:v>104</c:v>
                </c:pt>
                <c:pt idx="54">
                  <c:v>106</c:v>
                </c:pt>
                <c:pt idx="55">
                  <c:v>108</c:v>
                </c:pt>
                <c:pt idx="56">
                  <c:v>110</c:v>
                </c:pt>
                <c:pt idx="57">
                  <c:v>112</c:v>
                </c:pt>
                <c:pt idx="58">
                  <c:v>114</c:v>
                </c:pt>
                <c:pt idx="59">
                  <c:v>116</c:v>
                </c:pt>
                <c:pt idx="60">
                  <c:v>118</c:v>
                </c:pt>
                <c:pt idx="61">
                  <c:v>120</c:v>
                </c:pt>
                <c:pt idx="62">
                  <c:v>122</c:v>
                </c:pt>
                <c:pt idx="63">
                  <c:v>124</c:v>
                </c:pt>
                <c:pt idx="64">
                  <c:v>126</c:v>
                </c:pt>
                <c:pt idx="65">
                  <c:v>128</c:v>
                </c:pt>
                <c:pt idx="66">
                  <c:v>130</c:v>
                </c:pt>
                <c:pt idx="67">
                  <c:v>132</c:v>
                </c:pt>
                <c:pt idx="68">
                  <c:v>134</c:v>
                </c:pt>
                <c:pt idx="69">
                  <c:v>135</c:v>
                </c:pt>
                <c:pt idx="70">
                  <c:v>137</c:v>
                </c:pt>
                <c:pt idx="71">
                  <c:v>139</c:v>
                </c:pt>
                <c:pt idx="72">
                  <c:v>141</c:v>
                </c:pt>
                <c:pt idx="73">
                  <c:v>143</c:v>
                </c:pt>
                <c:pt idx="74">
                  <c:v>145</c:v>
                </c:pt>
                <c:pt idx="75">
                  <c:v>147</c:v>
                </c:pt>
                <c:pt idx="76">
                  <c:v>149</c:v>
                </c:pt>
                <c:pt idx="77">
                  <c:v>151</c:v>
                </c:pt>
                <c:pt idx="78">
                  <c:v>153</c:v>
                </c:pt>
                <c:pt idx="79">
                  <c:v>155</c:v>
                </c:pt>
                <c:pt idx="80">
                  <c:v>157</c:v>
                </c:pt>
                <c:pt idx="81">
                  <c:v>159</c:v>
                </c:pt>
                <c:pt idx="82">
                  <c:v>161</c:v>
                </c:pt>
                <c:pt idx="83">
                  <c:v>163</c:v>
                </c:pt>
                <c:pt idx="84">
                  <c:v>165</c:v>
                </c:pt>
                <c:pt idx="85">
                  <c:v>167</c:v>
                </c:pt>
                <c:pt idx="86">
                  <c:v>169</c:v>
                </c:pt>
                <c:pt idx="87">
                  <c:v>171</c:v>
                </c:pt>
                <c:pt idx="88">
                  <c:v>173</c:v>
                </c:pt>
                <c:pt idx="89">
                  <c:v>175</c:v>
                </c:pt>
                <c:pt idx="90">
                  <c:v>177</c:v>
                </c:pt>
                <c:pt idx="91">
                  <c:v>178</c:v>
                </c:pt>
                <c:pt idx="92">
                  <c:v>180</c:v>
                </c:pt>
                <c:pt idx="93">
                  <c:v>182</c:v>
                </c:pt>
                <c:pt idx="94">
                  <c:v>184</c:v>
                </c:pt>
                <c:pt idx="95">
                  <c:v>186</c:v>
                </c:pt>
                <c:pt idx="96">
                  <c:v>188</c:v>
                </c:pt>
                <c:pt idx="97">
                  <c:v>190</c:v>
                </c:pt>
                <c:pt idx="98">
                  <c:v>192</c:v>
                </c:pt>
                <c:pt idx="99">
                  <c:v>194</c:v>
                </c:pt>
                <c:pt idx="100">
                  <c:v>196</c:v>
                </c:pt>
                <c:pt idx="101">
                  <c:v>198</c:v>
                </c:pt>
                <c:pt idx="102">
                  <c:v>200</c:v>
                </c:pt>
                <c:pt idx="103">
                  <c:v>202</c:v>
                </c:pt>
                <c:pt idx="104">
                  <c:v>204</c:v>
                </c:pt>
                <c:pt idx="105">
                  <c:v>206</c:v>
                </c:pt>
                <c:pt idx="106">
                  <c:v>208</c:v>
                </c:pt>
                <c:pt idx="107">
                  <c:v>210</c:v>
                </c:pt>
                <c:pt idx="108">
                  <c:v>212</c:v>
                </c:pt>
                <c:pt idx="109">
                  <c:v>214</c:v>
                </c:pt>
                <c:pt idx="110">
                  <c:v>216</c:v>
                </c:pt>
                <c:pt idx="111">
                  <c:v>218</c:v>
                </c:pt>
                <c:pt idx="112">
                  <c:v>219</c:v>
                </c:pt>
                <c:pt idx="113">
                  <c:v>221</c:v>
                </c:pt>
                <c:pt idx="114">
                  <c:v>223</c:v>
                </c:pt>
                <c:pt idx="115">
                  <c:v>225</c:v>
                </c:pt>
                <c:pt idx="116">
                  <c:v>227</c:v>
                </c:pt>
                <c:pt idx="117">
                  <c:v>229</c:v>
                </c:pt>
                <c:pt idx="118">
                  <c:v>231</c:v>
                </c:pt>
                <c:pt idx="119">
                  <c:v>233</c:v>
                </c:pt>
                <c:pt idx="120">
                  <c:v>235</c:v>
                </c:pt>
                <c:pt idx="121">
                  <c:v>237</c:v>
                </c:pt>
                <c:pt idx="122">
                  <c:v>239</c:v>
                </c:pt>
                <c:pt idx="123">
                  <c:v>241</c:v>
                </c:pt>
                <c:pt idx="124">
                  <c:v>243</c:v>
                </c:pt>
                <c:pt idx="125">
                  <c:v>245</c:v>
                </c:pt>
                <c:pt idx="126">
                  <c:v>247</c:v>
                </c:pt>
                <c:pt idx="127">
                  <c:v>249</c:v>
                </c:pt>
                <c:pt idx="128">
                  <c:v>251</c:v>
                </c:pt>
                <c:pt idx="129">
                  <c:v>253</c:v>
                </c:pt>
                <c:pt idx="130">
                  <c:v>255</c:v>
                </c:pt>
                <c:pt idx="131">
                  <c:v>257</c:v>
                </c:pt>
                <c:pt idx="132">
                  <c:v>259</c:v>
                </c:pt>
                <c:pt idx="133">
                  <c:v>260</c:v>
                </c:pt>
                <c:pt idx="134">
                  <c:v>262</c:v>
                </c:pt>
                <c:pt idx="135">
                  <c:v>264</c:v>
                </c:pt>
                <c:pt idx="136">
                  <c:v>266</c:v>
                </c:pt>
                <c:pt idx="137">
                  <c:v>268</c:v>
                </c:pt>
                <c:pt idx="138">
                  <c:v>270</c:v>
                </c:pt>
                <c:pt idx="139">
                  <c:v>272</c:v>
                </c:pt>
                <c:pt idx="140">
                  <c:v>274</c:v>
                </c:pt>
                <c:pt idx="141">
                  <c:v>276</c:v>
                </c:pt>
                <c:pt idx="142">
                  <c:v>278</c:v>
                </c:pt>
                <c:pt idx="143">
                  <c:v>280</c:v>
                </c:pt>
                <c:pt idx="144">
                  <c:v>282</c:v>
                </c:pt>
                <c:pt idx="145">
                  <c:v>284</c:v>
                </c:pt>
                <c:pt idx="146">
                  <c:v>286</c:v>
                </c:pt>
                <c:pt idx="147">
                  <c:v>288</c:v>
                </c:pt>
                <c:pt idx="148">
                  <c:v>290</c:v>
                </c:pt>
                <c:pt idx="149">
                  <c:v>292</c:v>
                </c:pt>
                <c:pt idx="150">
                  <c:v>294</c:v>
                </c:pt>
                <c:pt idx="151">
                  <c:v>296</c:v>
                </c:pt>
                <c:pt idx="152">
                  <c:v>298</c:v>
                </c:pt>
                <c:pt idx="153">
                  <c:v>300</c:v>
                </c:pt>
                <c:pt idx="154">
                  <c:v>302</c:v>
                </c:pt>
                <c:pt idx="155">
                  <c:v>303</c:v>
                </c:pt>
                <c:pt idx="156">
                  <c:v>305</c:v>
                </c:pt>
                <c:pt idx="157">
                  <c:v>307</c:v>
                </c:pt>
                <c:pt idx="158">
                  <c:v>309</c:v>
                </c:pt>
                <c:pt idx="159">
                  <c:v>311</c:v>
                </c:pt>
                <c:pt idx="160">
                  <c:v>313</c:v>
                </c:pt>
                <c:pt idx="161">
                  <c:v>315</c:v>
                </c:pt>
                <c:pt idx="162">
                  <c:v>317</c:v>
                </c:pt>
                <c:pt idx="163">
                  <c:v>319</c:v>
                </c:pt>
                <c:pt idx="164">
                  <c:v>321</c:v>
                </c:pt>
                <c:pt idx="165">
                  <c:v>323</c:v>
                </c:pt>
                <c:pt idx="166">
                  <c:v>325</c:v>
                </c:pt>
                <c:pt idx="167">
                  <c:v>327</c:v>
                </c:pt>
                <c:pt idx="168">
                  <c:v>329</c:v>
                </c:pt>
                <c:pt idx="169">
                  <c:v>331</c:v>
                </c:pt>
                <c:pt idx="170">
                  <c:v>333</c:v>
                </c:pt>
                <c:pt idx="171">
                  <c:v>335</c:v>
                </c:pt>
                <c:pt idx="172">
                  <c:v>337</c:v>
                </c:pt>
                <c:pt idx="173">
                  <c:v>339</c:v>
                </c:pt>
                <c:pt idx="174">
                  <c:v>341</c:v>
                </c:pt>
                <c:pt idx="175">
                  <c:v>343</c:v>
                </c:pt>
                <c:pt idx="176">
                  <c:v>344</c:v>
                </c:pt>
                <c:pt idx="177">
                  <c:v>346</c:v>
                </c:pt>
                <c:pt idx="178">
                  <c:v>348</c:v>
                </c:pt>
                <c:pt idx="179">
                  <c:v>350</c:v>
                </c:pt>
                <c:pt idx="180">
                  <c:v>352</c:v>
                </c:pt>
                <c:pt idx="181">
                  <c:v>354</c:v>
                </c:pt>
                <c:pt idx="182">
                  <c:v>356</c:v>
                </c:pt>
                <c:pt idx="183">
                  <c:v>358</c:v>
                </c:pt>
                <c:pt idx="184">
                  <c:v>360</c:v>
                </c:pt>
                <c:pt idx="185">
                  <c:v>362</c:v>
                </c:pt>
                <c:pt idx="186">
                  <c:v>364</c:v>
                </c:pt>
                <c:pt idx="187">
                  <c:v>366</c:v>
                </c:pt>
                <c:pt idx="188">
                  <c:v>368</c:v>
                </c:pt>
                <c:pt idx="189">
                  <c:v>370</c:v>
                </c:pt>
                <c:pt idx="190">
                  <c:v>372</c:v>
                </c:pt>
                <c:pt idx="191">
                  <c:v>374</c:v>
                </c:pt>
                <c:pt idx="192">
                  <c:v>376</c:v>
                </c:pt>
                <c:pt idx="193">
                  <c:v>378</c:v>
                </c:pt>
                <c:pt idx="194">
                  <c:v>380</c:v>
                </c:pt>
                <c:pt idx="195">
                  <c:v>382</c:v>
                </c:pt>
                <c:pt idx="196">
                  <c:v>384</c:v>
                </c:pt>
                <c:pt idx="197">
                  <c:v>385</c:v>
                </c:pt>
                <c:pt idx="198">
                  <c:v>387</c:v>
                </c:pt>
                <c:pt idx="199">
                  <c:v>389</c:v>
                </c:pt>
                <c:pt idx="200">
                  <c:v>391</c:v>
                </c:pt>
                <c:pt idx="201">
                  <c:v>393</c:v>
                </c:pt>
                <c:pt idx="202">
                  <c:v>395</c:v>
                </c:pt>
                <c:pt idx="203">
                  <c:v>397</c:v>
                </c:pt>
                <c:pt idx="204">
                  <c:v>399</c:v>
                </c:pt>
                <c:pt idx="205">
                  <c:v>401</c:v>
                </c:pt>
                <c:pt idx="206">
                  <c:v>403</c:v>
                </c:pt>
                <c:pt idx="207">
                  <c:v>405</c:v>
                </c:pt>
                <c:pt idx="208">
                  <c:v>407</c:v>
                </c:pt>
                <c:pt idx="209">
                  <c:v>409</c:v>
                </c:pt>
                <c:pt idx="210">
                  <c:v>411</c:v>
                </c:pt>
                <c:pt idx="211">
                  <c:v>413</c:v>
                </c:pt>
                <c:pt idx="212">
                  <c:v>415</c:v>
                </c:pt>
                <c:pt idx="213">
                  <c:v>417</c:v>
                </c:pt>
                <c:pt idx="214">
                  <c:v>419</c:v>
                </c:pt>
                <c:pt idx="215">
                  <c:v>421</c:v>
                </c:pt>
                <c:pt idx="216">
                  <c:v>423</c:v>
                </c:pt>
                <c:pt idx="217">
                  <c:v>425</c:v>
                </c:pt>
                <c:pt idx="218">
                  <c:v>427</c:v>
                </c:pt>
                <c:pt idx="219">
                  <c:v>428</c:v>
                </c:pt>
                <c:pt idx="220">
                  <c:v>430</c:v>
                </c:pt>
                <c:pt idx="221">
                  <c:v>432</c:v>
                </c:pt>
                <c:pt idx="222">
                  <c:v>434</c:v>
                </c:pt>
                <c:pt idx="223">
                  <c:v>436</c:v>
                </c:pt>
                <c:pt idx="224">
                  <c:v>438</c:v>
                </c:pt>
                <c:pt idx="225">
                  <c:v>440</c:v>
                </c:pt>
                <c:pt idx="226">
                  <c:v>442</c:v>
                </c:pt>
                <c:pt idx="227">
                  <c:v>444</c:v>
                </c:pt>
                <c:pt idx="228">
                  <c:v>446</c:v>
                </c:pt>
                <c:pt idx="229">
                  <c:v>448</c:v>
                </c:pt>
                <c:pt idx="230">
                  <c:v>450</c:v>
                </c:pt>
                <c:pt idx="231">
                  <c:v>452</c:v>
                </c:pt>
                <c:pt idx="232">
                  <c:v>454</c:v>
                </c:pt>
                <c:pt idx="233">
                  <c:v>456</c:v>
                </c:pt>
                <c:pt idx="234">
                  <c:v>458</c:v>
                </c:pt>
                <c:pt idx="235">
                  <c:v>460</c:v>
                </c:pt>
                <c:pt idx="236">
                  <c:v>462</c:v>
                </c:pt>
                <c:pt idx="237">
                  <c:v>464</c:v>
                </c:pt>
                <c:pt idx="238">
                  <c:v>466</c:v>
                </c:pt>
                <c:pt idx="239">
                  <c:v>468</c:v>
                </c:pt>
                <c:pt idx="240">
                  <c:v>469</c:v>
                </c:pt>
                <c:pt idx="241">
                  <c:v>471</c:v>
                </c:pt>
                <c:pt idx="242">
                  <c:v>473</c:v>
                </c:pt>
                <c:pt idx="243">
                  <c:v>475</c:v>
                </c:pt>
                <c:pt idx="244">
                  <c:v>477</c:v>
                </c:pt>
                <c:pt idx="245">
                  <c:v>479</c:v>
                </c:pt>
                <c:pt idx="246">
                  <c:v>481</c:v>
                </c:pt>
                <c:pt idx="247">
                  <c:v>483</c:v>
                </c:pt>
                <c:pt idx="248">
                  <c:v>485</c:v>
                </c:pt>
                <c:pt idx="249">
                  <c:v>487</c:v>
                </c:pt>
                <c:pt idx="250">
                  <c:v>489</c:v>
                </c:pt>
                <c:pt idx="251">
                  <c:v>491</c:v>
                </c:pt>
                <c:pt idx="252">
                  <c:v>493</c:v>
                </c:pt>
                <c:pt idx="253">
                  <c:v>495</c:v>
                </c:pt>
                <c:pt idx="254">
                  <c:v>497</c:v>
                </c:pt>
                <c:pt idx="255">
                  <c:v>499</c:v>
                </c:pt>
                <c:pt idx="256">
                  <c:v>501</c:v>
                </c:pt>
                <c:pt idx="257">
                  <c:v>503</c:v>
                </c:pt>
                <c:pt idx="258">
                  <c:v>505</c:v>
                </c:pt>
                <c:pt idx="259">
                  <c:v>507</c:v>
                </c:pt>
                <c:pt idx="260">
                  <c:v>509</c:v>
                </c:pt>
                <c:pt idx="261">
                  <c:v>510</c:v>
                </c:pt>
                <c:pt idx="262">
                  <c:v>512</c:v>
                </c:pt>
                <c:pt idx="263">
                  <c:v>514</c:v>
                </c:pt>
                <c:pt idx="264">
                  <c:v>516</c:v>
                </c:pt>
                <c:pt idx="265">
                  <c:v>518</c:v>
                </c:pt>
                <c:pt idx="266">
                  <c:v>520</c:v>
                </c:pt>
                <c:pt idx="267">
                  <c:v>522</c:v>
                </c:pt>
                <c:pt idx="268">
                  <c:v>524</c:v>
                </c:pt>
                <c:pt idx="269">
                  <c:v>526</c:v>
                </c:pt>
                <c:pt idx="270">
                  <c:v>528</c:v>
                </c:pt>
                <c:pt idx="271">
                  <c:v>530</c:v>
                </c:pt>
                <c:pt idx="272">
                  <c:v>532</c:v>
                </c:pt>
                <c:pt idx="273">
                  <c:v>534</c:v>
                </c:pt>
                <c:pt idx="274">
                  <c:v>536</c:v>
                </c:pt>
                <c:pt idx="275">
                  <c:v>538</c:v>
                </c:pt>
                <c:pt idx="276">
                  <c:v>540</c:v>
                </c:pt>
                <c:pt idx="277">
                  <c:v>542</c:v>
                </c:pt>
                <c:pt idx="278">
                  <c:v>544</c:v>
                </c:pt>
                <c:pt idx="279">
                  <c:v>546</c:v>
                </c:pt>
                <c:pt idx="280">
                  <c:v>548</c:v>
                </c:pt>
                <c:pt idx="281">
                  <c:v>550</c:v>
                </c:pt>
                <c:pt idx="282">
                  <c:v>552</c:v>
                </c:pt>
                <c:pt idx="283">
                  <c:v>553</c:v>
                </c:pt>
                <c:pt idx="284">
                  <c:v>555</c:v>
                </c:pt>
                <c:pt idx="285">
                  <c:v>557</c:v>
                </c:pt>
                <c:pt idx="286">
                  <c:v>559</c:v>
                </c:pt>
                <c:pt idx="287">
                  <c:v>561</c:v>
                </c:pt>
                <c:pt idx="288">
                  <c:v>563</c:v>
                </c:pt>
                <c:pt idx="289">
                  <c:v>565</c:v>
                </c:pt>
                <c:pt idx="290">
                  <c:v>567</c:v>
                </c:pt>
                <c:pt idx="291">
                  <c:v>569</c:v>
                </c:pt>
                <c:pt idx="292">
                  <c:v>571</c:v>
                </c:pt>
                <c:pt idx="293">
                  <c:v>573</c:v>
                </c:pt>
                <c:pt idx="294">
                  <c:v>575</c:v>
                </c:pt>
                <c:pt idx="295">
                  <c:v>577</c:v>
                </c:pt>
                <c:pt idx="296">
                  <c:v>579</c:v>
                </c:pt>
                <c:pt idx="297">
                  <c:v>581</c:v>
                </c:pt>
                <c:pt idx="298">
                  <c:v>583</c:v>
                </c:pt>
                <c:pt idx="299">
                  <c:v>585</c:v>
                </c:pt>
                <c:pt idx="300">
                  <c:v>587</c:v>
                </c:pt>
                <c:pt idx="301">
                  <c:v>589</c:v>
                </c:pt>
                <c:pt idx="302">
                  <c:v>591</c:v>
                </c:pt>
                <c:pt idx="303">
                  <c:v>593</c:v>
                </c:pt>
                <c:pt idx="304">
                  <c:v>594</c:v>
                </c:pt>
                <c:pt idx="305">
                  <c:v>596</c:v>
                </c:pt>
                <c:pt idx="306">
                  <c:v>598</c:v>
                </c:pt>
                <c:pt idx="307">
                  <c:v>600</c:v>
                </c:pt>
                <c:pt idx="308">
                  <c:v>602</c:v>
                </c:pt>
                <c:pt idx="309">
                  <c:v>604</c:v>
                </c:pt>
                <c:pt idx="310">
                  <c:v>606</c:v>
                </c:pt>
                <c:pt idx="311">
                  <c:v>608</c:v>
                </c:pt>
                <c:pt idx="312">
                  <c:v>610</c:v>
                </c:pt>
                <c:pt idx="313">
                  <c:v>612</c:v>
                </c:pt>
                <c:pt idx="314">
                  <c:v>614</c:v>
                </c:pt>
                <c:pt idx="315">
                  <c:v>616</c:v>
                </c:pt>
                <c:pt idx="316">
                  <c:v>618</c:v>
                </c:pt>
                <c:pt idx="317">
                  <c:v>620</c:v>
                </c:pt>
                <c:pt idx="318">
                  <c:v>622</c:v>
                </c:pt>
                <c:pt idx="319">
                  <c:v>624</c:v>
                </c:pt>
                <c:pt idx="320">
                  <c:v>626</c:v>
                </c:pt>
                <c:pt idx="321">
                  <c:v>628</c:v>
                </c:pt>
                <c:pt idx="322">
                  <c:v>630</c:v>
                </c:pt>
                <c:pt idx="323">
                  <c:v>632</c:v>
                </c:pt>
                <c:pt idx="324">
                  <c:v>634</c:v>
                </c:pt>
                <c:pt idx="325">
                  <c:v>635</c:v>
                </c:pt>
                <c:pt idx="326">
                  <c:v>637</c:v>
                </c:pt>
                <c:pt idx="327">
                  <c:v>639</c:v>
                </c:pt>
                <c:pt idx="328">
                  <c:v>641</c:v>
                </c:pt>
                <c:pt idx="329">
                  <c:v>643</c:v>
                </c:pt>
                <c:pt idx="330">
                  <c:v>645</c:v>
                </c:pt>
                <c:pt idx="331">
                  <c:v>647</c:v>
                </c:pt>
                <c:pt idx="332">
                  <c:v>649</c:v>
                </c:pt>
                <c:pt idx="333">
                  <c:v>651</c:v>
                </c:pt>
                <c:pt idx="334">
                  <c:v>653</c:v>
                </c:pt>
                <c:pt idx="335">
                  <c:v>655</c:v>
                </c:pt>
                <c:pt idx="336">
                  <c:v>657</c:v>
                </c:pt>
                <c:pt idx="337">
                  <c:v>659</c:v>
                </c:pt>
                <c:pt idx="338">
                  <c:v>661</c:v>
                </c:pt>
                <c:pt idx="339">
                  <c:v>663</c:v>
                </c:pt>
                <c:pt idx="340">
                  <c:v>665</c:v>
                </c:pt>
                <c:pt idx="341">
                  <c:v>667</c:v>
                </c:pt>
                <c:pt idx="342">
                  <c:v>669</c:v>
                </c:pt>
                <c:pt idx="343">
                  <c:v>671</c:v>
                </c:pt>
                <c:pt idx="344">
                  <c:v>673</c:v>
                </c:pt>
                <c:pt idx="345">
                  <c:v>675</c:v>
                </c:pt>
                <c:pt idx="346">
                  <c:v>677</c:v>
                </c:pt>
                <c:pt idx="347">
                  <c:v>678</c:v>
                </c:pt>
                <c:pt idx="348">
                  <c:v>680</c:v>
                </c:pt>
                <c:pt idx="349">
                  <c:v>682</c:v>
                </c:pt>
                <c:pt idx="350">
                  <c:v>684</c:v>
                </c:pt>
                <c:pt idx="351">
                  <c:v>686</c:v>
                </c:pt>
                <c:pt idx="352">
                  <c:v>688</c:v>
                </c:pt>
                <c:pt idx="353">
                  <c:v>690</c:v>
                </c:pt>
                <c:pt idx="354">
                  <c:v>692</c:v>
                </c:pt>
                <c:pt idx="355">
                  <c:v>694</c:v>
                </c:pt>
                <c:pt idx="356">
                  <c:v>696</c:v>
                </c:pt>
                <c:pt idx="357">
                  <c:v>698</c:v>
                </c:pt>
                <c:pt idx="358">
                  <c:v>700</c:v>
                </c:pt>
                <c:pt idx="359">
                  <c:v>702</c:v>
                </c:pt>
                <c:pt idx="360">
                  <c:v>704</c:v>
                </c:pt>
                <c:pt idx="361">
                  <c:v>706</c:v>
                </c:pt>
                <c:pt idx="362">
                  <c:v>708</c:v>
                </c:pt>
                <c:pt idx="363">
                  <c:v>710</c:v>
                </c:pt>
                <c:pt idx="364">
                  <c:v>712</c:v>
                </c:pt>
                <c:pt idx="365">
                  <c:v>714</c:v>
                </c:pt>
                <c:pt idx="366">
                  <c:v>716</c:v>
                </c:pt>
                <c:pt idx="367">
                  <c:v>718</c:v>
                </c:pt>
                <c:pt idx="368">
                  <c:v>719</c:v>
                </c:pt>
                <c:pt idx="369">
                  <c:v>721</c:v>
                </c:pt>
                <c:pt idx="370">
                  <c:v>723</c:v>
                </c:pt>
                <c:pt idx="371">
                  <c:v>725</c:v>
                </c:pt>
                <c:pt idx="372">
                  <c:v>727</c:v>
                </c:pt>
                <c:pt idx="373">
                  <c:v>729</c:v>
                </c:pt>
                <c:pt idx="374">
                  <c:v>731</c:v>
                </c:pt>
                <c:pt idx="375">
                  <c:v>733</c:v>
                </c:pt>
                <c:pt idx="376">
                  <c:v>735</c:v>
                </c:pt>
                <c:pt idx="377">
                  <c:v>737</c:v>
                </c:pt>
                <c:pt idx="378">
                  <c:v>739</c:v>
                </c:pt>
                <c:pt idx="379">
                  <c:v>741</c:v>
                </c:pt>
                <c:pt idx="380">
                  <c:v>743</c:v>
                </c:pt>
                <c:pt idx="381">
                  <c:v>745</c:v>
                </c:pt>
                <c:pt idx="382">
                  <c:v>747</c:v>
                </c:pt>
                <c:pt idx="383">
                  <c:v>749</c:v>
                </c:pt>
                <c:pt idx="384">
                  <c:v>751</c:v>
                </c:pt>
                <c:pt idx="385">
                  <c:v>753</c:v>
                </c:pt>
                <c:pt idx="386">
                  <c:v>755</c:v>
                </c:pt>
                <c:pt idx="387">
                  <c:v>757</c:v>
                </c:pt>
                <c:pt idx="388">
                  <c:v>759</c:v>
                </c:pt>
                <c:pt idx="389">
                  <c:v>760</c:v>
                </c:pt>
                <c:pt idx="390">
                  <c:v>762</c:v>
                </c:pt>
                <c:pt idx="391">
                  <c:v>764</c:v>
                </c:pt>
                <c:pt idx="392">
                  <c:v>766</c:v>
                </c:pt>
                <c:pt idx="393">
                  <c:v>768</c:v>
                </c:pt>
                <c:pt idx="394">
                  <c:v>770</c:v>
                </c:pt>
                <c:pt idx="395">
                  <c:v>772</c:v>
                </c:pt>
                <c:pt idx="396">
                  <c:v>774</c:v>
                </c:pt>
                <c:pt idx="397">
                  <c:v>776</c:v>
                </c:pt>
                <c:pt idx="398">
                  <c:v>778</c:v>
                </c:pt>
                <c:pt idx="399">
                  <c:v>780</c:v>
                </c:pt>
                <c:pt idx="400">
                  <c:v>782</c:v>
                </c:pt>
                <c:pt idx="401">
                  <c:v>784</c:v>
                </c:pt>
                <c:pt idx="402">
                  <c:v>786</c:v>
                </c:pt>
                <c:pt idx="403">
                  <c:v>788</c:v>
                </c:pt>
                <c:pt idx="404">
                  <c:v>790</c:v>
                </c:pt>
                <c:pt idx="405">
                  <c:v>792</c:v>
                </c:pt>
                <c:pt idx="406">
                  <c:v>794</c:v>
                </c:pt>
                <c:pt idx="407">
                  <c:v>796</c:v>
                </c:pt>
                <c:pt idx="408">
                  <c:v>798</c:v>
                </c:pt>
              </c:numCache>
            </c:numRef>
          </c:xVal>
          <c:yVal>
            <c:numRef>
              <c:f>Sheet1!$B$2:$B$410</c:f>
              <c:numCache>
                <c:formatCode>General</c:formatCode>
                <c:ptCount val="409"/>
                <c:pt idx="0">
                  <c:v>0.55</c:v>
                </c:pt>
                <c:pt idx="1">
                  <c:v>1.81</c:v>
                </c:pt>
                <c:pt idx="2">
                  <c:v>0.33</c:v>
                </c:pt>
                <c:pt idx="3">
                  <c:v>4.61</c:v>
                </c:pt>
                <c:pt idx="4">
                  <c:v>4.31</c:v>
                </c:pt>
                <c:pt idx="5">
                  <c:v>0.97</c:v>
                </c:pt>
                <c:pt idx="6">
                  <c:v>0.95</c:v>
                </c:pt>
                <c:pt idx="7">
                  <c:v>2.03</c:v>
                </c:pt>
                <c:pt idx="8">
                  <c:v>1.21</c:v>
                </c:pt>
                <c:pt idx="9">
                  <c:v>1</c:v>
                </c:pt>
                <c:pt idx="10">
                  <c:v>1.83</c:v>
                </c:pt>
                <c:pt idx="11">
                  <c:v>1.95</c:v>
                </c:pt>
                <c:pt idx="12">
                  <c:v>1.49</c:v>
                </c:pt>
                <c:pt idx="13">
                  <c:v>1.6</c:v>
                </c:pt>
                <c:pt idx="14">
                  <c:v>1.17</c:v>
                </c:pt>
                <c:pt idx="15">
                  <c:v>1.31</c:v>
                </c:pt>
                <c:pt idx="16">
                  <c:v>5.73</c:v>
                </c:pt>
                <c:pt idx="17">
                  <c:v>4.8</c:v>
                </c:pt>
                <c:pt idx="18">
                  <c:v>1.4</c:v>
                </c:pt>
                <c:pt idx="19">
                  <c:v>1.06</c:v>
                </c:pt>
                <c:pt idx="20">
                  <c:v>0.72</c:v>
                </c:pt>
                <c:pt idx="21">
                  <c:v>1.57</c:v>
                </c:pt>
                <c:pt idx="22">
                  <c:v>1.63</c:v>
                </c:pt>
                <c:pt idx="23">
                  <c:v>1.51</c:v>
                </c:pt>
                <c:pt idx="24">
                  <c:v>1.39</c:v>
                </c:pt>
                <c:pt idx="25">
                  <c:v>2.01</c:v>
                </c:pt>
                <c:pt idx="26">
                  <c:v>0.83</c:v>
                </c:pt>
                <c:pt idx="27">
                  <c:v>2.37</c:v>
                </c:pt>
                <c:pt idx="28">
                  <c:v>1.21</c:v>
                </c:pt>
                <c:pt idx="29">
                  <c:v>1.27</c:v>
                </c:pt>
                <c:pt idx="30">
                  <c:v>1.19</c:v>
                </c:pt>
                <c:pt idx="31">
                  <c:v>1.25</c:v>
                </c:pt>
                <c:pt idx="32">
                  <c:v>1.36</c:v>
                </c:pt>
                <c:pt idx="33">
                  <c:v>1.66</c:v>
                </c:pt>
                <c:pt idx="34">
                  <c:v>2.03</c:v>
                </c:pt>
                <c:pt idx="35">
                  <c:v>1</c:v>
                </c:pt>
                <c:pt idx="36">
                  <c:v>1</c:v>
                </c:pt>
                <c:pt idx="37">
                  <c:v>0.85</c:v>
                </c:pt>
                <c:pt idx="38">
                  <c:v>1.25</c:v>
                </c:pt>
                <c:pt idx="39">
                  <c:v>1.36</c:v>
                </c:pt>
                <c:pt idx="40">
                  <c:v>1.63</c:v>
                </c:pt>
                <c:pt idx="41">
                  <c:v>0.7</c:v>
                </c:pt>
                <c:pt idx="42">
                  <c:v>2.27</c:v>
                </c:pt>
                <c:pt idx="43">
                  <c:v>2.7</c:v>
                </c:pt>
                <c:pt idx="44">
                  <c:v>2.44</c:v>
                </c:pt>
                <c:pt idx="45">
                  <c:v>1.67</c:v>
                </c:pt>
                <c:pt idx="46">
                  <c:v>0.94</c:v>
                </c:pt>
                <c:pt idx="47">
                  <c:v>1.4</c:v>
                </c:pt>
                <c:pt idx="48">
                  <c:v>1.08</c:v>
                </c:pt>
                <c:pt idx="49">
                  <c:v>1.8</c:v>
                </c:pt>
                <c:pt idx="50">
                  <c:v>1.42</c:v>
                </c:pt>
                <c:pt idx="51">
                  <c:v>0.74</c:v>
                </c:pt>
                <c:pt idx="52">
                  <c:v>1.02</c:v>
                </c:pt>
                <c:pt idx="53">
                  <c:v>2.91</c:v>
                </c:pt>
                <c:pt idx="54">
                  <c:v>2.85</c:v>
                </c:pt>
                <c:pt idx="55">
                  <c:v>1.54</c:v>
                </c:pt>
                <c:pt idx="56">
                  <c:v>2.16</c:v>
                </c:pt>
                <c:pt idx="57">
                  <c:v>0.74</c:v>
                </c:pt>
                <c:pt idx="58">
                  <c:v>0.88</c:v>
                </c:pt>
                <c:pt idx="59">
                  <c:v>1.23</c:v>
                </c:pt>
                <c:pt idx="60">
                  <c:v>0.66</c:v>
                </c:pt>
                <c:pt idx="61">
                  <c:v>1.53</c:v>
                </c:pt>
                <c:pt idx="62">
                  <c:v>1.52</c:v>
                </c:pt>
                <c:pt idx="63">
                  <c:v>1.99</c:v>
                </c:pt>
                <c:pt idx="64">
                  <c:v>1.86</c:v>
                </c:pt>
                <c:pt idx="65">
                  <c:v>0.9</c:v>
                </c:pt>
                <c:pt idx="66">
                  <c:v>1.57</c:v>
                </c:pt>
                <c:pt idx="67">
                  <c:v>1.69</c:v>
                </c:pt>
                <c:pt idx="68">
                  <c:v>1.28</c:v>
                </c:pt>
                <c:pt idx="69">
                  <c:v>1.7</c:v>
                </c:pt>
                <c:pt idx="70">
                  <c:v>1</c:v>
                </c:pt>
                <c:pt idx="71">
                  <c:v>1.67</c:v>
                </c:pt>
                <c:pt idx="72">
                  <c:v>1.71</c:v>
                </c:pt>
                <c:pt idx="73">
                  <c:v>1.01</c:v>
                </c:pt>
                <c:pt idx="74">
                  <c:v>0.6</c:v>
                </c:pt>
                <c:pt idx="75">
                  <c:v>1.57</c:v>
                </c:pt>
                <c:pt idx="76">
                  <c:v>1.7</c:v>
                </c:pt>
                <c:pt idx="77">
                  <c:v>1.69</c:v>
                </c:pt>
                <c:pt idx="78">
                  <c:v>2.75</c:v>
                </c:pt>
                <c:pt idx="79">
                  <c:v>1.31</c:v>
                </c:pt>
                <c:pt idx="80">
                  <c:v>0.25</c:v>
                </c:pt>
                <c:pt idx="81">
                  <c:v>1.25</c:v>
                </c:pt>
                <c:pt idx="82">
                  <c:v>1.65</c:v>
                </c:pt>
                <c:pt idx="83">
                  <c:v>2.02</c:v>
                </c:pt>
                <c:pt idx="84">
                  <c:v>1.28</c:v>
                </c:pt>
                <c:pt idx="85">
                  <c:v>1.63</c:v>
                </c:pt>
                <c:pt idx="86">
                  <c:v>1.28</c:v>
                </c:pt>
                <c:pt idx="87">
                  <c:v>1.09</c:v>
                </c:pt>
                <c:pt idx="88">
                  <c:v>1.19</c:v>
                </c:pt>
                <c:pt idx="89">
                  <c:v>0.72</c:v>
                </c:pt>
                <c:pt idx="90">
                  <c:v>1.3</c:v>
                </c:pt>
                <c:pt idx="91">
                  <c:v>1.33</c:v>
                </c:pt>
                <c:pt idx="92">
                  <c:v>1.07</c:v>
                </c:pt>
                <c:pt idx="93">
                  <c:v>1.64</c:v>
                </c:pt>
                <c:pt idx="94">
                  <c:v>1.75</c:v>
                </c:pt>
                <c:pt idx="95">
                  <c:v>1.9</c:v>
                </c:pt>
                <c:pt idx="96">
                  <c:v>0.61</c:v>
                </c:pt>
                <c:pt idx="97">
                  <c:v>0.73</c:v>
                </c:pt>
                <c:pt idx="98">
                  <c:v>1.09</c:v>
                </c:pt>
                <c:pt idx="99">
                  <c:v>1.07</c:v>
                </c:pt>
                <c:pt idx="100">
                  <c:v>1.17</c:v>
                </c:pt>
                <c:pt idx="101">
                  <c:v>1.27</c:v>
                </c:pt>
                <c:pt idx="102">
                  <c:v>1.71</c:v>
                </c:pt>
                <c:pt idx="103">
                  <c:v>1.84</c:v>
                </c:pt>
                <c:pt idx="104">
                  <c:v>0.91</c:v>
                </c:pt>
                <c:pt idx="105">
                  <c:v>3.03</c:v>
                </c:pt>
                <c:pt idx="106">
                  <c:v>2.79</c:v>
                </c:pt>
                <c:pt idx="107">
                  <c:v>1.04</c:v>
                </c:pt>
                <c:pt idx="108">
                  <c:v>1.44</c:v>
                </c:pt>
                <c:pt idx="109">
                  <c:v>1.46</c:v>
                </c:pt>
                <c:pt idx="110">
                  <c:v>1</c:v>
                </c:pt>
                <c:pt idx="111">
                  <c:v>1.18</c:v>
                </c:pt>
                <c:pt idx="112">
                  <c:v>1.54</c:v>
                </c:pt>
                <c:pt idx="113">
                  <c:v>1.52</c:v>
                </c:pt>
                <c:pt idx="114">
                  <c:v>0.99</c:v>
                </c:pt>
                <c:pt idx="115">
                  <c:v>0.67</c:v>
                </c:pt>
                <c:pt idx="116">
                  <c:v>1.25</c:v>
                </c:pt>
                <c:pt idx="117">
                  <c:v>1.52</c:v>
                </c:pt>
                <c:pt idx="118">
                  <c:v>1.6</c:v>
                </c:pt>
                <c:pt idx="119">
                  <c:v>1.06</c:v>
                </c:pt>
                <c:pt idx="120">
                  <c:v>0.97</c:v>
                </c:pt>
                <c:pt idx="121">
                  <c:v>1.1</c:v>
                </c:pt>
                <c:pt idx="122">
                  <c:v>1.45</c:v>
                </c:pt>
                <c:pt idx="123">
                  <c:v>0.72</c:v>
                </c:pt>
                <c:pt idx="124">
                  <c:v>1.27</c:v>
                </c:pt>
                <c:pt idx="125">
                  <c:v>1.97</c:v>
                </c:pt>
                <c:pt idx="126">
                  <c:v>1.38</c:v>
                </c:pt>
                <c:pt idx="127">
                  <c:v>1.19</c:v>
                </c:pt>
                <c:pt idx="128">
                  <c:v>0.68</c:v>
                </c:pt>
                <c:pt idx="129">
                  <c:v>0.98</c:v>
                </c:pt>
                <c:pt idx="130">
                  <c:v>1</c:v>
                </c:pt>
                <c:pt idx="131">
                  <c:v>1.42</c:v>
                </c:pt>
                <c:pt idx="132">
                  <c:v>1.17</c:v>
                </c:pt>
                <c:pt idx="133">
                  <c:v>1.39</c:v>
                </c:pt>
                <c:pt idx="134">
                  <c:v>1.46</c:v>
                </c:pt>
                <c:pt idx="135">
                  <c:v>1.04</c:v>
                </c:pt>
                <c:pt idx="136">
                  <c:v>1.67</c:v>
                </c:pt>
                <c:pt idx="137">
                  <c:v>1.68</c:v>
                </c:pt>
                <c:pt idx="138">
                  <c:v>1.01</c:v>
                </c:pt>
                <c:pt idx="139">
                  <c:v>1.22</c:v>
                </c:pt>
                <c:pt idx="140">
                  <c:v>1.25</c:v>
                </c:pt>
                <c:pt idx="141">
                  <c:v>0.5</c:v>
                </c:pt>
                <c:pt idx="142">
                  <c:v>0.65</c:v>
                </c:pt>
                <c:pt idx="143">
                  <c:v>2.24</c:v>
                </c:pt>
                <c:pt idx="144">
                  <c:v>1.78</c:v>
                </c:pt>
                <c:pt idx="145">
                  <c:v>1.08</c:v>
                </c:pt>
                <c:pt idx="146">
                  <c:v>1.55</c:v>
                </c:pt>
                <c:pt idx="147">
                  <c:v>0.88</c:v>
                </c:pt>
                <c:pt idx="148">
                  <c:v>0.74</c:v>
                </c:pt>
                <c:pt idx="149">
                  <c:v>1.56</c:v>
                </c:pt>
                <c:pt idx="150">
                  <c:v>1.83</c:v>
                </c:pt>
                <c:pt idx="151">
                  <c:v>1.23</c:v>
                </c:pt>
                <c:pt idx="152">
                  <c:v>0.84</c:v>
                </c:pt>
                <c:pt idx="153">
                  <c:v>1.78</c:v>
                </c:pt>
                <c:pt idx="154">
                  <c:v>0.84</c:v>
                </c:pt>
                <c:pt idx="155">
                  <c:v>1.51</c:v>
                </c:pt>
                <c:pt idx="156">
                  <c:v>1.1</c:v>
                </c:pt>
                <c:pt idx="157">
                  <c:v>1.69</c:v>
                </c:pt>
                <c:pt idx="158">
                  <c:v>0.31</c:v>
                </c:pt>
                <c:pt idx="159">
                  <c:v>0.95</c:v>
                </c:pt>
                <c:pt idx="160">
                  <c:v>1.79</c:v>
                </c:pt>
                <c:pt idx="161">
                  <c:v>2.16</c:v>
                </c:pt>
                <c:pt idx="162">
                  <c:v>1.19</c:v>
                </c:pt>
                <c:pt idx="163">
                  <c:v>1.38</c:v>
                </c:pt>
                <c:pt idx="164">
                  <c:v>2.04</c:v>
                </c:pt>
                <c:pt idx="165">
                  <c:v>1.85</c:v>
                </c:pt>
                <c:pt idx="166">
                  <c:v>0.67</c:v>
                </c:pt>
                <c:pt idx="167">
                  <c:v>1.33</c:v>
                </c:pt>
                <c:pt idx="168">
                  <c:v>1.35</c:v>
                </c:pt>
                <c:pt idx="169">
                  <c:v>0.87</c:v>
                </c:pt>
                <c:pt idx="170">
                  <c:v>1.67</c:v>
                </c:pt>
                <c:pt idx="171">
                  <c:v>1.53</c:v>
                </c:pt>
                <c:pt idx="172">
                  <c:v>1.5</c:v>
                </c:pt>
                <c:pt idx="173">
                  <c:v>1.29</c:v>
                </c:pt>
                <c:pt idx="174">
                  <c:v>1.19</c:v>
                </c:pt>
                <c:pt idx="175">
                  <c:v>1.71</c:v>
                </c:pt>
                <c:pt idx="176">
                  <c:v>1.34</c:v>
                </c:pt>
                <c:pt idx="177">
                  <c:v>0.89</c:v>
                </c:pt>
                <c:pt idx="178">
                  <c:v>1.74</c:v>
                </c:pt>
                <c:pt idx="179">
                  <c:v>2.23</c:v>
                </c:pt>
                <c:pt idx="180">
                  <c:v>0.87</c:v>
                </c:pt>
                <c:pt idx="181">
                  <c:v>1.46</c:v>
                </c:pt>
                <c:pt idx="182">
                  <c:v>1.36</c:v>
                </c:pt>
                <c:pt idx="183">
                  <c:v>0.85</c:v>
                </c:pt>
                <c:pt idx="184">
                  <c:v>1.24</c:v>
                </c:pt>
                <c:pt idx="185">
                  <c:v>1.67</c:v>
                </c:pt>
                <c:pt idx="186">
                  <c:v>0.53</c:v>
                </c:pt>
                <c:pt idx="187">
                  <c:v>0.78</c:v>
                </c:pt>
                <c:pt idx="188">
                  <c:v>1.54</c:v>
                </c:pt>
                <c:pt idx="189">
                  <c:v>2.35</c:v>
                </c:pt>
                <c:pt idx="190">
                  <c:v>1.41</c:v>
                </c:pt>
                <c:pt idx="191">
                  <c:v>0.72</c:v>
                </c:pt>
                <c:pt idx="192">
                  <c:v>1.7</c:v>
                </c:pt>
                <c:pt idx="193">
                  <c:v>1</c:v>
                </c:pt>
                <c:pt idx="194">
                  <c:v>0.9</c:v>
                </c:pt>
                <c:pt idx="195">
                  <c:v>2.09</c:v>
                </c:pt>
                <c:pt idx="196">
                  <c:v>1.28</c:v>
                </c:pt>
                <c:pt idx="197">
                  <c:v>1.01</c:v>
                </c:pt>
                <c:pt idx="198">
                  <c:v>1.11</c:v>
                </c:pt>
                <c:pt idx="199">
                  <c:v>1.27</c:v>
                </c:pt>
                <c:pt idx="200">
                  <c:v>0.94</c:v>
                </c:pt>
                <c:pt idx="201">
                  <c:v>1.23</c:v>
                </c:pt>
                <c:pt idx="202">
                  <c:v>1.27</c:v>
                </c:pt>
                <c:pt idx="203">
                  <c:v>1.94</c:v>
                </c:pt>
                <c:pt idx="204">
                  <c:v>2.3</c:v>
                </c:pt>
                <c:pt idx="205">
                  <c:v>1.81</c:v>
                </c:pt>
                <c:pt idx="206">
                  <c:v>1.69</c:v>
                </c:pt>
                <c:pt idx="207">
                  <c:v>0.89</c:v>
                </c:pt>
                <c:pt idx="208">
                  <c:v>0.64</c:v>
                </c:pt>
                <c:pt idx="209">
                  <c:v>1.14</c:v>
                </c:pt>
                <c:pt idx="210">
                  <c:v>0.76</c:v>
                </c:pt>
                <c:pt idx="211">
                  <c:v>1.47</c:v>
                </c:pt>
                <c:pt idx="212">
                  <c:v>1.7</c:v>
                </c:pt>
                <c:pt idx="213">
                  <c:v>2.26</c:v>
                </c:pt>
                <c:pt idx="214">
                  <c:v>1.49</c:v>
                </c:pt>
                <c:pt idx="215">
                  <c:v>1</c:v>
                </c:pt>
                <c:pt idx="216">
                  <c:v>1.44</c:v>
                </c:pt>
                <c:pt idx="217">
                  <c:v>1.54</c:v>
                </c:pt>
                <c:pt idx="218">
                  <c:v>1.36</c:v>
                </c:pt>
                <c:pt idx="219">
                  <c:v>1.61</c:v>
                </c:pt>
                <c:pt idx="220">
                  <c:v>0.74</c:v>
                </c:pt>
                <c:pt idx="221">
                  <c:v>1.54</c:v>
                </c:pt>
                <c:pt idx="222">
                  <c:v>1.2</c:v>
                </c:pt>
                <c:pt idx="223">
                  <c:v>1.32</c:v>
                </c:pt>
                <c:pt idx="224">
                  <c:v>1.03</c:v>
                </c:pt>
                <c:pt idx="225">
                  <c:v>0.8</c:v>
                </c:pt>
                <c:pt idx="226">
                  <c:v>1.26</c:v>
                </c:pt>
                <c:pt idx="227">
                  <c:v>1.34</c:v>
                </c:pt>
                <c:pt idx="228">
                  <c:v>1.68</c:v>
                </c:pt>
                <c:pt idx="229">
                  <c:v>1.4</c:v>
                </c:pt>
                <c:pt idx="230">
                  <c:v>1.66</c:v>
                </c:pt>
                <c:pt idx="231">
                  <c:v>1.48</c:v>
                </c:pt>
                <c:pt idx="232">
                  <c:v>0.71</c:v>
                </c:pt>
                <c:pt idx="233">
                  <c:v>1.53</c:v>
                </c:pt>
                <c:pt idx="234">
                  <c:v>1.49</c:v>
                </c:pt>
                <c:pt idx="235">
                  <c:v>0.67</c:v>
                </c:pt>
                <c:pt idx="236">
                  <c:v>2.08</c:v>
                </c:pt>
                <c:pt idx="237">
                  <c:v>2.36</c:v>
                </c:pt>
                <c:pt idx="238">
                  <c:v>0.71</c:v>
                </c:pt>
                <c:pt idx="239">
                  <c:v>1.09</c:v>
                </c:pt>
                <c:pt idx="240">
                  <c:v>1.21</c:v>
                </c:pt>
                <c:pt idx="241">
                  <c:v>1.28</c:v>
                </c:pt>
                <c:pt idx="242">
                  <c:v>1.16</c:v>
                </c:pt>
                <c:pt idx="243">
                  <c:v>1.26</c:v>
                </c:pt>
                <c:pt idx="244">
                  <c:v>1.38</c:v>
                </c:pt>
                <c:pt idx="245">
                  <c:v>1.65</c:v>
                </c:pt>
                <c:pt idx="246">
                  <c:v>1.43</c:v>
                </c:pt>
                <c:pt idx="247">
                  <c:v>1.04</c:v>
                </c:pt>
                <c:pt idx="248">
                  <c:v>1.1</c:v>
                </c:pt>
                <c:pt idx="249">
                  <c:v>0.73</c:v>
                </c:pt>
                <c:pt idx="250">
                  <c:v>1.41</c:v>
                </c:pt>
                <c:pt idx="251">
                  <c:v>1.07</c:v>
                </c:pt>
                <c:pt idx="252">
                  <c:v>1.83</c:v>
                </c:pt>
                <c:pt idx="253">
                  <c:v>1.06</c:v>
                </c:pt>
                <c:pt idx="254">
                  <c:v>1.35</c:v>
                </c:pt>
                <c:pt idx="255">
                  <c:v>1.01</c:v>
                </c:pt>
                <c:pt idx="256">
                  <c:v>1.41</c:v>
                </c:pt>
                <c:pt idx="257">
                  <c:v>1.12</c:v>
                </c:pt>
                <c:pt idx="258">
                  <c:v>1.95</c:v>
                </c:pt>
                <c:pt idx="259">
                  <c:v>2.34</c:v>
                </c:pt>
                <c:pt idx="260">
                  <c:v>1.97</c:v>
                </c:pt>
                <c:pt idx="261">
                  <c:v>2.81</c:v>
                </c:pt>
                <c:pt idx="262">
                  <c:v>1.03</c:v>
                </c:pt>
                <c:pt idx="263">
                  <c:v>0.78</c:v>
                </c:pt>
                <c:pt idx="264">
                  <c:v>0.8</c:v>
                </c:pt>
                <c:pt idx="265">
                  <c:v>1.13</c:v>
                </c:pt>
                <c:pt idx="266">
                  <c:v>1.42</c:v>
                </c:pt>
                <c:pt idx="267">
                  <c:v>1.75</c:v>
                </c:pt>
                <c:pt idx="268">
                  <c:v>1.52</c:v>
                </c:pt>
                <c:pt idx="269">
                  <c:v>1.69</c:v>
                </c:pt>
                <c:pt idx="270">
                  <c:v>1.32</c:v>
                </c:pt>
                <c:pt idx="271">
                  <c:v>0.8</c:v>
                </c:pt>
                <c:pt idx="272">
                  <c:v>1</c:v>
                </c:pt>
                <c:pt idx="273">
                  <c:v>1.09</c:v>
                </c:pt>
                <c:pt idx="274">
                  <c:v>1</c:v>
                </c:pt>
                <c:pt idx="275">
                  <c:v>1.11</c:v>
                </c:pt>
                <c:pt idx="276">
                  <c:v>1.12</c:v>
                </c:pt>
                <c:pt idx="277">
                  <c:v>1.48</c:v>
                </c:pt>
                <c:pt idx="278">
                  <c:v>2.28</c:v>
                </c:pt>
                <c:pt idx="279">
                  <c:v>1.22</c:v>
                </c:pt>
                <c:pt idx="280">
                  <c:v>1.95</c:v>
                </c:pt>
                <c:pt idx="281">
                  <c:v>2.1</c:v>
                </c:pt>
                <c:pt idx="282">
                  <c:v>1.69</c:v>
                </c:pt>
                <c:pt idx="283">
                  <c:v>1.1</c:v>
                </c:pt>
                <c:pt idx="284">
                  <c:v>1.49</c:v>
                </c:pt>
                <c:pt idx="285">
                  <c:v>1.39</c:v>
                </c:pt>
                <c:pt idx="286">
                  <c:v>1.38</c:v>
                </c:pt>
                <c:pt idx="287">
                  <c:v>1.09</c:v>
                </c:pt>
                <c:pt idx="288">
                  <c:v>1.33</c:v>
                </c:pt>
                <c:pt idx="289">
                  <c:v>1.91</c:v>
                </c:pt>
                <c:pt idx="290">
                  <c:v>1.82</c:v>
                </c:pt>
                <c:pt idx="291">
                  <c:v>0.66</c:v>
                </c:pt>
                <c:pt idx="292">
                  <c:v>1.67</c:v>
                </c:pt>
                <c:pt idx="293">
                  <c:v>1.3</c:v>
                </c:pt>
                <c:pt idx="294">
                  <c:v>1.23</c:v>
                </c:pt>
                <c:pt idx="295">
                  <c:v>1.75</c:v>
                </c:pt>
                <c:pt idx="296">
                  <c:v>1.32</c:v>
                </c:pt>
                <c:pt idx="297">
                  <c:v>0.97</c:v>
                </c:pt>
                <c:pt idx="298">
                  <c:v>1.08</c:v>
                </c:pt>
                <c:pt idx="299">
                  <c:v>1.48</c:v>
                </c:pt>
                <c:pt idx="300">
                  <c:v>1.48</c:v>
                </c:pt>
                <c:pt idx="301">
                  <c:v>1.31</c:v>
                </c:pt>
                <c:pt idx="302">
                  <c:v>1.56</c:v>
                </c:pt>
                <c:pt idx="303">
                  <c:v>1.49</c:v>
                </c:pt>
                <c:pt idx="304">
                  <c:v>0.91</c:v>
                </c:pt>
                <c:pt idx="305">
                  <c:v>1.05</c:v>
                </c:pt>
                <c:pt idx="306">
                  <c:v>1.15</c:v>
                </c:pt>
                <c:pt idx="307">
                  <c:v>1.18</c:v>
                </c:pt>
                <c:pt idx="308">
                  <c:v>1.48</c:v>
                </c:pt>
                <c:pt idx="309">
                  <c:v>2.62</c:v>
                </c:pt>
                <c:pt idx="310">
                  <c:v>0.73</c:v>
                </c:pt>
                <c:pt idx="311">
                  <c:v>1.14</c:v>
                </c:pt>
                <c:pt idx="312">
                  <c:v>0.5</c:v>
                </c:pt>
                <c:pt idx="313">
                  <c:v>1.09</c:v>
                </c:pt>
                <c:pt idx="314">
                  <c:v>1.01</c:v>
                </c:pt>
                <c:pt idx="315">
                  <c:v>1.18</c:v>
                </c:pt>
                <c:pt idx="316">
                  <c:v>1.03</c:v>
                </c:pt>
                <c:pt idx="317">
                  <c:v>2.28</c:v>
                </c:pt>
                <c:pt idx="318">
                  <c:v>1.31</c:v>
                </c:pt>
                <c:pt idx="319">
                  <c:v>1.33</c:v>
                </c:pt>
                <c:pt idx="320">
                  <c:v>1.12</c:v>
                </c:pt>
                <c:pt idx="321">
                  <c:v>1.27</c:v>
                </c:pt>
                <c:pt idx="322">
                  <c:v>1.32</c:v>
                </c:pt>
                <c:pt idx="323">
                  <c:v>1.31</c:v>
                </c:pt>
                <c:pt idx="324">
                  <c:v>0.85</c:v>
                </c:pt>
                <c:pt idx="325">
                  <c:v>0.88</c:v>
                </c:pt>
                <c:pt idx="326">
                  <c:v>0.9</c:v>
                </c:pt>
                <c:pt idx="327">
                  <c:v>1.15</c:v>
                </c:pt>
                <c:pt idx="328">
                  <c:v>1.56</c:v>
                </c:pt>
                <c:pt idx="329">
                  <c:v>1.6</c:v>
                </c:pt>
                <c:pt idx="330">
                  <c:v>1.08</c:v>
                </c:pt>
                <c:pt idx="331">
                  <c:v>1.01</c:v>
                </c:pt>
                <c:pt idx="332">
                  <c:v>1.22</c:v>
                </c:pt>
                <c:pt idx="333">
                  <c:v>1.34</c:v>
                </c:pt>
                <c:pt idx="334">
                  <c:v>1.87</c:v>
                </c:pt>
                <c:pt idx="335">
                  <c:v>1.8</c:v>
                </c:pt>
                <c:pt idx="336">
                  <c:v>1.76</c:v>
                </c:pt>
                <c:pt idx="337">
                  <c:v>1.51</c:v>
                </c:pt>
                <c:pt idx="338">
                  <c:v>2.08</c:v>
                </c:pt>
                <c:pt idx="339">
                  <c:v>0.65</c:v>
                </c:pt>
                <c:pt idx="340">
                  <c:v>0.66</c:v>
                </c:pt>
                <c:pt idx="341">
                  <c:v>1.09</c:v>
                </c:pt>
                <c:pt idx="342">
                  <c:v>0.92</c:v>
                </c:pt>
                <c:pt idx="343">
                  <c:v>2.89</c:v>
                </c:pt>
                <c:pt idx="344">
                  <c:v>3.24</c:v>
                </c:pt>
                <c:pt idx="345">
                  <c:v>1</c:v>
                </c:pt>
                <c:pt idx="346">
                  <c:v>1.25</c:v>
                </c:pt>
                <c:pt idx="347">
                  <c:v>2.05</c:v>
                </c:pt>
                <c:pt idx="348">
                  <c:v>2.08</c:v>
                </c:pt>
                <c:pt idx="349">
                  <c:v>1.74</c:v>
                </c:pt>
                <c:pt idx="350">
                  <c:v>1.64</c:v>
                </c:pt>
                <c:pt idx="351">
                  <c:v>1.19</c:v>
                </c:pt>
                <c:pt idx="352">
                  <c:v>0.96</c:v>
                </c:pt>
                <c:pt idx="353">
                  <c:v>0.92</c:v>
                </c:pt>
                <c:pt idx="354">
                  <c:v>0.46</c:v>
                </c:pt>
                <c:pt idx="355">
                  <c:v>1.65</c:v>
                </c:pt>
                <c:pt idx="356">
                  <c:v>1.8</c:v>
                </c:pt>
                <c:pt idx="357">
                  <c:v>1.34</c:v>
                </c:pt>
                <c:pt idx="358">
                  <c:v>0.84</c:v>
                </c:pt>
                <c:pt idx="359">
                  <c:v>0.62</c:v>
                </c:pt>
                <c:pt idx="360">
                  <c:v>1.41</c:v>
                </c:pt>
                <c:pt idx="361">
                  <c:v>1.67</c:v>
                </c:pt>
                <c:pt idx="362">
                  <c:v>1.77</c:v>
                </c:pt>
                <c:pt idx="363">
                  <c:v>1.23</c:v>
                </c:pt>
                <c:pt idx="364">
                  <c:v>1.82</c:v>
                </c:pt>
                <c:pt idx="365">
                  <c:v>1.25</c:v>
                </c:pt>
                <c:pt idx="366">
                  <c:v>0.46</c:v>
                </c:pt>
                <c:pt idx="367">
                  <c:v>1.65</c:v>
                </c:pt>
                <c:pt idx="368">
                  <c:v>1.43</c:v>
                </c:pt>
                <c:pt idx="369">
                  <c:v>0.7</c:v>
                </c:pt>
                <c:pt idx="370">
                  <c:v>2.33</c:v>
                </c:pt>
                <c:pt idx="371">
                  <c:v>2.02</c:v>
                </c:pt>
                <c:pt idx="372">
                  <c:v>1.67</c:v>
                </c:pt>
                <c:pt idx="373">
                  <c:v>3.03</c:v>
                </c:pt>
                <c:pt idx="374">
                  <c:v>2.42</c:v>
                </c:pt>
                <c:pt idx="375">
                  <c:v>1</c:v>
                </c:pt>
                <c:pt idx="376">
                  <c:v>0.87</c:v>
                </c:pt>
                <c:pt idx="377">
                  <c:v>0.76</c:v>
                </c:pt>
                <c:pt idx="378">
                  <c:v>0.95</c:v>
                </c:pt>
                <c:pt idx="379">
                  <c:v>1.5</c:v>
                </c:pt>
                <c:pt idx="380">
                  <c:v>2.4</c:v>
                </c:pt>
                <c:pt idx="381">
                  <c:v>2.61</c:v>
                </c:pt>
                <c:pt idx="382">
                  <c:v>1.33</c:v>
                </c:pt>
                <c:pt idx="383">
                  <c:v>0.74</c:v>
                </c:pt>
                <c:pt idx="384">
                  <c:v>0.58</c:v>
                </c:pt>
                <c:pt idx="385">
                  <c:v>1.84</c:v>
                </c:pt>
                <c:pt idx="386">
                  <c:v>1.87</c:v>
                </c:pt>
                <c:pt idx="387">
                  <c:v>1.43</c:v>
                </c:pt>
                <c:pt idx="388">
                  <c:v>1.39</c:v>
                </c:pt>
                <c:pt idx="389">
                  <c:v>1</c:v>
                </c:pt>
                <c:pt idx="390">
                  <c:v>1.19</c:v>
                </c:pt>
                <c:pt idx="391">
                  <c:v>1.01</c:v>
                </c:pt>
                <c:pt idx="392">
                  <c:v>1.18</c:v>
                </c:pt>
                <c:pt idx="393">
                  <c:v>1.27</c:v>
                </c:pt>
                <c:pt idx="394">
                  <c:v>2.23</c:v>
                </c:pt>
                <c:pt idx="395">
                  <c:v>1.22</c:v>
                </c:pt>
                <c:pt idx="396">
                  <c:v>0.78</c:v>
                </c:pt>
                <c:pt idx="397">
                  <c:v>0.76</c:v>
                </c:pt>
                <c:pt idx="398">
                  <c:v>2.07</c:v>
                </c:pt>
                <c:pt idx="399">
                  <c:v>0.79</c:v>
                </c:pt>
                <c:pt idx="400">
                  <c:v>1.15</c:v>
                </c:pt>
                <c:pt idx="401">
                  <c:v>1.21</c:v>
                </c:pt>
                <c:pt idx="402">
                  <c:v>1.42</c:v>
                </c:pt>
                <c:pt idx="403">
                  <c:v>0.59</c:v>
                </c:pt>
                <c:pt idx="404">
                  <c:v>1.36</c:v>
                </c:pt>
                <c:pt idx="405">
                  <c:v>1.7</c:v>
                </c:pt>
                <c:pt idx="406">
                  <c:v>1.22</c:v>
                </c:pt>
                <c:pt idx="407">
                  <c:v>1.51</c:v>
                </c:pt>
                <c:pt idx="408">
                  <c:v>1.37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Failing (20 h before end)</c:v>
                </c:pt>
              </c:strCache>
            </c:strRef>
          </c:tx>
          <c:spPr>
            <a:solidFill>
              <a:srgbClr val="F26B4F"/>
            </a:solidFill>
            <a:ln w="19050" cap="flat">
              <a:solidFill>
                <a:srgbClr val="F26B4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26B4F"/>
              </a:solidFill>
              <a:ln w="9525" cap="flat">
                <a:solidFill>
                  <a:srgbClr val="F26B4F"/>
                </a:solidFill>
                <a:prstDash val="solid"/>
                <a:round/>
              </a:ln>
              <a:effectLst/>
            </c:spPr>
          </c:marker>
          <c:xVal>
            <c:numRef>
              <c:f>Sheet1!$A$2:$A$410</c:f>
              <c:numCache>
                <c:formatCode>General</c:formatCode>
                <c:ptCount val="409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53</c:v>
                </c:pt>
                <c:pt idx="28">
                  <c:v>55</c:v>
                </c:pt>
                <c:pt idx="29">
                  <c:v>57</c:v>
                </c:pt>
                <c:pt idx="30">
                  <c:v>59</c:v>
                </c:pt>
                <c:pt idx="31">
                  <c:v>61</c:v>
                </c:pt>
                <c:pt idx="32">
                  <c:v>63</c:v>
                </c:pt>
                <c:pt idx="33">
                  <c:v>65</c:v>
                </c:pt>
                <c:pt idx="34">
                  <c:v>67</c:v>
                </c:pt>
                <c:pt idx="35">
                  <c:v>69</c:v>
                </c:pt>
                <c:pt idx="36">
                  <c:v>71</c:v>
                </c:pt>
                <c:pt idx="37">
                  <c:v>73</c:v>
                </c:pt>
                <c:pt idx="38">
                  <c:v>75</c:v>
                </c:pt>
                <c:pt idx="39">
                  <c:v>77</c:v>
                </c:pt>
                <c:pt idx="40">
                  <c:v>79</c:v>
                </c:pt>
                <c:pt idx="41">
                  <c:v>81</c:v>
                </c:pt>
                <c:pt idx="42">
                  <c:v>83</c:v>
                </c:pt>
                <c:pt idx="43">
                  <c:v>85</c:v>
                </c:pt>
                <c:pt idx="44">
                  <c:v>87</c:v>
                </c:pt>
                <c:pt idx="45">
                  <c:v>89</c:v>
                </c:pt>
                <c:pt idx="46">
                  <c:v>91</c:v>
                </c:pt>
                <c:pt idx="47">
                  <c:v>93</c:v>
                </c:pt>
                <c:pt idx="48">
                  <c:v>94</c:v>
                </c:pt>
                <c:pt idx="49">
                  <c:v>96</c:v>
                </c:pt>
                <c:pt idx="50">
                  <c:v>98</c:v>
                </c:pt>
                <c:pt idx="51">
                  <c:v>100</c:v>
                </c:pt>
                <c:pt idx="52">
                  <c:v>102</c:v>
                </c:pt>
                <c:pt idx="53">
                  <c:v>104</c:v>
                </c:pt>
                <c:pt idx="54">
                  <c:v>106</c:v>
                </c:pt>
                <c:pt idx="55">
                  <c:v>108</c:v>
                </c:pt>
                <c:pt idx="56">
                  <c:v>110</c:v>
                </c:pt>
                <c:pt idx="57">
                  <c:v>112</c:v>
                </c:pt>
                <c:pt idx="58">
                  <c:v>114</c:v>
                </c:pt>
                <c:pt idx="59">
                  <c:v>116</c:v>
                </c:pt>
                <c:pt idx="60">
                  <c:v>118</c:v>
                </c:pt>
                <c:pt idx="61">
                  <c:v>120</c:v>
                </c:pt>
                <c:pt idx="62">
                  <c:v>122</c:v>
                </c:pt>
                <c:pt idx="63">
                  <c:v>124</c:v>
                </c:pt>
                <c:pt idx="64">
                  <c:v>126</c:v>
                </c:pt>
                <c:pt idx="65">
                  <c:v>128</c:v>
                </c:pt>
                <c:pt idx="66">
                  <c:v>130</c:v>
                </c:pt>
                <c:pt idx="67">
                  <c:v>132</c:v>
                </c:pt>
                <c:pt idx="68">
                  <c:v>134</c:v>
                </c:pt>
                <c:pt idx="69">
                  <c:v>135</c:v>
                </c:pt>
                <c:pt idx="70">
                  <c:v>137</c:v>
                </c:pt>
                <c:pt idx="71">
                  <c:v>139</c:v>
                </c:pt>
                <c:pt idx="72">
                  <c:v>141</c:v>
                </c:pt>
                <c:pt idx="73">
                  <c:v>143</c:v>
                </c:pt>
                <c:pt idx="74">
                  <c:v>145</c:v>
                </c:pt>
                <c:pt idx="75">
                  <c:v>147</c:v>
                </c:pt>
                <c:pt idx="76">
                  <c:v>149</c:v>
                </c:pt>
                <c:pt idx="77">
                  <c:v>151</c:v>
                </c:pt>
                <c:pt idx="78">
                  <c:v>153</c:v>
                </c:pt>
                <c:pt idx="79">
                  <c:v>155</c:v>
                </c:pt>
                <c:pt idx="80">
                  <c:v>157</c:v>
                </c:pt>
                <c:pt idx="81">
                  <c:v>159</c:v>
                </c:pt>
                <c:pt idx="82">
                  <c:v>161</c:v>
                </c:pt>
                <c:pt idx="83">
                  <c:v>163</c:v>
                </c:pt>
                <c:pt idx="84">
                  <c:v>165</c:v>
                </c:pt>
                <c:pt idx="85">
                  <c:v>167</c:v>
                </c:pt>
                <c:pt idx="86">
                  <c:v>169</c:v>
                </c:pt>
                <c:pt idx="87">
                  <c:v>171</c:v>
                </c:pt>
                <c:pt idx="88">
                  <c:v>173</c:v>
                </c:pt>
                <c:pt idx="89">
                  <c:v>175</c:v>
                </c:pt>
                <c:pt idx="90">
                  <c:v>177</c:v>
                </c:pt>
                <c:pt idx="91">
                  <c:v>178</c:v>
                </c:pt>
                <c:pt idx="92">
                  <c:v>180</c:v>
                </c:pt>
                <c:pt idx="93">
                  <c:v>182</c:v>
                </c:pt>
                <c:pt idx="94">
                  <c:v>184</c:v>
                </c:pt>
                <c:pt idx="95">
                  <c:v>186</c:v>
                </c:pt>
                <c:pt idx="96">
                  <c:v>188</c:v>
                </c:pt>
                <c:pt idx="97">
                  <c:v>190</c:v>
                </c:pt>
                <c:pt idx="98">
                  <c:v>192</c:v>
                </c:pt>
                <c:pt idx="99">
                  <c:v>194</c:v>
                </c:pt>
                <c:pt idx="100">
                  <c:v>196</c:v>
                </c:pt>
                <c:pt idx="101">
                  <c:v>198</c:v>
                </c:pt>
                <c:pt idx="102">
                  <c:v>200</c:v>
                </c:pt>
                <c:pt idx="103">
                  <c:v>202</c:v>
                </c:pt>
                <c:pt idx="104">
                  <c:v>204</c:v>
                </c:pt>
                <c:pt idx="105">
                  <c:v>206</c:v>
                </c:pt>
                <c:pt idx="106">
                  <c:v>208</c:v>
                </c:pt>
                <c:pt idx="107">
                  <c:v>210</c:v>
                </c:pt>
                <c:pt idx="108">
                  <c:v>212</c:v>
                </c:pt>
                <c:pt idx="109">
                  <c:v>214</c:v>
                </c:pt>
                <c:pt idx="110">
                  <c:v>216</c:v>
                </c:pt>
                <c:pt idx="111">
                  <c:v>218</c:v>
                </c:pt>
                <c:pt idx="112">
                  <c:v>219</c:v>
                </c:pt>
                <c:pt idx="113">
                  <c:v>221</c:v>
                </c:pt>
                <c:pt idx="114">
                  <c:v>223</c:v>
                </c:pt>
                <c:pt idx="115">
                  <c:v>225</c:v>
                </c:pt>
                <c:pt idx="116">
                  <c:v>227</c:v>
                </c:pt>
                <c:pt idx="117">
                  <c:v>229</c:v>
                </c:pt>
                <c:pt idx="118">
                  <c:v>231</c:v>
                </c:pt>
                <c:pt idx="119">
                  <c:v>233</c:v>
                </c:pt>
                <c:pt idx="120">
                  <c:v>235</c:v>
                </c:pt>
                <c:pt idx="121">
                  <c:v>237</c:v>
                </c:pt>
                <c:pt idx="122">
                  <c:v>239</c:v>
                </c:pt>
                <c:pt idx="123">
                  <c:v>241</c:v>
                </c:pt>
                <c:pt idx="124">
                  <c:v>243</c:v>
                </c:pt>
                <c:pt idx="125">
                  <c:v>245</c:v>
                </c:pt>
                <c:pt idx="126">
                  <c:v>247</c:v>
                </c:pt>
                <c:pt idx="127">
                  <c:v>249</c:v>
                </c:pt>
                <c:pt idx="128">
                  <c:v>251</c:v>
                </c:pt>
                <c:pt idx="129">
                  <c:v>253</c:v>
                </c:pt>
                <c:pt idx="130">
                  <c:v>255</c:v>
                </c:pt>
                <c:pt idx="131">
                  <c:v>257</c:v>
                </c:pt>
                <c:pt idx="132">
                  <c:v>259</c:v>
                </c:pt>
                <c:pt idx="133">
                  <c:v>260</c:v>
                </c:pt>
                <c:pt idx="134">
                  <c:v>262</c:v>
                </c:pt>
                <c:pt idx="135">
                  <c:v>264</c:v>
                </c:pt>
                <c:pt idx="136">
                  <c:v>266</c:v>
                </c:pt>
                <c:pt idx="137">
                  <c:v>268</c:v>
                </c:pt>
                <c:pt idx="138">
                  <c:v>270</c:v>
                </c:pt>
                <c:pt idx="139">
                  <c:v>272</c:v>
                </c:pt>
                <c:pt idx="140">
                  <c:v>274</c:v>
                </c:pt>
                <c:pt idx="141">
                  <c:v>276</c:v>
                </c:pt>
                <c:pt idx="142">
                  <c:v>278</c:v>
                </c:pt>
                <c:pt idx="143">
                  <c:v>280</c:v>
                </c:pt>
                <c:pt idx="144">
                  <c:v>282</c:v>
                </c:pt>
                <c:pt idx="145">
                  <c:v>284</c:v>
                </c:pt>
                <c:pt idx="146">
                  <c:v>286</c:v>
                </c:pt>
                <c:pt idx="147">
                  <c:v>288</c:v>
                </c:pt>
                <c:pt idx="148">
                  <c:v>290</c:v>
                </c:pt>
                <c:pt idx="149">
                  <c:v>292</c:v>
                </c:pt>
                <c:pt idx="150">
                  <c:v>294</c:v>
                </c:pt>
                <c:pt idx="151">
                  <c:v>296</c:v>
                </c:pt>
                <c:pt idx="152">
                  <c:v>298</c:v>
                </c:pt>
                <c:pt idx="153">
                  <c:v>300</c:v>
                </c:pt>
                <c:pt idx="154">
                  <c:v>302</c:v>
                </c:pt>
                <c:pt idx="155">
                  <c:v>303</c:v>
                </c:pt>
                <c:pt idx="156">
                  <c:v>305</c:v>
                </c:pt>
                <c:pt idx="157">
                  <c:v>307</c:v>
                </c:pt>
                <c:pt idx="158">
                  <c:v>309</c:v>
                </c:pt>
                <c:pt idx="159">
                  <c:v>311</c:v>
                </c:pt>
                <c:pt idx="160">
                  <c:v>313</c:v>
                </c:pt>
                <c:pt idx="161">
                  <c:v>315</c:v>
                </c:pt>
                <c:pt idx="162">
                  <c:v>317</c:v>
                </c:pt>
                <c:pt idx="163">
                  <c:v>319</c:v>
                </c:pt>
                <c:pt idx="164">
                  <c:v>321</c:v>
                </c:pt>
                <c:pt idx="165">
                  <c:v>323</c:v>
                </c:pt>
                <c:pt idx="166">
                  <c:v>325</c:v>
                </c:pt>
                <c:pt idx="167">
                  <c:v>327</c:v>
                </c:pt>
                <c:pt idx="168">
                  <c:v>329</c:v>
                </c:pt>
                <c:pt idx="169">
                  <c:v>331</c:v>
                </c:pt>
                <c:pt idx="170">
                  <c:v>333</c:v>
                </c:pt>
                <c:pt idx="171">
                  <c:v>335</c:v>
                </c:pt>
                <c:pt idx="172">
                  <c:v>337</c:v>
                </c:pt>
                <c:pt idx="173">
                  <c:v>339</c:v>
                </c:pt>
                <c:pt idx="174">
                  <c:v>341</c:v>
                </c:pt>
                <c:pt idx="175">
                  <c:v>343</c:v>
                </c:pt>
                <c:pt idx="176">
                  <c:v>344</c:v>
                </c:pt>
                <c:pt idx="177">
                  <c:v>346</c:v>
                </c:pt>
                <c:pt idx="178">
                  <c:v>348</c:v>
                </c:pt>
                <c:pt idx="179">
                  <c:v>350</c:v>
                </c:pt>
                <c:pt idx="180">
                  <c:v>352</c:v>
                </c:pt>
                <c:pt idx="181">
                  <c:v>354</c:v>
                </c:pt>
                <c:pt idx="182">
                  <c:v>356</c:v>
                </c:pt>
                <c:pt idx="183">
                  <c:v>358</c:v>
                </c:pt>
                <c:pt idx="184">
                  <c:v>360</c:v>
                </c:pt>
                <c:pt idx="185">
                  <c:v>362</c:v>
                </c:pt>
                <c:pt idx="186">
                  <c:v>364</c:v>
                </c:pt>
                <c:pt idx="187">
                  <c:v>366</c:v>
                </c:pt>
                <c:pt idx="188">
                  <c:v>368</c:v>
                </c:pt>
                <c:pt idx="189">
                  <c:v>370</c:v>
                </c:pt>
                <c:pt idx="190">
                  <c:v>372</c:v>
                </c:pt>
                <c:pt idx="191">
                  <c:v>374</c:v>
                </c:pt>
                <c:pt idx="192">
                  <c:v>376</c:v>
                </c:pt>
                <c:pt idx="193">
                  <c:v>378</c:v>
                </c:pt>
                <c:pt idx="194">
                  <c:v>380</c:v>
                </c:pt>
                <c:pt idx="195">
                  <c:v>382</c:v>
                </c:pt>
                <c:pt idx="196">
                  <c:v>384</c:v>
                </c:pt>
                <c:pt idx="197">
                  <c:v>385</c:v>
                </c:pt>
                <c:pt idx="198">
                  <c:v>387</c:v>
                </c:pt>
                <c:pt idx="199">
                  <c:v>389</c:v>
                </c:pt>
                <c:pt idx="200">
                  <c:v>391</c:v>
                </c:pt>
                <c:pt idx="201">
                  <c:v>393</c:v>
                </c:pt>
                <c:pt idx="202">
                  <c:v>395</c:v>
                </c:pt>
                <c:pt idx="203">
                  <c:v>397</c:v>
                </c:pt>
                <c:pt idx="204">
                  <c:v>399</c:v>
                </c:pt>
                <c:pt idx="205">
                  <c:v>401</c:v>
                </c:pt>
                <c:pt idx="206">
                  <c:v>403</c:v>
                </c:pt>
                <c:pt idx="207">
                  <c:v>405</c:v>
                </c:pt>
                <c:pt idx="208">
                  <c:v>407</c:v>
                </c:pt>
                <c:pt idx="209">
                  <c:v>409</c:v>
                </c:pt>
                <c:pt idx="210">
                  <c:v>411</c:v>
                </c:pt>
                <c:pt idx="211">
                  <c:v>413</c:v>
                </c:pt>
                <c:pt idx="212">
                  <c:v>415</c:v>
                </c:pt>
                <c:pt idx="213">
                  <c:v>417</c:v>
                </c:pt>
                <c:pt idx="214">
                  <c:v>419</c:v>
                </c:pt>
                <c:pt idx="215">
                  <c:v>421</c:v>
                </c:pt>
                <c:pt idx="216">
                  <c:v>423</c:v>
                </c:pt>
                <c:pt idx="217">
                  <c:v>425</c:v>
                </c:pt>
                <c:pt idx="218">
                  <c:v>427</c:v>
                </c:pt>
                <c:pt idx="219">
                  <c:v>428</c:v>
                </c:pt>
                <c:pt idx="220">
                  <c:v>430</c:v>
                </c:pt>
                <c:pt idx="221">
                  <c:v>432</c:v>
                </c:pt>
                <c:pt idx="222">
                  <c:v>434</c:v>
                </c:pt>
                <c:pt idx="223">
                  <c:v>436</c:v>
                </c:pt>
                <c:pt idx="224">
                  <c:v>438</c:v>
                </c:pt>
                <c:pt idx="225">
                  <c:v>440</c:v>
                </c:pt>
                <c:pt idx="226">
                  <c:v>442</c:v>
                </c:pt>
                <c:pt idx="227">
                  <c:v>444</c:v>
                </c:pt>
                <c:pt idx="228">
                  <c:v>446</c:v>
                </c:pt>
                <c:pt idx="229">
                  <c:v>448</c:v>
                </c:pt>
                <c:pt idx="230">
                  <c:v>450</c:v>
                </c:pt>
                <c:pt idx="231">
                  <c:v>452</c:v>
                </c:pt>
                <c:pt idx="232">
                  <c:v>454</c:v>
                </c:pt>
                <c:pt idx="233">
                  <c:v>456</c:v>
                </c:pt>
                <c:pt idx="234">
                  <c:v>458</c:v>
                </c:pt>
                <c:pt idx="235">
                  <c:v>460</c:v>
                </c:pt>
                <c:pt idx="236">
                  <c:v>462</c:v>
                </c:pt>
                <c:pt idx="237">
                  <c:v>464</c:v>
                </c:pt>
                <c:pt idx="238">
                  <c:v>466</c:v>
                </c:pt>
                <c:pt idx="239">
                  <c:v>468</c:v>
                </c:pt>
                <c:pt idx="240">
                  <c:v>469</c:v>
                </c:pt>
                <c:pt idx="241">
                  <c:v>471</c:v>
                </c:pt>
                <c:pt idx="242">
                  <c:v>473</c:v>
                </c:pt>
                <c:pt idx="243">
                  <c:v>475</c:v>
                </c:pt>
                <c:pt idx="244">
                  <c:v>477</c:v>
                </c:pt>
                <c:pt idx="245">
                  <c:v>479</c:v>
                </c:pt>
                <c:pt idx="246">
                  <c:v>481</c:v>
                </c:pt>
                <c:pt idx="247">
                  <c:v>483</c:v>
                </c:pt>
                <c:pt idx="248">
                  <c:v>485</c:v>
                </c:pt>
                <c:pt idx="249">
                  <c:v>487</c:v>
                </c:pt>
                <c:pt idx="250">
                  <c:v>489</c:v>
                </c:pt>
                <c:pt idx="251">
                  <c:v>491</c:v>
                </c:pt>
                <c:pt idx="252">
                  <c:v>493</c:v>
                </c:pt>
                <c:pt idx="253">
                  <c:v>495</c:v>
                </c:pt>
                <c:pt idx="254">
                  <c:v>497</c:v>
                </c:pt>
                <c:pt idx="255">
                  <c:v>499</c:v>
                </c:pt>
                <c:pt idx="256">
                  <c:v>501</c:v>
                </c:pt>
                <c:pt idx="257">
                  <c:v>503</c:v>
                </c:pt>
                <c:pt idx="258">
                  <c:v>505</c:v>
                </c:pt>
                <c:pt idx="259">
                  <c:v>507</c:v>
                </c:pt>
                <c:pt idx="260">
                  <c:v>509</c:v>
                </c:pt>
                <c:pt idx="261">
                  <c:v>510</c:v>
                </c:pt>
                <c:pt idx="262">
                  <c:v>512</c:v>
                </c:pt>
                <c:pt idx="263">
                  <c:v>514</c:v>
                </c:pt>
                <c:pt idx="264">
                  <c:v>516</c:v>
                </c:pt>
                <c:pt idx="265">
                  <c:v>518</c:v>
                </c:pt>
                <c:pt idx="266">
                  <c:v>520</c:v>
                </c:pt>
                <c:pt idx="267">
                  <c:v>522</c:v>
                </c:pt>
                <c:pt idx="268">
                  <c:v>524</c:v>
                </c:pt>
                <c:pt idx="269">
                  <c:v>526</c:v>
                </c:pt>
                <c:pt idx="270">
                  <c:v>528</c:v>
                </c:pt>
                <c:pt idx="271">
                  <c:v>530</c:v>
                </c:pt>
                <c:pt idx="272">
                  <c:v>532</c:v>
                </c:pt>
                <c:pt idx="273">
                  <c:v>534</c:v>
                </c:pt>
                <c:pt idx="274">
                  <c:v>536</c:v>
                </c:pt>
                <c:pt idx="275">
                  <c:v>538</c:v>
                </c:pt>
                <c:pt idx="276">
                  <c:v>540</c:v>
                </c:pt>
                <c:pt idx="277">
                  <c:v>542</c:v>
                </c:pt>
                <c:pt idx="278">
                  <c:v>544</c:v>
                </c:pt>
                <c:pt idx="279">
                  <c:v>546</c:v>
                </c:pt>
                <c:pt idx="280">
                  <c:v>548</c:v>
                </c:pt>
                <c:pt idx="281">
                  <c:v>550</c:v>
                </c:pt>
                <c:pt idx="282">
                  <c:v>552</c:v>
                </c:pt>
                <c:pt idx="283">
                  <c:v>553</c:v>
                </c:pt>
                <c:pt idx="284">
                  <c:v>555</c:v>
                </c:pt>
                <c:pt idx="285">
                  <c:v>557</c:v>
                </c:pt>
                <c:pt idx="286">
                  <c:v>559</c:v>
                </c:pt>
                <c:pt idx="287">
                  <c:v>561</c:v>
                </c:pt>
                <c:pt idx="288">
                  <c:v>563</c:v>
                </c:pt>
                <c:pt idx="289">
                  <c:v>565</c:v>
                </c:pt>
                <c:pt idx="290">
                  <c:v>567</c:v>
                </c:pt>
                <c:pt idx="291">
                  <c:v>569</c:v>
                </c:pt>
                <c:pt idx="292">
                  <c:v>571</c:v>
                </c:pt>
                <c:pt idx="293">
                  <c:v>573</c:v>
                </c:pt>
                <c:pt idx="294">
                  <c:v>575</c:v>
                </c:pt>
                <c:pt idx="295">
                  <c:v>577</c:v>
                </c:pt>
                <c:pt idx="296">
                  <c:v>579</c:v>
                </c:pt>
                <c:pt idx="297">
                  <c:v>581</c:v>
                </c:pt>
                <c:pt idx="298">
                  <c:v>583</c:v>
                </c:pt>
                <c:pt idx="299">
                  <c:v>585</c:v>
                </c:pt>
                <c:pt idx="300">
                  <c:v>587</c:v>
                </c:pt>
                <c:pt idx="301">
                  <c:v>589</c:v>
                </c:pt>
                <c:pt idx="302">
                  <c:v>591</c:v>
                </c:pt>
                <c:pt idx="303">
                  <c:v>593</c:v>
                </c:pt>
                <c:pt idx="304">
                  <c:v>594</c:v>
                </c:pt>
                <c:pt idx="305">
                  <c:v>596</c:v>
                </c:pt>
                <c:pt idx="306">
                  <c:v>598</c:v>
                </c:pt>
                <c:pt idx="307">
                  <c:v>600</c:v>
                </c:pt>
                <c:pt idx="308">
                  <c:v>602</c:v>
                </c:pt>
                <c:pt idx="309">
                  <c:v>604</c:v>
                </c:pt>
                <c:pt idx="310">
                  <c:v>606</c:v>
                </c:pt>
                <c:pt idx="311">
                  <c:v>608</c:v>
                </c:pt>
                <c:pt idx="312">
                  <c:v>610</c:v>
                </c:pt>
                <c:pt idx="313">
                  <c:v>612</c:v>
                </c:pt>
                <c:pt idx="314">
                  <c:v>614</c:v>
                </c:pt>
                <c:pt idx="315">
                  <c:v>616</c:v>
                </c:pt>
                <c:pt idx="316">
                  <c:v>618</c:v>
                </c:pt>
                <c:pt idx="317">
                  <c:v>620</c:v>
                </c:pt>
                <c:pt idx="318">
                  <c:v>622</c:v>
                </c:pt>
                <c:pt idx="319">
                  <c:v>624</c:v>
                </c:pt>
                <c:pt idx="320">
                  <c:v>626</c:v>
                </c:pt>
                <c:pt idx="321">
                  <c:v>628</c:v>
                </c:pt>
                <c:pt idx="322">
                  <c:v>630</c:v>
                </c:pt>
                <c:pt idx="323">
                  <c:v>632</c:v>
                </c:pt>
                <c:pt idx="324">
                  <c:v>634</c:v>
                </c:pt>
                <c:pt idx="325">
                  <c:v>635</c:v>
                </c:pt>
                <c:pt idx="326">
                  <c:v>637</c:v>
                </c:pt>
                <c:pt idx="327">
                  <c:v>639</c:v>
                </c:pt>
                <c:pt idx="328">
                  <c:v>641</c:v>
                </c:pt>
                <c:pt idx="329">
                  <c:v>643</c:v>
                </c:pt>
                <c:pt idx="330">
                  <c:v>645</c:v>
                </c:pt>
                <c:pt idx="331">
                  <c:v>647</c:v>
                </c:pt>
                <c:pt idx="332">
                  <c:v>649</c:v>
                </c:pt>
                <c:pt idx="333">
                  <c:v>651</c:v>
                </c:pt>
                <c:pt idx="334">
                  <c:v>653</c:v>
                </c:pt>
                <c:pt idx="335">
                  <c:v>655</c:v>
                </c:pt>
                <c:pt idx="336">
                  <c:v>657</c:v>
                </c:pt>
                <c:pt idx="337">
                  <c:v>659</c:v>
                </c:pt>
                <c:pt idx="338">
                  <c:v>661</c:v>
                </c:pt>
                <c:pt idx="339">
                  <c:v>663</c:v>
                </c:pt>
                <c:pt idx="340">
                  <c:v>665</c:v>
                </c:pt>
                <c:pt idx="341">
                  <c:v>667</c:v>
                </c:pt>
                <c:pt idx="342">
                  <c:v>669</c:v>
                </c:pt>
                <c:pt idx="343">
                  <c:v>671</c:v>
                </c:pt>
                <c:pt idx="344">
                  <c:v>673</c:v>
                </c:pt>
                <c:pt idx="345">
                  <c:v>675</c:v>
                </c:pt>
                <c:pt idx="346">
                  <c:v>677</c:v>
                </c:pt>
                <c:pt idx="347">
                  <c:v>678</c:v>
                </c:pt>
                <c:pt idx="348">
                  <c:v>680</c:v>
                </c:pt>
                <c:pt idx="349">
                  <c:v>682</c:v>
                </c:pt>
                <c:pt idx="350">
                  <c:v>684</c:v>
                </c:pt>
                <c:pt idx="351">
                  <c:v>686</c:v>
                </c:pt>
                <c:pt idx="352">
                  <c:v>688</c:v>
                </c:pt>
                <c:pt idx="353">
                  <c:v>690</c:v>
                </c:pt>
                <c:pt idx="354">
                  <c:v>692</c:v>
                </c:pt>
                <c:pt idx="355">
                  <c:v>694</c:v>
                </c:pt>
                <c:pt idx="356">
                  <c:v>696</c:v>
                </c:pt>
                <c:pt idx="357">
                  <c:v>698</c:v>
                </c:pt>
                <c:pt idx="358">
                  <c:v>700</c:v>
                </c:pt>
                <c:pt idx="359">
                  <c:v>702</c:v>
                </c:pt>
                <c:pt idx="360">
                  <c:v>704</c:v>
                </c:pt>
                <c:pt idx="361">
                  <c:v>706</c:v>
                </c:pt>
                <c:pt idx="362">
                  <c:v>708</c:v>
                </c:pt>
                <c:pt idx="363">
                  <c:v>710</c:v>
                </c:pt>
                <c:pt idx="364">
                  <c:v>712</c:v>
                </c:pt>
                <c:pt idx="365">
                  <c:v>714</c:v>
                </c:pt>
                <c:pt idx="366">
                  <c:v>716</c:v>
                </c:pt>
                <c:pt idx="367">
                  <c:v>718</c:v>
                </c:pt>
                <c:pt idx="368">
                  <c:v>719</c:v>
                </c:pt>
                <c:pt idx="369">
                  <c:v>721</c:v>
                </c:pt>
                <c:pt idx="370">
                  <c:v>723</c:v>
                </c:pt>
                <c:pt idx="371">
                  <c:v>725</c:v>
                </c:pt>
                <c:pt idx="372">
                  <c:v>727</c:v>
                </c:pt>
                <c:pt idx="373">
                  <c:v>729</c:v>
                </c:pt>
                <c:pt idx="374">
                  <c:v>731</c:v>
                </c:pt>
                <c:pt idx="375">
                  <c:v>733</c:v>
                </c:pt>
                <c:pt idx="376">
                  <c:v>735</c:v>
                </c:pt>
                <c:pt idx="377">
                  <c:v>737</c:v>
                </c:pt>
                <c:pt idx="378">
                  <c:v>739</c:v>
                </c:pt>
                <c:pt idx="379">
                  <c:v>741</c:v>
                </c:pt>
                <c:pt idx="380">
                  <c:v>743</c:v>
                </c:pt>
                <c:pt idx="381">
                  <c:v>745</c:v>
                </c:pt>
                <c:pt idx="382">
                  <c:v>747</c:v>
                </c:pt>
                <c:pt idx="383">
                  <c:v>749</c:v>
                </c:pt>
                <c:pt idx="384">
                  <c:v>751</c:v>
                </c:pt>
                <c:pt idx="385">
                  <c:v>753</c:v>
                </c:pt>
                <c:pt idx="386">
                  <c:v>755</c:v>
                </c:pt>
                <c:pt idx="387">
                  <c:v>757</c:v>
                </c:pt>
                <c:pt idx="388">
                  <c:v>759</c:v>
                </c:pt>
                <c:pt idx="389">
                  <c:v>760</c:v>
                </c:pt>
                <c:pt idx="390">
                  <c:v>762</c:v>
                </c:pt>
                <c:pt idx="391">
                  <c:v>764</c:v>
                </c:pt>
                <c:pt idx="392">
                  <c:v>766</c:v>
                </c:pt>
                <c:pt idx="393">
                  <c:v>768</c:v>
                </c:pt>
                <c:pt idx="394">
                  <c:v>770</c:v>
                </c:pt>
                <c:pt idx="395">
                  <c:v>772</c:v>
                </c:pt>
                <c:pt idx="396">
                  <c:v>774</c:v>
                </c:pt>
                <c:pt idx="397">
                  <c:v>776</c:v>
                </c:pt>
                <c:pt idx="398">
                  <c:v>778</c:v>
                </c:pt>
                <c:pt idx="399">
                  <c:v>780</c:v>
                </c:pt>
                <c:pt idx="400">
                  <c:v>782</c:v>
                </c:pt>
                <c:pt idx="401">
                  <c:v>784</c:v>
                </c:pt>
                <c:pt idx="402">
                  <c:v>786</c:v>
                </c:pt>
                <c:pt idx="403">
                  <c:v>788</c:v>
                </c:pt>
                <c:pt idx="404">
                  <c:v>790</c:v>
                </c:pt>
                <c:pt idx="405">
                  <c:v>792</c:v>
                </c:pt>
                <c:pt idx="406">
                  <c:v>794</c:v>
                </c:pt>
                <c:pt idx="407">
                  <c:v>796</c:v>
                </c:pt>
                <c:pt idx="408">
                  <c:v>798</c:v>
                </c:pt>
              </c:numCache>
            </c:numRef>
          </c:xVal>
          <c:yVal>
            <c:numRef>
              <c:f>Sheet1!$C$2:$C$410</c:f>
              <c:numCache>
                <c:formatCode>General</c:formatCode>
                <c:ptCount val="409"/>
                <c:pt idx="0">
                  <c:v>0.83</c:v>
                </c:pt>
                <c:pt idx="1">
                  <c:v>1.91</c:v>
                </c:pt>
                <c:pt idx="2">
                  <c:v>1.86</c:v>
                </c:pt>
                <c:pt idx="3">
                  <c:v>1.79</c:v>
                </c:pt>
                <c:pt idx="4">
                  <c:v>0.75</c:v>
                </c:pt>
                <c:pt idx="5">
                  <c:v>0.35</c:v>
                </c:pt>
                <c:pt idx="6">
                  <c:v>0.63</c:v>
                </c:pt>
                <c:pt idx="7">
                  <c:v>1.88</c:v>
                </c:pt>
                <c:pt idx="8">
                  <c:v>1.72</c:v>
                </c:pt>
                <c:pt idx="9">
                  <c:v>1.79</c:v>
                </c:pt>
                <c:pt idx="10">
                  <c:v>1.39</c:v>
                </c:pt>
                <c:pt idx="11">
                  <c:v>0.93</c:v>
                </c:pt>
                <c:pt idx="12">
                  <c:v>1.57</c:v>
                </c:pt>
                <c:pt idx="13">
                  <c:v>1.47</c:v>
                </c:pt>
                <c:pt idx="14">
                  <c:v>1.15</c:v>
                </c:pt>
                <c:pt idx="15">
                  <c:v>0.79</c:v>
                </c:pt>
                <c:pt idx="16">
                  <c:v>1.47</c:v>
                </c:pt>
                <c:pt idx="17">
                  <c:v>1.46</c:v>
                </c:pt>
                <c:pt idx="18">
                  <c:v>2.18</c:v>
                </c:pt>
                <c:pt idx="19">
                  <c:v>1.75</c:v>
                </c:pt>
                <c:pt idx="20">
                  <c:v>1.57</c:v>
                </c:pt>
                <c:pt idx="21">
                  <c:v>1.06</c:v>
                </c:pt>
                <c:pt idx="22">
                  <c:v>0.74</c:v>
                </c:pt>
                <c:pt idx="23">
                  <c:v>0.73</c:v>
                </c:pt>
                <c:pt idx="24">
                  <c:v>1.71</c:v>
                </c:pt>
                <c:pt idx="25">
                  <c:v>1.41</c:v>
                </c:pt>
                <c:pt idx="26">
                  <c:v>1.01</c:v>
                </c:pt>
                <c:pt idx="27">
                  <c:v>1.03</c:v>
                </c:pt>
                <c:pt idx="28">
                  <c:v>1.77</c:v>
                </c:pt>
                <c:pt idx="29">
                  <c:v>3.35</c:v>
                </c:pt>
                <c:pt idx="30">
                  <c:v>2.35</c:v>
                </c:pt>
                <c:pt idx="31">
                  <c:v>1.88</c:v>
                </c:pt>
                <c:pt idx="32">
                  <c:v>1.6</c:v>
                </c:pt>
                <c:pt idx="33">
                  <c:v>1.07</c:v>
                </c:pt>
                <c:pt idx="34">
                  <c:v>2</c:v>
                </c:pt>
                <c:pt idx="35">
                  <c:v>1.4</c:v>
                </c:pt>
                <c:pt idx="36">
                  <c:v>0.9</c:v>
                </c:pt>
                <c:pt idx="37">
                  <c:v>0.96</c:v>
                </c:pt>
                <c:pt idx="38">
                  <c:v>2.21</c:v>
                </c:pt>
                <c:pt idx="39">
                  <c:v>2.28</c:v>
                </c:pt>
                <c:pt idx="40">
                  <c:v>2.09</c:v>
                </c:pt>
                <c:pt idx="41">
                  <c:v>1.21</c:v>
                </c:pt>
                <c:pt idx="42">
                  <c:v>0.43</c:v>
                </c:pt>
                <c:pt idx="43">
                  <c:v>1.26</c:v>
                </c:pt>
                <c:pt idx="44">
                  <c:v>1.87</c:v>
                </c:pt>
                <c:pt idx="45">
                  <c:v>1.52</c:v>
                </c:pt>
                <c:pt idx="46">
                  <c:v>1.24</c:v>
                </c:pt>
                <c:pt idx="47">
                  <c:v>1.06</c:v>
                </c:pt>
                <c:pt idx="48">
                  <c:v>1.36</c:v>
                </c:pt>
                <c:pt idx="49">
                  <c:v>1.65</c:v>
                </c:pt>
                <c:pt idx="50">
                  <c:v>1.91</c:v>
                </c:pt>
                <c:pt idx="51">
                  <c:v>1.24</c:v>
                </c:pt>
                <c:pt idx="52">
                  <c:v>0.63</c:v>
                </c:pt>
                <c:pt idx="53">
                  <c:v>1.05</c:v>
                </c:pt>
                <c:pt idx="54">
                  <c:v>1.16</c:v>
                </c:pt>
                <c:pt idx="55">
                  <c:v>1.29</c:v>
                </c:pt>
                <c:pt idx="56">
                  <c:v>1.1</c:v>
                </c:pt>
                <c:pt idx="57">
                  <c:v>1.37</c:v>
                </c:pt>
                <c:pt idx="58">
                  <c:v>1.45</c:v>
                </c:pt>
                <c:pt idx="59">
                  <c:v>1.39</c:v>
                </c:pt>
                <c:pt idx="60">
                  <c:v>2.43</c:v>
                </c:pt>
                <c:pt idx="61">
                  <c:v>2.32</c:v>
                </c:pt>
                <c:pt idx="62">
                  <c:v>1.64</c:v>
                </c:pt>
                <c:pt idx="63">
                  <c:v>1.27</c:v>
                </c:pt>
                <c:pt idx="64">
                  <c:v>1.14</c:v>
                </c:pt>
                <c:pt idx="65">
                  <c:v>0.77</c:v>
                </c:pt>
                <c:pt idx="66">
                  <c:v>1.51</c:v>
                </c:pt>
                <c:pt idx="67">
                  <c:v>1.44</c:v>
                </c:pt>
                <c:pt idx="68">
                  <c:v>1.81</c:v>
                </c:pt>
                <c:pt idx="69">
                  <c:v>1.58</c:v>
                </c:pt>
                <c:pt idx="70">
                  <c:v>0.88</c:v>
                </c:pt>
                <c:pt idx="71">
                  <c:v>1</c:v>
                </c:pt>
                <c:pt idx="72">
                  <c:v>1.04</c:v>
                </c:pt>
                <c:pt idx="73">
                  <c:v>1.86</c:v>
                </c:pt>
                <c:pt idx="74">
                  <c:v>1.59</c:v>
                </c:pt>
                <c:pt idx="75">
                  <c:v>0.64</c:v>
                </c:pt>
                <c:pt idx="76">
                  <c:v>1.81</c:v>
                </c:pt>
                <c:pt idx="77">
                  <c:v>2.01</c:v>
                </c:pt>
                <c:pt idx="78">
                  <c:v>1.68</c:v>
                </c:pt>
                <c:pt idx="79">
                  <c:v>1.78</c:v>
                </c:pt>
                <c:pt idx="80">
                  <c:v>1.04</c:v>
                </c:pt>
                <c:pt idx="81">
                  <c:v>0.61</c:v>
                </c:pt>
                <c:pt idx="82">
                  <c:v>1.29</c:v>
                </c:pt>
                <c:pt idx="83">
                  <c:v>1.37</c:v>
                </c:pt>
                <c:pt idx="84">
                  <c:v>1.03</c:v>
                </c:pt>
                <c:pt idx="85">
                  <c:v>0.98</c:v>
                </c:pt>
                <c:pt idx="86">
                  <c:v>2.27</c:v>
                </c:pt>
                <c:pt idx="87">
                  <c:v>0.97</c:v>
                </c:pt>
                <c:pt idx="88">
                  <c:v>2.37</c:v>
                </c:pt>
                <c:pt idx="89">
                  <c:v>1.66</c:v>
                </c:pt>
                <c:pt idx="90">
                  <c:v>0.82</c:v>
                </c:pt>
                <c:pt idx="91">
                  <c:v>1.01</c:v>
                </c:pt>
                <c:pt idx="92">
                  <c:v>1.54</c:v>
                </c:pt>
                <c:pt idx="93">
                  <c:v>1.84</c:v>
                </c:pt>
                <c:pt idx="94">
                  <c:v>1.44</c:v>
                </c:pt>
                <c:pt idx="95">
                  <c:v>0.96</c:v>
                </c:pt>
                <c:pt idx="96">
                  <c:v>1.14</c:v>
                </c:pt>
                <c:pt idx="97">
                  <c:v>1.36</c:v>
                </c:pt>
                <c:pt idx="98">
                  <c:v>0.68</c:v>
                </c:pt>
                <c:pt idx="99">
                  <c:v>1.66</c:v>
                </c:pt>
                <c:pt idx="100">
                  <c:v>1.52</c:v>
                </c:pt>
                <c:pt idx="101">
                  <c:v>2.15</c:v>
                </c:pt>
                <c:pt idx="102">
                  <c:v>0.98</c:v>
                </c:pt>
                <c:pt idx="103">
                  <c:v>1.3</c:v>
                </c:pt>
                <c:pt idx="104">
                  <c:v>0.95</c:v>
                </c:pt>
                <c:pt idx="105">
                  <c:v>1.18</c:v>
                </c:pt>
                <c:pt idx="106">
                  <c:v>0.65</c:v>
                </c:pt>
                <c:pt idx="107">
                  <c:v>1.09</c:v>
                </c:pt>
                <c:pt idx="108">
                  <c:v>1.3</c:v>
                </c:pt>
                <c:pt idx="109">
                  <c:v>2.05</c:v>
                </c:pt>
                <c:pt idx="110">
                  <c:v>2.14</c:v>
                </c:pt>
                <c:pt idx="111">
                  <c:v>1.29</c:v>
                </c:pt>
                <c:pt idx="112">
                  <c:v>0.79</c:v>
                </c:pt>
                <c:pt idx="113">
                  <c:v>0.5</c:v>
                </c:pt>
                <c:pt idx="114">
                  <c:v>0.63</c:v>
                </c:pt>
                <c:pt idx="115">
                  <c:v>1</c:v>
                </c:pt>
                <c:pt idx="116">
                  <c:v>1.56</c:v>
                </c:pt>
                <c:pt idx="117">
                  <c:v>20.13</c:v>
                </c:pt>
                <c:pt idx="118">
                  <c:v>22.71</c:v>
                </c:pt>
                <c:pt idx="119">
                  <c:v>1.67</c:v>
                </c:pt>
                <c:pt idx="120">
                  <c:v>1.37</c:v>
                </c:pt>
                <c:pt idx="121">
                  <c:v>2.11</c:v>
                </c:pt>
                <c:pt idx="122">
                  <c:v>1.29</c:v>
                </c:pt>
                <c:pt idx="123">
                  <c:v>0.45</c:v>
                </c:pt>
                <c:pt idx="124">
                  <c:v>0.9</c:v>
                </c:pt>
                <c:pt idx="125">
                  <c:v>1.39</c:v>
                </c:pt>
                <c:pt idx="126">
                  <c:v>1.2</c:v>
                </c:pt>
                <c:pt idx="127">
                  <c:v>1.78</c:v>
                </c:pt>
                <c:pt idx="128">
                  <c:v>1.47</c:v>
                </c:pt>
                <c:pt idx="129">
                  <c:v>0.89</c:v>
                </c:pt>
                <c:pt idx="130">
                  <c:v>1.26</c:v>
                </c:pt>
                <c:pt idx="131">
                  <c:v>1.16</c:v>
                </c:pt>
                <c:pt idx="132">
                  <c:v>1.29</c:v>
                </c:pt>
                <c:pt idx="133">
                  <c:v>1.19</c:v>
                </c:pt>
                <c:pt idx="134">
                  <c:v>1.12</c:v>
                </c:pt>
                <c:pt idx="135">
                  <c:v>1</c:v>
                </c:pt>
                <c:pt idx="136">
                  <c:v>1.74</c:v>
                </c:pt>
                <c:pt idx="137">
                  <c:v>1.39</c:v>
                </c:pt>
                <c:pt idx="138">
                  <c:v>1.69</c:v>
                </c:pt>
                <c:pt idx="139">
                  <c:v>0.92</c:v>
                </c:pt>
                <c:pt idx="140">
                  <c:v>0.91</c:v>
                </c:pt>
                <c:pt idx="141">
                  <c:v>1.15</c:v>
                </c:pt>
                <c:pt idx="142">
                  <c:v>1.43</c:v>
                </c:pt>
                <c:pt idx="143">
                  <c:v>1.07</c:v>
                </c:pt>
                <c:pt idx="144">
                  <c:v>0.98</c:v>
                </c:pt>
                <c:pt idx="145">
                  <c:v>1.31</c:v>
                </c:pt>
                <c:pt idx="146">
                  <c:v>1.83</c:v>
                </c:pt>
                <c:pt idx="147">
                  <c:v>3.59</c:v>
                </c:pt>
                <c:pt idx="148">
                  <c:v>2.45</c:v>
                </c:pt>
                <c:pt idx="149">
                  <c:v>1.42</c:v>
                </c:pt>
                <c:pt idx="150">
                  <c:v>0.89</c:v>
                </c:pt>
                <c:pt idx="151">
                  <c:v>0.95</c:v>
                </c:pt>
                <c:pt idx="152">
                  <c:v>1.59</c:v>
                </c:pt>
                <c:pt idx="153">
                  <c:v>1.32</c:v>
                </c:pt>
                <c:pt idx="154">
                  <c:v>1.09</c:v>
                </c:pt>
                <c:pt idx="155">
                  <c:v>1.49</c:v>
                </c:pt>
                <c:pt idx="156">
                  <c:v>1.01</c:v>
                </c:pt>
                <c:pt idx="157">
                  <c:v>1.2</c:v>
                </c:pt>
                <c:pt idx="158">
                  <c:v>1.65</c:v>
                </c:pt>
                <c:pt idx="159">
                  <c:v>0.73</c:v>
                </c:pt>
                <c:pt idx="160">
                  <c:v>1.21</c:v>
                </c:pt>
                <c:pt idx="161">
                  <c:v>1.54</c:v>
                </c:pt>
                <c:pt idx="162">
                  <c:v>1.91</c:v>
                </c:pt>
                <c:pt idx="163">
                  <c:v>2.21</c:v>
                </c:pt>
                <c:pt idx="164">
                  <c:v>1.49</c:v>
                </c:pt>
                <c:pt idx="165">
                  <c:v>1.4</c:v>
                </c:pt>
                <c:pt idx="166">
                  <c:v>0.72</c:v>
                </c:pt>
                <c:pt idx="167">
                  <c:v>2.04</c:v>
                </c:pt>
                <c:pt idx="168">
                  <c:v>1.66</c:v>
                </c:pt>
                <c:pt idx="169">
                  <c:v>1.83</c:v>
                </c:pt>
                <c:pt idx="170">
                  <c:v>0.99</c:v>
                </c:pt>
                <c:pt idx="171">
                  <c:v>1.19</c:v>
                </c:pt>
                <c:pt idx="172">
                  <c:v>0.92</c:v>
                </c:pt>
                <c:pt idx="173">
                  <c:v>1.13</c:v>
                </c:pt>
                <c:pt idx="174">
                  <c:v>1.35</c:v>
                </c:pt>
                <c:pt idx="175">
                  <c:v>0.65</c:v>
                </c:pt>
                <c:pt idx="176">
                  <c:v>2.02</c:v>
                </c:pt>
                <c:pt idx="177">
                  <c:v>1.96</c:v>
                </c:pt>
                <c:pt idx="178">
                  <c:v>1.99</c:v>
                </c:pt>
                <c:pt idx="179">
                  <c:v>1.92</c:v>
                </c:pt>
                <c:pt idx="180">
                  <c:v>0.96</c:v>
                </c:pt>
                <c:pt idx="181">
                  <c:v>1.37</c:v>
                </c:pt>
                <c:pt idx="182">
                  <c:v>1.08</c:v>
                </c:pt>
                <c:pt idx="183">
                  <c:v>1.05</c:v>
                </c:pt>
                <c:pt idx="184">
                  <c:v>1.43</c:v>
                </c:pt>
                <c:pt idx="185">
                  <c:v>1.27</c:v>
                </c:pt>
                <c:pt idx="186">
                  <c:v>2</c:v>
                </c:pt>
                <c:pt idx="187">
                  <c:v>1.29</c:v>
                </c:pt>
                <c:pt idx="188">
                  <c:v>0.61</c:v>
                </c:pt>
                <c:pt idx="189">
                  <c:v>1.47</c:v>
                </c:pt>
                <c:pt idx="190">
                  <c:v>1.31</c:v>
                </c:pt>
                <c:pt idx="191">
                  <c:v>0.94</c:v>
                </c:pt>
                <c:pt idx="192">
                  <c:v>1.31</c:v>
                </c:pt>
                <c:pt idx="193">
                  <c:v>0.76</c:v>
                </c:pt>
                <c:pt idx="194">
                  <c:v>1.33</c:v>
                </c:pt>
                <c:pt idx="195">
                  <c:v>2</c:v>
                </c:pt>
                <c:pt idx="196">
                  <c:v>1.26</c:v>
                </c:pt>
                <c:pt idx="197">
                  <c:v>1.13</c:v>
                </c:pt>
                <c:pt idx="198">
                  <c:v>0.85</c:v>
                </c:pt>
                <c:pt idx="199">
                  <c:v>0.87</c:v>
                </c:pt>
                <c:pt idx="200">
                  <c:v>1.72</c:v>
                </c:pt>
                <c:pt idx="201">
                  <c:v>1.89</c:v>
                </c:pt>
                <c:pt idx="202">
                  <c:v>0.53</c:v>
                </c:pt>
                <c:pt idx="203">
                  <c:v>1.09</c:v>
                </c:pt>
                <c:pt idx="204">
                  <c:v>2.52</c:v>
                </c:pt>
                <c:pt idx="205">
                  <c:v>1.11</c:v>
                </c:pt>
                <c:pt idx="206">
                  <c:v>1.79</c:v>
                </c:pt>
                <c:pt idx="207">
                  <c:v>1.46</c:v>
                </c:pt>
                <c:pt idx="208">
                  <c:v>0.75</c:v>
                </c:pt>
                <c:pt idx="209">
                  <c:v>0.9</c:v>
                </c:pt>
                <c:pt idx="210">
                  <c:v>1.59</c:v>
                </c:pt>
                <c:pt idx="211">
                  <c:v>1.79</c:v>
                </c:pt>
                <c:pt idx="212">
                  <c:v>1.51</c:v>
                </c:pt>
                <c:pt idx="213">
                  <c:v>0.92</c:v>
                </c:pt>
                <c:pt idx="214">
                  <c:v>0.98</c:v>
                </c:pt>
                <c:pt idx="215">
                  <c:v>1.3</c:v>
                </c:pt>
                <c:pt idx="216">
                  <c:v>0.52</c:v>
                </c:pt>
                <c:pt idx="217">
                  <c:v>1.24</c:v>
                </c:pt>
                <c:pt idx="218">
                  <c:v>2.85</c:v>
                </c:pt>
                <c:pt idx="219">
                  <c:v>3.45</c:v>
                </c:pt>
                <c:pt idx="220">
                  <c:v>1.82</c:v>
                </c:pt>
                <c:pt idx="221">
                  <c:v>2.16</c:v>
                </c:pt>
                <c:pt idx="222">
                  <c:v>0.72</c:v>
                </c:pt>
                <c:pt idx="223">
                  <c:v>1.03</c:v>
                </c:pt>
                <c:pt idx="224">
                  <c:v>1.07</c:v>
                </c:pt>
                <c:pt idx="225">
                  <c:v>1.72</c:v>
                </c:pt>
                <c:pt idx="226">
                  <c:v>1.59</c:v>
                </c:pt>
                <c:pt idx="227">
                  <c:v>1.99</c:v>
                </c:pt>
                <c:pt idx="228">
                  <c:v>1.73</c:v>
                </c:pt>
                <c:pt idx="229">
                  <c:v>0.75</c:v>
                </c:pt>
                <c:pt idx="230">
                  <c:v>0.53</c:v>
                </c:pt>
                <c:pt idx="231">
                  <c:v>1.01</c:v>
                </c:pt>
                <c:pt idx="232">
                  <c:v>1.4</c:v>
                </c:pt>
                <c:pt idx="233">
                  <c:v>1</c:v>
                </c:pt>
                <c:pt idx="234">
                  <c:v>1.24</c:v>
                </c:pt>
                <c:pt idx="235">
                  <c:v>12.72</c:v>
                </c:pt>
                <c:pt idx="236">
                  <c:v>13.9</c:v>
                </c:pt>
                <c:pt idx="237">
                  <c:v>1.34</c:v>
                </c:pt>
                <c:pt idx="238">
                  <c:v>1.06</c:v>
                </c:pt>
                <c:pt idx="239">
                  <c:v>1.98</c:v>
                </c:pt>
                <c:pt idx="240">
                  <c:v>1.2</c:v>
                </c:pt>
                <c:pt idx="241">
                  <c:v>0.62</c:v>
                </c:pt>
                <c:pt idx="242">
                  <c:v>1.43</c:v>
                </c:pt>
                <c:pt idx="243">
                  <c:v>1.44</c:v>
                </c:pt>
                <c:pt idx="244">
                  <c:v>1.08</c:v>
                </c:pt>
                <c:pt idx="245">
                  <c:v>1.63</c:v>
                </c:pt>
                <c:pt idx="246">
                  <c:v>1.48</c:v>
                </c:pt>
                <c:pt idx="247">
                  <c:v>0.91</c:v>
                </c:pt>
                <c:pt idx="248">
                  <c:v>1.29</c:v>
                </c:pt>
                <c:pt idx="249">
                  <c:v>0.78</c:v>
                </c:pt>
                <c:pt idx="250">
                  <c:v>1.18</c:v>
                </c:pt>
                <c:pt idx="251">
                  <c:v>1.2</c:v>
                </c:pt>
                <c:pt idx="252">
                  <c:v>1.16</c:v>
                </c:pt>
                <c:pt idx="253">
                  <c:v>1.38</c:v>
                </c:pt>
                <c:pt idx="254">
                  <c:v>1.35</c:v>
                </c:pt>
                <c:pt idx="255">
                  <c:v>1.21</c:v>
                </c:pt>
                <c:pt idx="256">
                  <c:v>1.84</c:v>
                </c:pt>
                <c:pt idx="257">
                  <c:v>1.46</c:v>
                </c:pt>
                <c:pt idx="258">
                  <c:v>1.68</c:v>
                </c:pt>
                <c:pt idx="259">
                  <c:v>0.83</c:v>
                </c:pt>
                <c:pt idx="260">
                  <c:v>1.07</c:v>
                </c:pt>
                <c:pt idx="261">
                  <c:v>0.48</c:v>
                </c:pt>
                <c:pt idx="262">
                  <c:v>1.29</c:v>
                </c:pt>
                <c:pt idx="263">
                  <c:v>1.73</c:v>
                </c:pt>
                <c:pt idx="264">
                  <c:v>1.71</c:v>
                </c:pt>
                <c:pt idx="265">
                  <c:v>3.17</c:v>
                </c:pt>
                <c:pt idx="266">
                  <c:v>2.39</c:v>
                </c:pt>
                <c:pt idx="267">
                  <c:v>1.9</c:v>
                </c:pt>
                <c:pt idx="268">
                  <c:v>1.25</c:v>
                </c:pt>
                <c:pt idx="269">
                  <c:v>0.57</c:v>
                </c:pt>
                <c:pt idx="270">
                  <c:v>1.78</c:v>
                </c:pt>
                <c:pt idx="271">
                  <c:v>1.68</c:v>
                </c:pt>
                <c:pt idx="272">
                  <c:v>1.84</c:v>
                </c:pt>
                <c:pt idx="273">
                  <c:v>2.33</c:v>
                </c:pt>
                <c:pt idx="274">
                  <c:v>0.57</c:v>
                </c:pt>
                <c:pt idx="275">
                  <c:v>0.89</c:v>
                </c:pt>
                <c:pt idx="276">
                  <c:v>0.98</c:v>
                </c:pt>
                <c:pt idx="277">
                  <c:v>1.06</c:v>
                </c:pt>
                <c:pt idx="278">
                  <c:v>1.48</c:v>
                </c:pt>
                <c:pt idx="279">
                  <c:v>1.22</c:v>
                </c:pt>
                <c:pt idx="280">
                  <c:v>1.46</c:v>
                </c:pt>
                <c:pt idx="281">
                  <c:v>1.65</c:v>
                </c:pt>
                <c:pt idx="282">
                  <c:v>1.23</c:v>
                </c:pt>
                <c:pt idx="283">
                  <c:v>1.55</c:v>
                </c:pt>
                <c:pt idx="284">
                  <c:v>1.07</c:v>
                </c:pt>
                <c:pt idx="285">
                  <c:v>1.52</c:v>
                </c:pt>
                <c:pt idx="286">
                  <c:v>1.12</c:v>
                </c:pt>
                <c:pt idx="287">
                  <c:v>1.41</c:v>
                </c:pt>
                <c:pt idx="288">
                  <c:v>0.71</c:v>
                </c:pt>
                <c:pt idx="289">
                  <c:v>0.99</c:v>
                </c:pt>
                <c:pt idx="290">
                  <c:v>1.48</c:v>
                </c:pt>
                <c:pt idx="291">
                  <c:v>0.75</c:v>
                </c:pt>
                <c:pt idx="292">
                  <c:v>1.87</c:v>
                </c:pt>
                <c:pt idx="293">
                  <c:v>0.72</c:v>
                </c:pt>
                <c:pt idx="294">
                  <c:v>1.5</c:v>
                </c:pt>
                <c:pt idx="295">
                  <c:v>1.37</c:v>
                </c:pt>
                <c:pt idx="296">
                  <c:v>1.48</c:v>
                </c:pt>
                <c:pt idx="297">
                  <c:v>1</c:v>
                </c:pt>
                <c:pt idx="298">
                  <c:v>1.89</c:v>
                </c:pt>
                <c:pt idx="299">
                  <c:v>2.23</c:v>
                </c:pt>
                <c:pt idx="300">
                  <c:v>1.58</c:v>
                </c:pt>
                <c:pt idx="301">
                  <c:v>0.86</c:v>
                </c:pt>
                <c:pt idx="302">
                  <c:v>0.82</c:v>
                </c:pt>
                <c:pt idx="303">
                  <c:v>1.02</c:v>
                </c:pt>
                <c:pt idx="304">
                  <c:v>1.34</c:v>
                </c:pt>
                <c:pt idx="305">
                  <c:v>1.1</c:v>
                </c:pt>
                <c:pt idx="306">
                  <c:v>1</c:v>
                </c:pt>
                <c:pt idx="307">
                  <c:v>1.28</c:v>
                </c:pt>
                <c:pt idx="308">
                  <c:v>1.21</c:v>
                </c:pt>
                <c:pt idx="309">
                  <c:v>1.1</c:v>
                </c:pt>
                <c:pt idx="310">
                  <c:v>1.17</c:v>
                </c:pt>
                <c:pt idx="311">
                  <c:v>1.11</c:v>
                </c:pt>
                <c:pt idx="312">
                  <c:v>1.1</c:v>
                </c:pt>
                <c:pt idx="313">
                  <c:v>1.35</c:v>
                </c:pt>
                <c:pt idx="314">
                  <c:v>1.95</c:v>
                </c:pt>
                <c:pt idx="315">
                  <c:v>1.12</c:v>
                </c:pt>
                <c:pt idx="316">
                  <c:v>0.93</c:v>
                </c:pt>
                <c:pt idx="317">
                  <c:v>1.35</c:v>
                </c:pt>
                <c:pt idx="318">
                  <c:v>1.41</c:v>
                </c:pt>
                <c:pt idx="319">
                  <c:v>1.08</c:v>
                </c:pt>
                <c:pt idx="320">
                  <c:v>0.6</c:v>
                </c:pt>
                <c:pt idx="321">
                  <c:v>0.87</c:v>
                </c:pt>
                <c:pt idx="322">
                  <c:v>1.72</c:v>
                </c:pt>
                <c:pt idx="323">
                  <c:v>0.61</c:v>
                </c:pt>
                <c:pt idx="324">
                  <c:v>1.71</c:v>
                </c:pt>
                <c:pt idx="325">
                  <c:v>1.8</c:v>
                </c:pt>
                <c:pt idx="326">
                  <c:v>1.26</c:v>
                </c:pt>
                <c:pt idx="327">
                  <c:v>0.9</c:v>
                </c:pt>
                <c:pt idx="328">
                  <c:v>1.19</c:v>
                </c:pt>
                <c:pt idx="329">
                  <c:v>1.35</c:v>
                </c:pt>
                <c:pt idx="330">
                  <c:v>1.12</c:v>
                </c:pt>
                <c:pt idx="331">
                  <c:v>0.91</c:v>
                </c:pt>
                <c:pt idx="332">
                  <c:v>1.08</c:v>
                </c:pt>
                <c:pt idx="333">
                  <c:v>1.74</c:v>
                </c:pt>
                <c:pt idx="334">
                  <c:v>1.11</c:v>
                </c:pt>
                <c:pt idx="335">
                  <c:v>1</c:v>
                </c:pt>
                <c:pt idx="336">
                  <c:v>1.95</c:v>
                </c:pt>
                <c:pt idx="337">
                  <c:v>2.04</c:v>
                </c:pt>
                <c:pt idx="338">
                  <c:v>1.98</c:v>
                </c:pt>
                <c:pt idx="339">
                  <c:v>1.97</c:v>
                </c:pt>
                <c:pt idx="340">
                  <c:v>0.99</c:v>
                </c:pt>
                <c:pt idx="341">
                  <c:v>1.1</c:v>
                </c:pt>
                <c:pt idx="342">
                  <c:v>1.43</c:v>
                </c:pt>
                <c:pt idx="343">
                  <c:v>1.54</c:v>
                </c:pt>
                <c:pt idx="344">
                  <c:v>1.25</c:v>
                </c:pt>
                <c:pt idx="345">
                  <c:v>2.15</c:v>
                </c:pt>
                <c:pt idx="346">
                  <c:v>2</c:v>
                </c:pt>
                <c:pt idx="347">
                  <c:v>0.77</c:v>
                </c:pt>
                <c:pt idx="348">
                  <c:v>1.11</c:v>
                </c:pt>
                <c:pt idx="349">
                  <c:v>1.43</c:v>
                </c:pt>
                <c:pt idx="350">
                  <c:v>2.08</c:v>
                </c:pt>
                <c:pt idx="351">
                  <c:v>1.04</c:v>
                </c:pt>
                <c:pt idx="352">
                  <c:v>0.57</c:v>
                </c:pt>
                <c:pt idx="353">
                  <c:v>7.83</c:v>
                </c:pt>
                <c:pt idx="354">
                  <c:v>8.32</c:v>
                </c:pt>
                <c:pt idx="355">
                  <c:v>1.48</c:v>
                </c:pt>
                <c:pt idx="356">
                  <c:v>1.23</c:v>
                </c:pt>
                <c:pt idx="357">
                  <c:v>1.84</c:v>
                </c:pt>
                <c:pt idx="358">
                  <c:v>1.05</c:v>
                </c:pt>
                <c:pt idx="359">
                  <c:v>0.83</c:v>
                </c:pt>
                <c:pt idx="360">
                  <c:v>1.4</c:v>
                </c:pt>
                <c:pt idx="361">
                  <c:v>1.52</c:v>
                </c:pt>
                <c:pt idx="362">
                  <c:v>1.01</c:v>
                </c:pt>
                <c:pt idx="363">
                  <c:v>1.43</c:v>
                </c:pt>
                <c:pt idx="364">
                  <c:v>1.6</c:v>
                </c:pt>
                <c:pt idx="365">
                  <c:v>1.37</c:v>
                </c:pt>
                <c:pt idx="366">
                  <c:v>0.8</c:v>
                </c:pt>
                <c:pt idx="367">
                  <c:v>0.4</c:v>
                </c:pt>
                <c:pt idx="368">
                  <c:v>1.89</c:v>
                </c:pt>
                <c:pt idx="369">
                  <c:v>1.86</c:v>
                </c:pt>
                <c:pt idx="370">
                  <c:v>1.95</c:v>
                </c:pt>
                <c:pt idx="371">
                  <c:v>2.06</c:v>
                </c:pt>
                <c:pt idx="372">
                  <c:v>0.82</c:v>
                </c:pt>
                <c:pt idx="373">
                  <c:v>0.81</c:v>
                </c:pt>
                <c:pt idx="374">
                  <c:v>1.47</c:v>
                </c:pt>
                <c:pt idx="375">
                  <c:v>2.53</c:v>
                </c:pt>
                <c:pt idx="376">
                  <c:v>2.77</c:v>
                </c:pt>
                <c:pt idx="377">
                  <c:v>0.33</c:v>
                </c:pt>
                <c:pt idx="378">
                  <c:v>0.64</c:v>
                </c:pt>
                <c:pt idx="379">
                  <c:v>0.91</c:v>
                </c:pt>
                <c:pt idx="380">
                  <c:v>1.31</c:v>
                </c:pt>
                <c:pt idx="381">
                  <c:v>1.61</c:v>
                </c:pt>
                <c:pt idx="382">
                  <c:v>1.36</c:v>
                </c:pt>
                <c:pt idx="383">
                  <c:v>2.49</c:v>
                </c:pt>
                <c:pt idx="384">
                  <c:v>1.62</c:v>
                </c:pt>
                <c:pt idx="385">
                  <c:v>1.86</c:v>
                </c:pt>
                <c:pt idx="386">
                  <c:v>1.15</c:v>
                </c:pt>
                <c:pt idx="387">
                  <c:v>1.22</c:v>
                </c:pt>
                <c:pt idx="388">
                  <c:v>1.06</c:v>
                </c:pt>
                <c:pt idx="389">
                  <c:v>1.21</c:v>
                </c:pt>
                <c:pt idx="390">
                  <c:v>1.34</c:v>
                </c:pt>
                <c:pt idx="391">
                  <c:v>1.07</c:v>
                </c:pt>
                <c:pt idx="392">
                  <c:v>1.14</c:v>
                </c:pt>
                <c:pt idx="393">
                  <c:v>0.85</c:v>
                </c:pt>
                <c:pt idx="394">
                  <c:v>1.29</c:v>
                </c:pt>
                <c:pt idx="395">
                  <c:v>1.69</c:v>
                </c:pt>
                <c:pt idx="396">
                  <c:v>1.83</c:v>
                </c:pt>
                <c:pt idx="397">
                  <c:v>0.93</c:v>
                </c:pt>
                <c:pt idx="398">
                  <c:v>1.22</c:v>
                </c:pt>
                <c:pt idx="399">
                  <c:v>1.16</c:v>
                </c:pt>
                <c:pt idx="400">
                  <c:v>1.47</c:v>
                </c:pt>
                <c:pt idx="401">
                  <c:v>1.74</c:v>
                </c:pt>
                <c:pt idx="402">
                  <c:v>1.6</c:v>
                </c:pt>
                <c:pt idx="403">
                  <c:v>1.21</c:v>
                </c:pt>
                <c:pt idx="404">
                  <c:v>1.42</c:v>
                </c:pt>
                <c:pt idx="405">
                  <c:v>1.69</c:v>
                </c:pt>
                <c:pt idx="406">
                  <c:v>1.23</c:v>
                </c:pt>
                <c:pt idx="407">
                  <c:v>1.35</c:v>
                </c:pt>
                <c:pt idx="408">
                  <c:v>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2262B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12262B"/>
                    </a:solidFill>
                    <a:latin typeface="+mn-lt"/>
                  </a:rPr>
                  <a:t>Rhythm frequency (Hz)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100"/>
      </c:val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1E8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2262B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12262B"/>
                    </a:solidFill>
                    <a:latin typeface="+mn-lt"/>
                  </a:rPr>
                  <a:t>Peak ÷ noise floor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226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B1 (failed)</c:v>
                </c:pt>
              </c:strCache>
            </c:strRef>
          </c:tx>
          <c:spPr>
            <a:solidFill>
              <a:srgbClr val="F26B4F"/>
            </a:solidFill>
            <a:ln w="25400" cap="flat">
              <a:solidFill>
                <a:srgbClr val="F26B4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26B4F"/>
              </a:solidFill>
              <a:ln w="9525" cap="flat">
                <a:solidFill>
                  <a:srgbClr val="F26B4F"/>
                </a:solidFill>
                <a:prstDash val="solid"/>
                <a:round/>
              </a:ln>
              <a:effectLst/>
            </c:spPr>
          </c:marker>
          <c:xVal>
            <c:numRef>
              <c:f>Sheet1!$A$2:$A$482</c:f>
              <c:numCache>
                <c:formatCode>General</c:formatCode>
                <c:ptCount val="481"/>
                <c:pt idx="0">
                  <c:v>-160</c:v>
                </c:pt>
                <c:pt idx="1">
                  <c:v>-160</c:v>
                </c:pt>
                <c:pt idx="2">
                  <c:v>-159</c:v>
                </c:pt>
                <c:pt idx="3">
                  <c:v>-159</c:v>
                </c:pt>
                <c:pt idx="4">
                  <c:v>-159</c:v>
                </c:pt>
                <c:pt idx="5">
                  <c:v>-158</c:v>
                </c:pt>
                <c:pt idx="6">
                  <c:v>-158</c:v>
                </c:pt>
                <c:pt idx="7">
                  <c:v>-158</c:v>
                </c:pt>
                <c:pt idx="8">
                  <c:v>-157</c:v>
                </c:pt>
                <c:pt idx="9">
                  <c:v>-157</c:v>
                </c:pt>
                <c:pt idx="10">
                  <c:v>-157</c:v>
                </c:pt>
                <c:pt idx="11">
                  <c:v>-156</c:v>
                </c:pt>
                <c:pt idx="12">
                  <c:v>-156</c:v>
                </c:pt>
                <c:pt idx="13">
                  <c:v>-156</c:v>
                </c:pt>
                <c:pt idx="14">
                  <c:v>-155</c:v>
                </c:pt>
                <c:pt idx="15">
                  <c:v>-155</c:v>
                </c:pt>
                <c:pt idx="16">
                  <c:v>-155</c:v>
                </c:pt>
                <c:pt idx="17">
                  <c:v>-154</c:v>
                </c:pt>
                <c:pt idx="18">
                  <c:v>-154</c:v>
                </c:pt>
                <c:pt idx="19">
                  <c:v>-154</c:v>
                </c:pt>
                <c:pt idx="20">
                  <c:v>-153</c:v>
                </c:pt>
                <c:pt idx="21">
                  <c:v>-153</c:v>
                </c:pt>
                <c:pt idx="22">
                  <c:v>-153</c:v>
                </c:pt>
                <c:pt idx="23">
                  <c:v>-152</c:v>
                </c:pt>
                <c:pt idx="24">
                  <c:v>-152</c:v>
                </c:pt>
                <c:pt idx="25">
                  <c:v>-152</c:v>
                </c:pt>
                <c:pt idx="26">
                  <c:v>-151</c:v>
                </c:pt>
                <c:pt idx="27">
                  <c:v>-151</c:v>
                </c:pt>
                <c:pt idx="28">
                  <c:v>-151</c:v>
                </c:pt>
                <c:pt idx="29">
                  <c:v>-150</c:v>
                </c:pt>
                <c:pt idx="30">
                  <c:v>-150</c:v>
                </c:pt>
                <c:pt idx="31">
                  <c:v>-150</c:v>
                </c:pt>
                <c:pt idx="32">
                  <c:v>-149</c:v>
                </c:pt>
                <c:pt idx="33">
                  <c:v>-149</c:v>
                </c:pt>
                <c:pt idx="34">
                  <c:v>-149</c:v>
                </c:pt>
                <c:pt idx="35">
                  <c:v>-148</c:v>
                </c:pt>
                <c:pt idx="36">
                  <c:v>-148</c:v>
                </c:pt>
                <c:pt idx="37">
                  <c:v>-148</c:v>
                </c:pt>
                <c:pt idx="38">
                  <c:v>-147</c:v>
                </c:pt>
                <c:pt idx="39">
                  <c:v>-147</c:v>
                </c:pt>
                <c:pt idx="40">
                  <c:v>-147</c:v>
                </c:pt>
                <c:pt idx="41">
                  <c:v>-146</c:v>
                </c:pt>
                <c:pt idx="42">
                  <c:v>-146</c:v>
                </c:pt>
                <c:pt idx="43">
                  <c:v>-146</c:v>
                </c:pt>
                <c:pt idx="44">
                  <c:v>-145</c:v>
                </c:pt>
                <c:pt idx="45">
                  <c:v>-145</c:v>
                </c:pt>
                <c:pt idx="46">
                  <c:v>-145</c:v>
                </c:pt>
                <c:pt idx="47">
                  <c:v>-144</c:v>
                </c:pt>
                <c:pt idx="48">
                  <c:v>-144</c:v>
                </c:pt>
                <c:pt idx="49">
                  <c:v>-144</c:v>
                </c:pt>
                <c:pt idx="50">
                  <c:v>-143</c:v>
                </c:pt>
                <c:pt idx="51">
                  <c:v>-143</c:v>
                </c:pt>
                <c:pt idx="52">
                  <c:v>-143</c:v>
                </c:pt>
                <c:pt idx="53">
                  <c:v>-142</c:v>
                </c:pt>
                <c:pt idx="54">
                  <c:v>-142</c:v>
                </c:pt>
                <c:pt idx="55">
                  <c:v>-142</c:v>
                </c:pt>
                <c:pt idx="56">
                  <c:v>-141</c:v>
                </c:pt>
                <c:pt idx="57">
                  <c:v>-141</c:v>
                </c:pt>
                <c:pt idx="58">
                  <c:v>-141</c:v>
                </c:pt>
                <c:pt idx="59">
                  <c:v>-140</c:v>
                </c:pt>
                <c:pt idx="60">
                  <c:v>-140</c:v>
                </c:pt>
                <c:pt idx="61">
                  <c:v>-140</c:v>
                </c:pt>
                <c:pt idx="62">
                  <c:v>-139</c:v>
                </c:pt>
                <c:pt idx="63">
                  <c:v>-139</c:v>
                </c:pt>
                <c:pt idx="64">
                  <c:v>-139</c:v>
                </c:pt>
                <c:pt idx="65">
                  <c:v>-138</c:v>
                </c:pt>
                <c:pt idx="66">
                  <c:v>-138</c:v>
                </c:pt>
                <c:pt idx="67">
                  <c:v>-138</c:v>
                </c:pt>
                <c:pt idx="68">
                  <c:v>-137</c:v>
                </c:pt>
                <c:pt idx="69">
                  <c:v>-137</c:v>
                </c:pt>
                <c:pt idx="70">
                  <c:v>-137</c:v>
                </c:pt>
                <c:pt idx="71">
                  <c:v>-136</c:v>
                </c:pt>
                <c:pt idx="72">
                  <c:v>-136</c:v>
                </c:pt>
                <c:pt idx="73">
                  <c:v>-136</c:v>
                </c:pt>
                <c:pt idx="74">
                  <c:v>-135</c:v>
                </c:pt>
                <c:pt idx="75">
                  <c:v>-135</c:v>
                </c:pt>
                <c:pt idx="76">
                  <c:v>-135</c:v>
                </c:pt>
                <c:pt idx="77">
                  <c:v>-134</c:v>
                </c:pt>
                <c:pt idx="78">
                  <c:v>-134</c:v>
                </c:pt>
                <c:pt idx="79">
                  <c:v>-134</c:v>
                </c:pt>
                <c:pt idx="80">
                  <c:v>-133</c:v>
                </c:pt>
                <c:pt idx="81">
                  <c:v>-133</c:v>
                </c:pt>
                <c:pt idx="82">
                  <c:v>-133</c:v>
                </c:pt>
                <c:pt idx="83">
                  <c:v>-132</c:v>
                </c:pt>
                <c:pt idx="84">
                  <c:v>-132</c:v>
                </c:pt>
                <c:pt idx="85">
                  <c:v>-132</c:v>
                </c:pt>
                <c:pt idx="86">
                  <c:v>-131</c:v>
                </c:pt>
                <c:pt idx="87">
                  <c:v>-131</c:v>
                </c:pt>
                <c:pt idx="88">
                  <c:v>-131</c:v>
                </c:pt>
                <c:pt idx="89">
                  <c:v>-130</c:v>
                </c:pt>
                <c:pt idx="90">
                  <c:v>-130</c:v>
                </c:pt>
                <c:pt idx="91">
                  <c:v>-130</c:v>
                </c:pt>
                <c:pt idx="92">
                  <c:v>-129</c:v>
                </c:pt>
                <c:pt idx="93">
                  <c:v>-129</c:v>
                </c:pt>
                <c:pt idx="94">
                  <c:v>-129</c:v>
                </c:pt>
                <c:pt idx="95">
                  <c:v>-128</c:v>
                </c:pt>
                <c:pt idx="96">
                  <c:v>-128</c:v>
                </c:pt>
                <c:pt idx="97">
                  <c:v>-128</c:v>
                </c:pt>
                <c:pt idx="98">
                  <c:v>-127</c:v>
                </c:pt>
                <c:pt idx="99">
                  <c:v>-127</c:v>
                </c:pt>
                <c:pt idx="100">
                  <c:v>-127</c:v>
                </c:pt>
                <c:pt idx="101">
                  <c:v>-126</c:v>
                </c:pt>
                <c:pt idx="102">
                  <c:v>-126</c:v>
                </c:pt>
                <c:pt idx="103">
                  <c:v>-126</c:v>
                </c:pt>
                <c:pt idx="104">
                  <c:v>-125</c:v>
                </c:pt>
                <c:pt idx="105">
                  <c:v>-125</c:v>
                </c:pt>
                <c:pt idx="106">
                  <c:v>-125</c:v>
                </c:pt>
                <c:pt idx="107">
                  <c:v>-124</c:v>
                </c:pt>
                <c:pt idx="108">
                  <c:v>-124</c:v>
                </c:pt>
                <c:pt idx="109">
                  <c:v>-124</c:v>
                </c:pt>
                <c:pt idx="110">
                  <c:v>-123</c:v>
                </c:pt>
                <c:pt idx="111">
                  <c:v>-123</c:v>
                </c:pt>
                <c:pt idx="112">
                  <c:v>-123</c:v>
                </c:pt>
                <c:pt idx="113">
                  <c:v>-122</c:v>
                </c:pt>
                <c:pt idx="114">
                  <c:v>-122</c:v>
                </c:pt>
                <c:pt idx="115">
                  <c:v>-122</c:v>
                </c:pt>
                <c:pt idx="116">
                  <c:v>-121</c:v>
                </c:pt>
                <c:pt idx="117">
                  <c:v>-121</c:v>
                </c:pt>
                <c:pt idx="118">
                  <c:v>-121</c:v>
                </c:pt>
                <c:pt idx="119">
                  <c:v>-120</c:v>
                </c:pt>
                <c:pt idx="120">
                  <c:v>-120</c:v>
                </c:pt>
                <c:pt idx="121">
                  <c:v>-120</c:v>
                </c:pt>
                <c:pt idx="122">
                  <c:v>-119</c:v>
                </c:pt>
                <c:pt idx="123">
                  <c:v>-119</c:v>
                </c:pt>
                <c:pt idx="124">
                  <c:v>-119</c:v>
                </c:pt>
                <c:pt idx="125">
                  <c:v>-118</c:v>
                </c:pt>
                <c:pt idx="126">
                  <c:v>-118</c:v>
                </c:pt>
                <c:pt idx="127">
                  <c:v>-118</c:v>
                </c:pt>
                <c:pt idx="128">
                  <c:v>-117</c:v>
                </c:pt>
                <c:pt idx="129">
                  <c:v>-117</c:v>
                </c:pt>
                <c:pt idx="130">
                  <c:v>-117</c:v>
                </c:pt>
                <c:pt idx="131">
                  <c:v>-116</c:v>
                </c:pt>
                <c:pt idx="132">
                  <c:v>-116</c:v>
                </c:pt>
                <c:pt idx="133">
                  <c:v>-116</c:v>
                </c:pt>
                <c:pt idx="134">
                  <c:v>-115</c:v>
                </c:pt>
                <c:pt idx="135">
                  <c:v>-115</c:v>
                </c:pt>
                <c:pt idx="136">
                  <c:v>-115</c:v>
                </c:pt>
                <c:pt idx="137">
                  <c:v>-114</c:v>
                </c:pt>
                <c:pt idx="138">
                  <c:v>-114</c:v>
                </c:pt>
                <c:pt idx="139">
                  <c:v>-114</c:v>
                </c:pt>
                <c:pt idx="140">
                  <c:v>-113</c:v>
                </c:pt>
                <c:pt idx="141">
                  <c:v>-113</c:v>
                </c:pt>
                <c:pt idx="142">
                  <c:v>-113</c:v>
                </c:pt>
                <c:pt idx="143">
                  <c:v>-112</c:v>
                </c:pt>
                <c:pt idx="144">
                  <c:v>-112</c:v>
                </c:pt>
                <c:pt idx="145">
                  <c:v>-112</c:v>
                </c:pt>
                <c:pt idx="146">
                  <c:v>-111</c:v>
                </c:pt>
                <c:pt idx="147">
                  <c:v>-111</c:v>
                </c:pt>
                <c:pt idx="148">
                  <c:v>-111</c:v>
                </c:pt>
                <c:pt idx="149">
                  <c:v>-110</c:v>
                </c:pt>
                <c:pt idx="150">
                  <c:v>-110</c:v>
                </c:pt>
                <c:pt idx="151">
                  <c:v>-110</c:v>
                </c:pt>
                <c:pt idx="152">
                  <c:v>-109</c:v>
                </c:pt>
                <c:pt idx="153">
                  <c:v>-109</c:v>
                </c:pt>
                <c:pt idx="154">
                  <c:v>-109</c:v>
                </c:pt>
                <c:pt idx="155">
                  <c:v>-108</c:v>
                </c:pt>
                <c:pt idx="156">
                  <c:v>-108</c:v>
                </c:pt>
                <c:pt idx="157">
                  <c:v>-108</c:v>
                </c:pt>
                <c:pt idx="158">
                  <c:v>-107</c:v>
                </c:pt>
                <c:pt idx="159">
                  <c:v>-107</c:v>
                </c:pt>
                <c:pt idx="160">
                  <c:v>-107</c:v>
                </c:pt>
                <c:pt idx="161">
                  <c:v>-106</c:v>
                </c:pt>
                <c:pt idx="162">
                  <c:v>-106</c:v>
                </c:pt>
                <c:pt idx="163">
                  <c:v>-106</c:v>
                </c:pt>
                <c:pt idx="164">
                  <c:v>-105</c:v>
                </c:pt>
                <c:pt idx="165">
                  <c:v>-105</c:v>
                </c:pt>
                <c:pt idx="166">
                  <c:v>-105</c:v>
                </c:pt>
                <c:pt idx="167">
                  <c:v>-104</c:v>
                </c:pt>
                <c:pt idx="168">
                  <c:v>-104</c:v>
                </c:pt>
                <c:pt idx="169">
                  <c:v>-104</c:v>
                </c:pt>
                <c:pt idx="170">
                  <c:v>-103</c:v>
                </c:pt>
                <c:pt idx="171">
                  <c:v>-103</c:v>
                </c:pt>
                <c:pt idx="172">
                  <c:v>-103</c:v>
                </c:pt>
                <c:pt idx="173">
                  <c:v>-102</c:v>
                </c:pt>
                <c:pt idx="174">
                  <c:v>-102</c:v>
                </c:pt>
                <c:pt idx="175">
                  <c:v>-102</c:v>
                </c:pt>
                <c:pt idx="176">
                  <c:v>-101</c:v>
                </c:pt>
                <c:pt idx="177">
                  <c:v>-101</c:v>
                </c:pt>
                <c:pt idx="178">
                  <c:v>-101</c:v>
                </c:pt>
                <c:pt idx="179">
                  <c:v>-100</c:v>
                </c:pt>
                <c:pt idx="180">
                  <c:v>-100</c:v>
                </c:pt>
                <c:pt idx="181">
                  <c:v>-100</c:v>
                </c:pt>
                <c:pt idx="182">
                  <c:v>-99</c:v>
                </c:pt>
                <c:pt idx="183">
                  <c:v>-99</c:v>
                </c:pt>
                <c:pt idx="184">
                  <c:v>-99</c:v>
                </c:pt>
                <c:pt idx="185">
                  <c:v>-98</c:v>
                </c:pt>
                <c:pt idx="186">
                  <c:v>-98</c:v>
                </c:pt>
                <c:pt idx="187">
                  <c:v>-98</c:v>
                </c:pt>
                <c:pt idx="188">
                  <c:v>-97</c:v>
                </c:pt>
                <c:pt idx="189">
                  <c:v>-97</c:v>
                </c:pt>
                <c:pt idx="190">
                  <c:v>-97</c:v>
                </c:pt>
                <c:pt idx="191">
                  <c:v>-96</c:v>
                </c:pt>
                <c:pt idx="192">
                  <c:v>-96</c:v>
                </c:pt>
                <c:pt idx="193">
                  <c:v>-96</c:v>
                </c:pt>
                <c:pt idx="194">
                  <c:v>-95</c:v>
                </c:pt>
                <c:pt idx="195">
                  <c:v>-95</c:v>
                </c:pt>
                <c:pt idx="196">
                  <c:v>-95</c:v>
                </c:pt>
                <c:pt idx="197">
                  <c:v>-94</c:v>
                </c:pt>
                <c:pt idx="198">
                  <c:v>-94</c:v>
                </c:pt>
                <c:pt idx="199">
                  <c:v>-94</c:v>
                </c:pt>
                <c:pt idx="200">
                  <c:v>-93</c:v>
                </c:pt>
                <c:pt idx="201">
                  <c:v>-93</c:v>
                </c:pt>
                <c:pt idx="202">
                  <c:v>-93</c:v>
                </c:pt>
                <c:pt idx="203">
                  <c:v>-92</c:v>
                </c:pt>
                <c:pt idx="204">
                  <c:v>-92</c:v>
                </c:pt>
                <c:pt idx="205">
                  <c:v>-92</c:v>
                </c:pt>
                <c:pt idx="206">
                  <c:v>-91</c:v>
                </c:pt>
                <c:pt idx="207">
                  <c:v>-91</c:v>
                </c:pt>
                <c:pt idx="208">
                  <c:v>-91</c:v>
                </c:pt>
                <c:pt idx="209">
                  <c:v>-90</c:v>
                </c:pt>
                <c:pt idx="210">
                  <c:v>-90</c:v>
                </c:pt>
                <c:pt idx="211">
                  <c:v>-90</c:v>
                </c:pt>
                <c:pt idx="212">
                  <c:v>-89</c:v>
                </c:pt>
                <c:pt idx="213">
                  <c:v>-89</c:v>
                </c:pt>
                <c:pt idx="214">
                  <c:v>-89</c:v>
                </c:pt>
                <c:pt idx="215">
                  <c:v>-88</c:v>
                </c:pt>
                <c:pt idx="216">
                  <c:v>-88</c:v>
                </c:pt>
                <c:pt idx="217">
                  <c:v>-88</c:v>
                </c:pt>
                <c:pt idx="218">
                  <c:v>-87</c:v>
                </c:pt>
                <c:pt idx="219">
                  <c:v>-87</c:v>
                </c:pt>
                <c:pt idx="220">
                  <c:v>-87</c:v>
                </c:pt>
                <c:pt idx="221">
                  <c:v>-86</c:v>
                </c:pt>
                <c:pt idx="222">
                  <c:v>-86</c:v>
                </c:pt>
                <c:pt idx="223">
                  <c:v>-86</c:v>
                </c:pt>
                <c:pt idx="224">
                  <c:v>-85</c:v>
                </c:pt>
                <c:pt idx="225">
                  <c:v>-85</c:v>
                </c:pt>
                <c:pt idx="226">
                  <c:v>-85</c:v>
                </c:pt>
                <c:pt idx="227">
                  <c:v>-84</c:v>
                </c:pt>
                <c:pt idx="228">
                  <c:v>-84</c:v>
                </c:pt>
                <c:pt idx="229">
                  <c:v>-84</c:v>
                </c:pt>
                <c:pt idx="230">
                  <c:v>-83</c:v>
                </c:pt>
                <c:pt idx="231">
                  <c:v>-83</c:v>
                </c:pt>
                <c:pt idx="232">
                  <c:v>-83</c:v>
                </c:pt>
                <c:pt idx="233">
                  <c:v>-82</c:v>
                </c:pt>
                <c:pt idx="234">
                  <c:v>-82</c:v>
                </c:pt>
                <c:pt idx="235">
                  <c:v>-82</c:v>
                </c:pt>
                <c:pt idx="236">
                  <c:v>-81</c:v>
                </c:pt>
                <c:pt idx="237">
                  <c:v>-81</c:v>
                </c:pt>
                <c:pt idx="238">
                  <c:v>-81</c:v>
                </c:pt>
                <c:pt idx="239">
                  <c:v>-80</c:v>
                </c:pt>
                <c:pt idx="240">
                  <c:v>-80</c:v>
                </c:pt>
                <c:pt idx="241">
                  <c:v>-80</c:v>
                </c:pt>
                <c:pt idx="242">
                  <c:v>-79</c:v>
                </c:pt>
                <c:pt idx="243">
                  <c:v>-79</c:v>
                </c:pt>
                <c:pt idx="244">
                  <c:v>-79</c:v>
                </c:pt>
                <c:pt idx="245">
                  <c:v>-78</c:v>
                </c:pt>
                <c:pt idx="246">
                  <c:v>-78</c:v>
                </c:pt>
                <c:pt idx="247">
                  <c:v>-78</c:v>
                </c:pt>
                <c:pt idx="248">
                  <c:v>-77</c:v>
                </c:pt>
                <c:pt idx="249">
                  <c:v>-77</c:v>
                </c:pt>
                <c:pt idx="250">
                  <c:v>-77</c:v>
                </c:pt>
                <c:pt idx="251">
                  <c:v>-76</c:v>
                </c:pt>
                <c:pt idx="252">
                  <c:v>-76</c:v>
                </c:pt>
                <c:pt idx="253">
                  <c:v>-76</c:v>
                </c:pt>
                <c:pt idx="254">
                  <c:v>-75</c:v>
                </c:pt>
                <c:pt idx="255">
                  <c:v>-75</c:v>
                </c:pt>
                <c:pt idx="256">
                  <c:v>-75</c:v>
                </c:pt>
                <c:pt idx="257">
                  <c:v>-74</c:v>
                </c:pt>
                <c:pt idx="258">
                  <c:v>-74</c:v>
                </c:pt>
                <c:pt idx="259">
                  <c:v>-74</c:v>
                </c:pt>
                <c:pt idx="260">
                  <c:v>-73</c:v>
                </c:pt>
                <c:pt idx="261">
                  <c:v>-73</c:v>
                </c:pt>
                <c:pt idx="262">
                  <c:v>-73</c:v>
                </c:pt>
                <c:pt idx="263">
                  <c:v>-72</c:v>
                </c:pt>
                <c:pt idx="264">
                  <c:v>-72</c:v>
                </c:pt>
                <c:pt idx="265">
                  <c:v>-72</c:v>
                </c:pt>
                <c:pt idx="266">
                  <c:v>-71</c:v>
                </c:pt>
                <c:pt idx="267">
                  <c:v>-71</c:v>
                </c:pt>
                <c:pt idx="268">
                  <c:v>-71</c:v>
                </c:pt>
                <c:pt idx="269">
                  <c:v>-70</c:v>
                </c:pt>
                <c:pt idx="270">
                  <c:v>-70</c:v>
                </c:pt>
                <c:pt idx="271">
                  <c:v>-70</c:v>
                </c:pt>
                <c:pt idx="272">
                  <c:v>-69</c:v>
                </c:pt>
                <c:pt idx="273">
                  <c:v>-69</c:v>
                </c:pt>
                <c:pt idx="274">
                  <c:v>-69</c:v>
                </c:pt>
                <c:pt idx="275">
                  <c:v>-68</c:v>
                </c:pt>
                <c:pt idx="276">
                  <c:v>-68</c:v>
                </c:pt>
                <c:pt idx="277">
                  <c:v>-68</c:v>
                </c:pt>
                <c:pt idx="278">
                  <c:v>-67</c:v>
                </c:pt>
                <c:pt idx="279">
                  <c:v>-67</c:v>
                </c:pt>
                <c:pt idx="280">
                  <c:v>-67</c:v>
                </c:pt>
                <c:pt idx="281">
                  <c:v>-66</c:v>
                </c:pt>
                <c:pt idx="282">
                  <c:v>-66</c:v>
                </c:pt>
                <c:pt idx="283">
                  <c:v>-66</c:v>
                </c:pt>
                <c:pt idx="284">
                  <c:v>-65</c:v>
                </c:pt>
                <c:pt idx="285">
                  <c:v>-65</c:v>
                </c:pt>
                <c:pt idx="286">
                  <c:v>-65</c:v>
                </c:pt>
                <c:pt idx="287">
                  <c:v>-64</c:v>
                </c:pt>
                <c:pt idx="288">
                  <c:v>-64</c:v>
                </c:pt>
                <c:pt idx="289">
                  <c:v>-64</c:v>
                </c:pt>
                <c:pt idx="290">
                  <c:v>-63</c:v>
                </c:pt>
                <c:pt idx="291">
                  <c:v>-63</c:v>
                </c:pt>
                <c:pt idx="292">
                  <c:v>-63</c:v>
                </c:pt>
                <c:pt idx="293">
                  <c:v>-62</c:v>
                </c:pt>
                <c:pt idx="294">
                  <c:v>-62</c:v>
                </c:pt>
                <c:pt idx="295">
                  <c:v>-62</c:v>
                </c:pt>
                <c:pt idx="296">
                  <c:v>-61</c:v>
                </c:pt>
                <c:pt idx="297">
                  <c:v>-61</c:v>
                </c:pt>
                <c:pt idx="298">
                  <c:v>-61</c:v>
                </c:pt>
                <c:pt idx="299">
                  <c:v>-60</c:v>
                </c:pt>
                <c:pt idx="300">
                  <c:v>-60</c:v>
                </c:pt>
                <c:pt idx="301">
                  <c:v>-60</c:v>
                </c:pt>
                <c:pt idx="302">
                  <c:v>-59</c:v>
                </c:pt>
                <c:pt idx="303">
                  <c:v>-59</c:v>
                </c:pt>
                <c:pt idx="304">
                  <c:v>-59</c:v>
                </c:pt>
                <c:pt idx="305">
                  <c:v>-58</c:v>
                </c:pt>
                <c:pt idx="306">
                  <c:v>-58</c:v>
                </c:pt>
                <c:pt idx="307">
                  <c:v>-58</c:v>
                </c:pt>
                <c:pt idx="308">
                  <c:v>-57</c:v>
                </c:pt>
                <c:pt idx="309">
                  <c:v>-57</c:v>
                </c:pt>
                <c:pt idx="310">
                  <c:v>-57</c:v>
                </c:pt>
                <c:pt idx="311">
                  <c:v>-56</c:v>
                </c:pt>
                <c:pt idx="312">
                  <c:v>-56</c:v>
                </c:pt>
                <c:pt idx="313">
                  <c:v>-56</c:v>
                </c:pt>
                <c:pt idx="314">
                  <c:v>-55</c:v>
                </c:pt>
                <c:pt idx="315">
                  <c:v>-55</c:v>
                </c:pt>
                <c:pt idx="316">
                  <c:v>-55</c:v>
                </c:pt>
                <c:pt idx="317">
                  <c:v>-54</c:v>
                </c:pt>
                <c:pt idx="318">
                  <c:v>-54</c:v>
                </c:pt>
                <c:pt idx="319">
                  <c:v>-54</c:v>
                </c:pt>
                <c:pt idx="320">
                  <c:v>-53</c:v>
                </c:pt>
                <c:pt idx="321">
                  <c:v>-53</c:v>
                </c:pt>
                <c:pt idx="322">
                  <c:v>-53</c:v>
                </c:pt>
                <c:pt idx="323">
                  <c:v>-52</c:v>
                </c:pt>
                <c:pt idx="324">
                  <c:v>-52</c:v>
                </c:pt>
                <c:pt idx="325">
                  <c:v>-52</c:v>
                </c:pt>
                <c:pt idx="326">
                  <c:v>-51</c:v>
                </c:pt>
                <c:pt idx="327">
                  <c:v>-51</c:v>
                </c:pt>
                <c:pt idx="328">
                  <c:v>-51</c:v>
                </c:pt>
                <c:pt idx="329">
                  <c:v>-50</c:v>
                </c:pt>
                <c:pt idx="330">
                  <c:v>-50</c:v>
                </c:pt>
                <c:pt idx="331">
                  <c:v>-50</c:v>
                </c:pt>
                <c:pt idx="332">
                  <c:v>-49</c:v>
                </c:pt>
                <c:pt idx="333">
                  <c:v>-49</c:v>
                </c:pt>
                <c:pt idx="334">
                  <c:v>-49</c:v>
                </c:pt>
                <c:pt idx="335">
                  <c:v>-48</c:v>
                </c:pt>
                <c:pt idx="336">
                  <c:v>-48</c:v>
                </c:pt>
                <c:pt idx="337">
                  <c:v>-48</c:v>
                </c:pt>
                <c:pt idx="338">
                  <c:v>-47</c:v>
                </c:pt>
                <c:pt idx="339">
                  <c:v>-47</c:v>
                </c:pt>
                <c:pt idx="340">
                  <c:v>-47</c:v>
                </c:pt>
                <c:pt idx="341">
                  <c:v>-46</c:v>
                </c:pt>
                <c:pt idx="342">
                  <c:v>-46</c:v>
                </c:pt>
                <c:pt idx="343">
                  <c:v>-46</c:v>
                </c:pt>
                <c:pt idx="344">
                  <c:v>-45</c:v>
                </c:pt>
                <c:pt idx="345">
                  <c:v>-45</c:v>
                </c:pt>
                <c:pt idx="346">
                  <c:v>-45</c:v>
                </c:pt>
                <c:pt idx="347">
                  <c:v>-44</c:v>
                </c:pt>
                <c:pt idx="348">
                  <c:v>-44</c:v>
                </c:pt>
                <c:pt idx="349">
                  <c:v>-44</c:v>
                </c:pt>
                <c:pt idx="350">
                  <c:v>-43</c:v>
                </c:pt>
                <c:pt idx="351">
                  <c:v>-43</c:v>
                </c:pt>
                <c:pt idx="352">
                  <c:v>-43</c:v>
                </c:pt>
                <c:pt idx="353">
                  <c:v>-42</c:v>
                </c:pt>
                <c:pt idx="354">
                  <c:v>-42</c:v>
                </c:pt>
                <c:pt idx="355">
                  <c:v>-42</c:v>
                </c:pt>
                <c:pt idx="356">
                  <c:v>-41</c:v>
                </c:pt>
                <c:pt idx="357">
                  <c:v>-41</c:v>
                </c:pt>
                <c:pt idx="358">
                  <c:v>-41</c:v>
                </c:pt>
                <c:pt idx="359">
                  <c:v>-40</c:v>
                </c:pt>
                <c:pt idx="360">
                  <c:v>-40</c:v>
                </c:pt>
                <c:pt idx="361">
                  <c:v>-40</c:v>
                </c:pt>
                <c:pt idx="362">
                  <c:v>-39</c:v>
                </c:pt>
                <c:pt idx="363">
                  <c:v>-39</c:v>
                </c:pt>
                <c:pt idx="364">
                  <c:v>-39</c:v>
                </c:pt>
                <c:pt idx="365">
                  <c:v>-38</c:v>
                </c:pt>
                <c:pt idx="366">
                  <c:v>-38</c:v>
                </c:pt>
                <c:pt idx="367">
                  <c:v>-38</c:v>
                </c:pt>
                <c:pt idx="368">
                  <c:v>-37</c:v>
                </c:pt>
                <c:pt idx="369">
                  <c:v>-37</c:v>
                </c:pt>
                <c:pt idx="370">
                  <c:v>-37</c:v>
                </c:pt>
                <c:pt idx="371">
                  <c:v>-36</c:v>
                </c:pt>
                <c:pt idx="372">
                  <c:v>-36</c:v>
                </c:pt>
                <c:pt idx="373">
                  <c:v>-36</c:v>
                </c:pt>
                <c:pt idx="374">
                  <c:v>-35</c:v>
                </c:pt>
                <c:pt idx="375">
                  <c:v>-35</c:v>
                </c:pt>
                <c:pt idx="376">
                  <c:v>-35</c:v>
                </c:pt>
                <c:pt idx="377">
                  <c:v>-34</c:v>
                </c:pt>
                <c:pt idx="378">
                  <c:v>-34</c:v>
                </c:pt>
                <c:pt idx="379">
                  <c:v>-34</c:v>
                </c:pt>
                <c:pt idx="380">
                  <c:v>-33</c:v>
                </c:pt>
                <c:pt idx="381">
                  <c:v>-33</c:v>
                </c:pt>
                <c:pt idx="382">
                  <c:v>-33</c:v>
                </c:pt>
                <c:pt idx="383">
                  <c:v>-32</c:v>
                </c:pt>
                <c:pt idx="384">
                  <c:v>-32</c:v>
                </c:pt>
                <c:pt idx="385">
                  <c:v>-32</c:v>
                </c:pt>
                <c:pt idx="386">
                  <c:v>-31</c:v>
                </c:pt>
                <c:pt idx="387">
                  <c:v>-31</c:v>
                </c:pt>
                <c:pt idx="388">
                  <c:v>-31</c:v>
                </c:pt>
                <c:pt idx="389">
                  <c:v>-30</c:v>
                </c:pt>
                <c:pt idx="390">
                  <c:v>-30</c:v>
                </c:pt>
                <c:pt idx="391">
                  <c:v>-30</c:v>
                </c:pt>
                <c:pt idx="392">
                  <c:v>-29</c:v>
                </c:pt>
                <c:pt idx="393">
                  <c:v>-29</c:v>
                </c:pt>
                <c:pt idx="394">
                  <c:v>-29</c:v>
                </c:pt>
                <c:pt idx="395">
                  <c:v>-28</c:v>
                </c:pt>
                <c:pt idx="396">
                  <c:v>-28</c:v>
                </c:pt>
                <c:pt idx="397">
                  <c:v>-28</c:v>
                </c:pt>
                <c:pt idx="398">
                  <c:v>-27</c:v>
                </c:pt>
                <c:pt idx="399">
                  <c:v>-27</c:v>
                </c:pt>
                <c:pt idx="400">
                  <c:v>-27</c:v>
                </c:pt>
                <c:pt idx="401">
                  <c:v>-26</c:v>
                </c:pt>
                <c:pt idx="402">
                  <c:v>-26</c:v>
                </c:pt>
                <c:pt idx="403">
                  <c:v>-26</c:v>
                </c:pt>
                <c:pt idx="404">
                  <c:v>-25</c:v>
                </c:pt>
                <c:pt idx="405">
                  <c:v>-25</c:v>
                </c:pt>
                <c:pt idx="406">
                  <c:v>-25</c:v>
                </c:pt>
                <c:pt idx="407">
                  <c:v>-24</c:v>
                </c:pt>
                <c:pt idx="408">
                  <c:v>-24</c:v>
                </c:pt>
                <c:pt idx="409">
                  <c:v>-24</c:v>
                </c:pt>
                <c:pt idx="410">
                  <c:v>-23</c:v>
                </c:pt>
                <c:pt idx="411">
                  <c:v>-23</c:v>
                </c:pt>
                <c:pt idx="412">
                  <c:v>-23</c:v>
                </c:pt>
                <c:pt idx="413">
                  <c:v>-22</c:v>
                </c:pt>
                <c:pt idx="414">
                  <c:v>-22</c:v>
                </c:pt>
                <c:pt idx="415">
                  <c:v>-22</c:v>
                </c:pt>
                <c:pt idx="416">
                  <c:v>-21</c:v>
                </c:pt>
                <c:pt idx="417">
                  <c:v>-21</c:v>
                </c:pt>
                <c:pt idx="418">
                  <c:v>-21</c:v>
                </c:pt>
                <c:pt idx="419">
                  <c:v>-20</c:v>
                </c:pt>
                <c:pt idx="420">
                  <c:v>-20</c:v>
                </c:pt>
                <c:pt idx="421">
                  <c:v>-20</c:v>
                </c:pt>
                <c:pt idx="422">
                  <c:v>-19</c:v>
                </c:pt>
                <c:pt idx="423">
                  <c:v>-19</c:v>
                </c:pt>
                <c:pt idx="424">
                  <c:v>-19</c:v>
                </c:pt>
                <c:pt idx="425">
                  <c:v>-18</c:v>
                </c:pt>
                <c:pt idx="426">
                  <c:v>-18</c:v>
                </c:pt>
                <c:pt idx="427">
                  <c:v>-18</c:v>
                </c:pt>
                <c:pt idx="428">
                  <c:v>-17</c:v>
                </c:pt>
                <c:pt idx="429">
                  <c:v>-17</c:v>
                </c:pt>
                <c:pt idx="430">
                  <c:v>-17</c:v>
                </c:pt>
                <c:pt idx="431">
                  <c:v>-16</c:v>
                </c:pt>
                <c:pt idx="432">
                  <c:v>-16</c:v>
                </c:pt>
                <c:pt idx="433">
                  <c:v>-16</c:v>
                </c:pt>
                <c:pt idx="434">
                  <c:v>-15</c:v>
                </c:pt>
                <c:pt idx="435">
                  <c:v>-15</c:v>
                </c:pt>
                <c:pt idx="436">
                  <c:v>-15</c:v>
                </c:pt>
                <c:pt idx="437">
                  <c:v>-14</c:v>
                </c:pt>
                <c:pt idx="438">
                  <c:v>-14</c:v>
                </c:pt>
                <c:pt idx="439">
                  <c:v>-14</c:v>
                </c:pt>
                <c:pt idx="440">
                  <c:v>-13</c:v>
                </c:pt>
                <c:pt idx="441">
                  <c:v>-13</c:v>
                </c:pt>
                <c:pt idx="442">
                  <c:v>-13</c:v>
                </c:pt>
                <c:pt idx="443">
                  <c:v>-12</c:v>
                </c:pt>
                <c:pt idx="444">
                  <c:v>-12</c:v>
                </c:pt>
                <c:pt idx="445">
                  <c:v>-12</c:v>
                </c:pt>
                <c:pt idx="446">
                  <c:v>-11</c:v>
                </c:pt>
                <c:pt idx="447">
                  <c:v>-11</c:v>
                </c:pt>
                <c:pt idx="448">
                  <c:v>-11</c:v>
                </c:pt>
                <c:pt idx="449">
                  <c:v>-10</c:v>
                </c:pt>
                <c:pt idx="450">
                  <c:v>-10</c:v>
                </c:pt>
                <c:pt idx="451">
                  <c:v>-10</c:v>
                </c:pt>
                <c:pt idx="452">
                  <c:v>-9</c:v>
                </c:pt>
                <c:pt idx="453">
                  <c:v>-9</c:v>
                </c:pt>
                <c:pt idx="454">
                  <c:v>-9</c:v>
                </c:pt>
                <c:pt idx="455">
                  <c:v>-8</c:v>
                </c:pt>
                <c:pt idx="456">
                  <c:v>-8</c:v>
                </c:pt>
                <c:pt idx="457">
                  <c:v>-8</c:v>
                </c:pt>
                <c:pt idx="458">
                  <c:v>-7</c:v>
                </c:pt>
                <c:pt idx="459">
                  <c:v>-7</c:v>
                </c:pt>
                <c:pt idx="460">
                  <c:v>-7</c:v>
                </c:pt>
                <c:pt idx="461">
                  <c:v>-6</c:v>
                </c:pt>
                <c:pt idx="462">
                  <c:v>-6</c:v>
                </c:pt>
                <c:pt idx="463">
                  <c:v>-6</c:v>
                </c:pt>
                <c:pt idx="464">
                  <c:v>-5</c:v>
                </c:pt>
                <c:pt idx="465">
                  <c:v>-5</c:v>
                </c:pt>
                <c:pt idx="466">
                  <c:v>-5</c:v>
                </c:pt>
                <c:pt idx="467">
                  <c:v>-4</c:v>
                </c:pt>
                <c:pt idx="468">
                  <c:v>-4</c:v>
                </c:pt>
                <c:pt idx="469">
                  <c:v>-4</c:v>
                </c:pt>
                <c:pt idx="470">
                  <c:v>-3</c:v>
                </c:pt>
                <c:pt idx="471">
                  <c:v>-3</c:v>
                </c:pt>
                <c:pt idx="472">
                  <c:v>-3</c:v>
                </c:pt>
                <c:pt idx="473">
                  <c:v>-2</c:v>
                </c:pt>
                <c:pt idx="474">
                  <c:v>-2</c:v>
                </c:pt>
                <c:pt idx="475">
                  <c:v>-2</c:v>
                </c:pt>
                <c:pt idx="476">
                  <c:v>-1</c:v>
                </c:pt>
                <c:pt idx="477">
                  <c:v>-1</c:v>
                </c:pt>
                <c:pt idx="478">
                  <c:v>-1</c:v>
                </c:pt>
                <c:pt idx="479">
                  <c:v>0</c:v>
                </c:pt>
                <c:pt idx="480">
                  <c:v>0</c:v>
                </c:pt>
              </c:numCache>
            </c:numRef>
          </c:xVal>
          <c:yVal>
            <c:numRef>
              <c:f>Sheet1!$B$2:$B$482</c:f>
              <c:numCache>
                <c:formatCode>General</c:formatCode>
                <c:ptCount val="481"/>
                <c:pt idx="0">
                  <c:v>0.013</c:v>
                </c:pt>
                <c:pt idx="1">
                  <c:v>0.019</c:v>
                </c:pt>
                <c:pt idx="2">
                  <c:v>0.018</c:v>
                </c:pt>
                <c:pt idx="3">
                  <c:v>0.01</c:v>
                </c:pt>
                <c:pt idx="4">
                  <c:v>0.005</c:v>
                </c:pt>
                <c:pt idx="5">
                  <c:v>0.015</c:v>
                </c:pt>
                <c:pt idx="6">
                  <c:v>0.017</c:v>
                </c:pt>
                <c:pt idx="7">
                  <c:v>0.012</c:v>
                </c:pt>
                <c:pt idx="8">
                  <c:v>0.001</c:v>
                </c:pt>
                <c:pt idx="9">
                  <c:v>0</c:v>
                </c:pt>
                <c:pt idx="10">
                  <c:v>0.002</c:v>
                </c:pt>
                <c:pt idx="11">
                  <c:v>0.005</c:v>
                </c:pt>
                <c:pt idx="12">
                  <c:v>0.008</c:v>
                </c:pt>
                <c:pt idx="13">
                  <c:v>0.004</c:v>
                </c:pt>
                <c:pt idx="14">
                  <c:v>0</c:v>
                </c:pt>
                <c:pt idx="15">
                  <c:v>0.004</c:v>
                </c:pt>
                <c:pt idx="16">
                  <c:v>0.005</c:v>
                </c:pt>
                <c:pt idx="17">
                  <c:v>0.005</c:v>
                </c:pt>
                <c:pt idx="18">
                  <c:v>-0.004</c:v>
                </c:pt>
                <c:pt idx="19">
                  <c:v>-0.002</c:v>
                </c:pt>
                <c:pt idx="20">
                  <c:v>-0.004</c:v>
                </c:pt>
                <c:pt idx="21">
                  <c:v>-0.002</c:v>
                </c:pt>
                <c:pt idx="22">
                  <c:v>-0.008</c:v>
                </c:pt>
                <c:pt idx="23">
                  <c:v>-0.008</c:v>
                </c:pt>
                <c:pt idx="24">
                  <c:v>-0.009</c:v>
                </c:pt>
                <c:pt idx="25">
                  <c:v>-0.013</c:v>
                </c:pt>
                <c:pt idx="26">
                  <c:v>-0.007</c:v>
                </c:pt>
                <c:pt idx="27">
                  <c:v>-0.008</c:v>
                </c:pt>
                <c:pt idx="28">
                  <c:v>-0.003</c:v>
                </c:pt>
                <c:pt idx="29">
                  <c:v>-0.005</c:v>
                </c:pt>
                <c:pt idx="30">
                  <c:v>-0.004</c:v>
                </c:pt>
                <c:pt idx="31">
                  <c:v>0.001</c:v>
                </c:pt>
                <c:pt idx="32">
                  <c:v>0.002</c:v>
                </c:pt>
                <c:pt idx="33">
                  <c:v>0.005</c:v>
                </c:pt>
                <c:pt idx="34">
                  <c:v>0.003</c:v>
                </c:pt>
                <c:pt idx="35">
                  <c:v>-0.002</c:v>
                </c:pt>
                <c:pt idx="36">
                  <c:v>-0.002</c:v>
                </c:pt>
                <c:pt idx="37">
                  <c:v>-0.004</c:v>
                </c:pt>
                <c:pt idx="38">
                  <c:v>-0.003</c:v>
                </c:pt>
                <c:pt idx="39">
                  <c:v>-0.002</c:v>
                </c:pt>
                <c:pt idx="40">
                  <c:v>-0.003</c:v>
                </c:pt>
                <c:pt idx="41">
                  <c:v>-0.01</c:v>
                </c:pt>
                <c:pt idx="42">
                  <c:v>-0.008</c:v>
                </c:pt>
                <c:pt idx="43">
                  <c:v>-0.007</c:v>
                </c:pt>
                <c:pt idx="44">
                  <c:v>-0.005</c:v>
                </c:pt>
                <c:pt idx="45">
                  <c:v>-0.008</c:v>
                </c:pt>
                <c:pt idx="46">
                  <c:v>-0.01</c:v>
                </c:pt>
                <c:pt idx="47">
                  <c:v>-0.012</c:v>
                </c:pt>
                <c:pt idx="48">
                  <c:v>-0.006</c:v>
                </c:pt>
                <c:pt idx="49">
                  <c:v>-0.003</c:v>
                </c:pt>
                <c:pt idx="50">
                  <c:v>0</c:v>
                </c:pt>
                <c:pt idx="51">
                  <c:v>0.002</c:v>
                </c:pt>
                <c:pt idx="52">
                  <c:v>0.004</c:v>
                </c:pt>
                <c:pt idx="53">
                  <c:v>-0.003</c:v>
                </c:pt>
                <c:pt idx="54">
                  <c:v>-0.005</c:v>
                </c:pt>
                <c:pt idx="55">
                  <c:v>-0.011</c:v>
                </c:pt>
                <c:pt idx="56">
                  <c:v>-0.013</c:v>
                </c:pt>
                <c:pt idx="57">
                  <c:v>-0.01</c:v>
                </c:pt>
                <c:pt idx="58">
                  <c:v>-0.005</c:v>
                </c:pt>
                <c:pt idx="59">
                  <c:v>0.005</c:v>
                </c:pt>
                <c:pt idx="60">
                  <c:v>-0.002</c:v>
                </c:pt>
                <c:pt idx="61">
                  <c:v>-0.008</c:v>
                </c:pt>
                <c:pt idx="62">
                  <c:v>-0.01</c:v>
                </c:pt>
                <c:pt idx="63">
                  <c:v>-0.018</c:v>
                </c:pt>
                <c:pt idx="64">
                  <c:v>-0.011</c:v>
                </c:pt>
                <c:pt idx="65">
                  <c:v>-0.009</c:v>
                </c:pt>
                <c:pt idx="66">
                  <c:v>-0.002</c:v>
                </c:pt>
                <c:pt idx="67">
                  <c:v>-0.001</c:v>
                </c:pt>
                <c:pt idx="68">
                  <c:v>0.003</c:v>
                </c:pt>
                <c:pt idx="69">
                  <c:v>0.008</c:v>
                </c:pt>
                <c:pt idx="70">
                  <c:v>0.008</c:v>
                </c:pt>
                <c:pt idx="71">
                  <c:v>0.002</c:v>
                </c:pt>
                <c:pt idx="72">
                  <c:v>0.001</c:v>
                </c:pt>
                <c:pt idx="73">
                  <c:v>0.006</c:v>
                </c:pt>
                <c:pt idx="74">
                  <c:v>0.007</c:v>
                </c:pt>
                <c:pt idx="75">
                  <c:v>0.007</c:v>
                </c:pt>
                <c:pt idx="76">
                  <c:v>0.004</c:v>
                </c:pt>
                <c:pt idx="77">
                  <c:v>-0.003</c:v>
                </c:pt>
                <c:pt idx="78">
                  <c:v>-0.016</c:v>
                </c:pt>
                <c:pt idx="79">
                  <c:v>-0.012</c:v>
                </c:pt>
                <c:pt idx="80">
                  <c:v>-0.008</c:v>
                </c:pt>
                <c:pt idx="81">
                  <c:v>-0.006</c:v>
                </c:pt>
                <c:pt idx="82">
                  <c:v>-0.002</c:v>
                </c:pt>
                <c:pt idx="83">
                  <c:v>-0.002</c:v>
                </c:pt>
                <c:pt idx="84">
                  <c:v>-0.006</c:v>
                </c:pt>
                <c:pt idx="85">
                  <c:v>-0.002</c:v>
                </c:pt>
                <c:pt idx="86">
                  <c:v>0.005</c:v>
                </c:pt>
                <c:pt idx="87">
                  <c:v>0.005</c:v>
                </c:pt>
                <c:pt idx="88">
                  <c:v>-0.003</c:v>
                </c:pt>
                <c:pt idx="89">
                  <c:v>-0.01</c:v>
                </c:pt>
                <c:pt idx="90">
                  <c:v>-0.006</c:v>
                </c:pt>
                <c:pt idx="91">
                  <c:v>-0.009</c:v>
                </c:pt>
                <c:pt idx="92">
                  <c:v>-0.003</c:v>
                </c:pt>
                <c:pt idx="93">
                  <c:v>-0.011</c:v>
                </c:pt>
                <c:pt idx="94">
                  <c:v>-0.002</c:v>
                </c:pt>
                <c:pt idx="95">
                  <c:v>-0.002</c:v>
                </c:pt>
                <c:pt idx="96">
                  <c:v>0.001</c:v>
                </c:pt>
                <c:pt idx="97">
                  <c:v>0.008</c:v>
                </c:pt>
                <c:pt idx="98">
                  <c:v>0.002</c:v>
                </c:pt>
                <c:pt idx="99">
                  <c:v>0.004</c:v>
                </c:pt>
                <c:pt idx="100">
                  <c:v>0.006</c:v>
                </c:pt>
                <c:pt idx="101">
                  <c:v>0.011</c:v>
                </c:pt>
                <c:pt idx="102">
                  <c:v>0.011</c:v>
                </c:pt>
                <c:pt idx="103">
                  <c:v>0.005</c:v>
                </c:pt>
                <c:pt idx="104">
                  <c:v>0.01</c:v>
                </c:pt>
                <c:pt idx="105">
                  <c:v>0.007</c:v>
                </c:pt>
                <c:pt idx="106">
                  <c:v>0.008</c:v>
                </c:pt>
                <c:pt idx="107">
                  <c:v>0.009</c:v>
                </c:pt>
                <c:pt idx="108">
                  <c:v>0.015</c:v>
                </c:pt>
                <c:pt idx="109">
                  <c:v>0.01</c:v>
                </c:pt>
                <c:pt idx="110">
                  <c:v>0.014</c:v>
                </c:pt>
                <c:pt idx="111">
                  <c:v>0.008</c:v>
                </c:pt>
                <c:pt idx="112">
                  <c:v>0.004</c:v>
                </c:pt>
                <c:pt idx="113">
                  <c:v>-0.001</c:v>
                </c:pt>
                <c:pt idx="114">
                  <c:v>-0.009</c:v>
                </c:pt>
                <c:pt idx="115">
                  <c:v>-0.015</c:v>
                </c:pt>
                <c:pt idx="116">
                  <c:v>-0.007</c:v>
                </c:pt>
                <c:pt idx="117">
                  <c:v>-0.002</c:v>
                </c:pt>
                <c:pt idx="118">
                  <c:v>-0.002</c:v>
                </c:pt>
                <c:pt idx="119">
                  <c:v>-0.006</c:v>
                </c:pt>
                <c:pt idx="120">
                  <c:v>0.003</c:v>
                </c:pt>
                <c:pt idx="121">
                  <c:v>0.01</c:v>
                </c:pt>
                <c:pt idx="122">
                  <c:v>0.011</c:v>
                </c:pt>
                <c:pt idx="123">
                  <c:v>0.012</c:v>
                </c:pt>
                <c:pt idx="124">
                  <c:v>0.013</c:v>
                </c:pt>
                <c:pt idx="125">
                  <c:v>0.011</c:v>
                </c:pt>
                <c:pt idx="126">
                  <c:v>0.003</c:v>
                </c:pt>
                <c:pt idx="127">
                  <c:v>0.015</c:v>
                </c:pt>
                <c:pt idx="128">
                  <c:v>0.02</c:v>
                </c:pt>
                <c:pt idx="129">
                  <c:v>0.022</c:v>
                </c:pt>
                <c:pt idx="130">
                  <c:v>0.012</c:v>
                </c:pt>
                <c:pt idx="131">
                  <c:v>0.017</c:v>
                </c:pt>
                <c:pt idx="132">
                  <c:v>0.02</c:v>
                </c:pt>
                <c:pt idx="133">
                  <c:v>0.019</c:v>
                </c:pt>
                <c:pt idx="134">
                  <c:v>0.002</c:v>
                </c:pt>
                <c:pt idx="135">
                  <c:v>0.003</c:v>
                </c:pt>
                <c:pt idx="136">
                  <c:v>0.004</c:v>
                </c:pt>
                <c:pt idx="137">
                  <c:v>0.008</c:v>
                </c:pt>
                <c:pt idx="138">
                  <c:v>0.014</c:v>
                </c:pt>
                <c:pt idx="139">
                  <c:v>0.019</c:v>
                </c:pt>
                <c:pt idx="140">
                  <c:v>0.016</c:v>
                </c:pt>
                <c:pt idx="141">
                  <c:v>0.008</c:v>
                </c:pt>
                <c:pt idx="142">
                  <c:v>0.011</c:v>
                </c:pt>
                <c:pt idx="143">
                  <c:v>0.012</c:v>
                </c:pt>
                <c:pt idx="144">
                  <c:v>0.017</c:v>
                </c:pt>
                <c:pt idx="145">
                  <c:v>0.013</c:v>
                </c:pt>
                <c:pt idx="146">
                  <c:v>0.02</c:v>
                </c:pt>
                <c:pt idx="147">
                  <c:v>0.017</c:v>
                </c:pt>
                <c:pt idx="148">
                  <c:v>0.017</c:v>
                </c:pt>
                <c:pt idx="149">
                  <c:v>0.013</c:v>
                </c:pt>
                <c:pt idx="150">
                  <c:v>0.021</c:v>
                </c:pt>
                <c:pt idx="151">
                  <c:v>0.017</c:v>
                </c:pt>
                <c:pt idx="152">
                  <c:v>0.017</c:v>
                </c:pt>
                <c:pt idx="153">
                  <c:v>0.007</c:v>
                </c:pt>
                <c:pt idx="154">
                  <c:v>0.01</c:v>
                </c:pt>
                <c:pt idx="155">
                  <c:v>0.014</c:v>
                </c:pt>
                <c:pt idx="156">
                  <c:v>0.012</c:v>
                </c:pt>
                <c:pt idx="157">
                  <c:v>0.009</c:v>
                </c:pt>
                <c:pt idx="158">
                  <c:v>-0.001</c:v>
                </c:pt>
                <c:pt idx="159">
                  <c:v>0.022</c:v>
                </c:pt>
                <c:pt idx="160">
                  <c:v>0.019</c:v>
                </c:pt>
                <c:pt idx="161">
                  <c:v>0.016</c:v>
                </c:pt>
                <c:pt idx="162">
                  <c:v>0.014</c:v>
                </c:pt>
                <c:pt idx="163">
                  <c:v>0.015</c:v>
                </c:pt>
                <c:pt idx="164">
                  <c:v>0.02</c:v>
                </c:pt>
                <c:pt idx="165">
                  <c:v>0.02</c:v>
                </c:pt>
                <c:pt idx="166">
                  <c:v>0.022</c:v>
                </c:pt>
                <c:pt idx="167">
                  <c:v>0.007</c:v>
                </c:pt>
                <c:pt idx="168">
                  <c:v>0.017</c:v>
                </c:pt>
                <c:pt idx="169">
                  <c:v>0.018</c:v>
                </c:pt>
                <c:pt idx="170">
                  <c:v>0.009</c:v>
                </c:pt>
                <c:pt idx="171">
                  <c:v>0.009</c:v>
                </c:pt>
                <c:pt idx="172">
                  <c:v>0.01</c:v>
                </c:pt>
                <c:pt idx="173">
                  <c:v>0.018</c:v>
                </c:pt>
                <c:pt idx="174">
                  <c:v>0.018</c:v>
                </c:pt>
                <c:pt idx="175">
                  <c:v>0.018</c:v>
                </c:pt>
                <c:pt idx="176">
                  <c:v>0.011</c:v>
                </c:pt>
                <c:pt idx="177">
                  <c:v>0.003</c:v>
                </c:pt>
                <c:pt idx="178">
                  <c:v>0.019</c:v>
                </c:pt>
                <c:pt idx="179">
                  <c:v>0.012</c:v>
                </c:pt>
                <c:pt idx="180">
                  <c:v>0.019</c:v>
                </c:pt>
                <c:pt idx="181">
                  <c:v>0.021</c:v>
                </c:pt>
                <c:pt idx="182">
                  <c:v>0.018</c:v>
                </c:pt>
                <c:pt idx="183">
                  <c:v>0.017</c:v>
                </c:pt>
                <c:pt idx="184">
                  <c:v>0.011</c:v>
                </c:pt>
                <c:pt idx="185">
                  <c:v>0.022</c:v>
                </c:pt>
                <c:pt idx="186">
                  <c:v>0.023</c:v>
                </c:pt>
                <c:pt idx="187">
                  <c:v>0.022</c:v>
                </c:pt>
                <c:pt idx="188">
                  <c:v>0.022</c:v>
                </c:pt>
                <c:pt idx="189">
                  <c:v>0.015</c:v>
                </c:pt>
                <c:pt idx="190">
                  <c:v>0.018</c:v>
                </c:pt>
                <c:pt idx="191">
                  <c:v>0.009</c:v>
                </c:pt>
                <c:pt idx="192">
                  <c:v>0.015</c:v>
                </c:pt>
                <c:pt idx="193">
                  <c:v>0.015</c:v>
                </c:pt>
                <c:pt idx="194">
                  <c:v>0.014</c:v>
                </c:pt>
                <c:pt idx="195">
                  <c:v>0.016</c:v>
                </c:pt>
                <c:pt idx="196">
                  <c:v>0.015</c:v>
                </c:pt>
                <c:pt idx="197">
                  <c:v>0.02</c:v>
                </c:pt>
                <c:pt idx="198">
                  <c:v>0.02</c:v>
                </c:pt>
                <c:pt idx="199">
                  <c:v>0.021</c:v>
                </c:pt>
                <c:pt idx="200">
                  <c:v>0.02</c:v>
                </c:pt>
                <c:pt idx="201">
                  <c:v>0.015</c:v>
                </c:pt>
                <c:pt idx="202">
                  <c:v>0.011</c:v>
                </c:pt>
                <c:pt idx="203">
                  <c:v>0.015</c:v>
                </c:pt>
                <c:pt idx="204">
                  <c:v>0.011</c:v>
                </c:pt>
                <c:pt idx="205">
                  <c:v>0.02</c:v>
                </c:pt>
                <c:pt idx="206">
                  <c:v>0.019</c:v>
                </c:pt>
                <c:pt idx="207">
                  <c:v>0.023</c:v>
                </c:pt>
                <c:pt idx="208">
                  <c:v>0.021</c:v>
                </c:pt>
                <c:pt idx="209">
                  <c:v>0.029</c:v>
                </c:pt>
                <c:pt idx="210">
                  <c:v>0.023</c:v>
                </c:pt>
                <c:pt idx="211">
                  <c:v>0.021</c:v>
                </c:pt>
                <c:pt idx="212">
                  <c:v>0.021</c:v>
                </c:pt>
                <c:pt idx="213">
                  <c:v>0.027</c:v>
                </c:pt>
                <c:pt idx="214">
                  <c:v>0.027</c:v>
                </c:pt>
                <c:pt idx="215">
                  <c:v>0.022</c:v>
                </c:pt>
                <c:pt idx="216">
                  <c:v>0.011</c:v>
                </c:pt>
                <c:pt idx="217">
                  <c:v>0.034</c:v>
                </c:pt>
                <c:pt idx="218">
                  <c:v>0.029</c:v>
                </c:pt>
                <c:pt idx="219">
                  <c:v>0.039</c:v>
                </c:pt>
                <c:pt idx="220">
                  <c:v>0.03</c:v>
                </c:pt>
                <c:pt idx="221">
                  <c:v>0.024</c:v>
                </c:pt>
                <c:pt idx="222">
                  <c:v>0.022</c:v>
                </c:pt>
                <c:pt idx="223">
                  <c:v>0.026</c:v>
                </c:pt>
                <c:pt idx="224">
                  <c:v>0.024</c:v>
                </c:pt>
                <c:pt idx="225">
                  <c:v>0.017</c:v>
                </c:pt>
                <c:pt idx="226">
                  <c:v>0.019</c:v>
                </c:pt>
                <c:pt idx="227">
                  <c:v>0.023</c:v>
                </c:pt>
                <c:pt idx="228">
                  <c:v>0.028</c:v>
                </c:pt>
                <c:pt idx="229">
                  <c:v>0.024</c:v>
                </c:pt>
                <c:pt idx="230">
                  <c:v>0.02</c:v>
                </c:pt>
                <c:pt idx="231">
                  <c:v>0.017</c:v>
                </c:pt>
                <c:pt idx="232">
                  <c:v>0.02</c:v>
                </c:pt>
                <c:pt idx="233">
                  <c:v>0.017</c:v>
                </c:pt>
                <c:pt idx="234">
                  <c:v>0.02</c:v>
                </c:pt>
                <c:pt idx="235">
                  <c:v>0.015</c:v>
                </c:pt>
                <c:pt idx="236">
                  <c:v>0.037</c:v>
                </c:pt>
                <c:pt idx="237">
                  <c:v>0.034</c:v>
                </c:pt>
                <c:pt idx="238">
                  <c:v>0.036</c:v>
                </c:pt>
                <c:pt idx="239">
                  <c:v>0.029</c:v>
                </c:pt>
                <c:pt idx="240">
                  <c:v>0.028</c:v>
                </c:pt>
                <c:pt idx="241">
                  <c:v>0.03</c:v>
                </c:pt>
                <c:pt idx="242">
                  <c:v>0.027</c:v>
                </c:pt>
                <c:pt idx="243">
                  <c:v>0.028</c:v>
                </c:pt>
                <c:pt idx="244">
                  <c:v>0.036</c:v>
                </c:pt>
                <c:pt idx="245">
                  <c:v>0.035</c:v>
                </c:pt>
                <c:pt idx="246">
                  <c:v>0.03</c:v>
                </c:pt>
                <c:pt idx="247">
                  <c:v>0.03</c:v>
                </c:pt>
                <c:pt idx="248">
                  <c:v>0.032</c:v>
                </c:pt>
                <c:pt idx="249">
                  <c:v>0.035</c:v>
                </c:pt>
                <c:pt idx="250">
                  <c:v>0.035</c:v>
                </c:pt>
                <c:pt idx="251">
                  <c:v>0.039</c:v>
                </c:pt>
                <c:pt idx="252">
                  <c:v>0.05</c:v>
                </c:pt>
                <c:pt idx="253">
                  <c:v>0.047</c:v>
                </c:pt>
                <c:pt idx="254">
                  <c:v>0.039</c:v>
                </c:pt>
                <c:pt idx="255">
                  <c:v>0.039</c:v>
                </c:pt>
                <c:pt idx="256">
                  <c:v>0.042</c:v>
                </c:pt>
                <c:pt idx="257">
                  <c:v>0.09</c:v>
                </c:pt>
                <c:pt idx="258">
                  <c:v>0.102</c:v>
                </c:pt>
                <c:pt idx="259">
                  <c:v>0.107</c:v>
                </c:pt>
                <c:pt idx="260">
                  <c:v>0.1</c:v>
                </c:pt>
                <c:pt idx="261">
                  <c:v>0.102</c:v>
                </c:pt>
                <c:pt idx="262">
                  <c:v>0.106</c:v>
                </c:pt>
                <c:pt idx="263">
                  <c:v>0.119</c:v>
                </c:pt>
                <c:pt idx="264">
                  <c:v>0.129</c:v>
                </c:pt>
                <c:pt idx="265">
                  <c:v>0.126</c:v>
                </c:pt>
                <c:pt idx="266">
                  <c:v>0.134</c:v>
                </c:pt>
                <c:pt idx="267">
                  <c:v>0.142</c:v>
                </c:pt>
                <c:pt idx="268">
                  <c:v>0.147</c:v>
                </c:pt>
                <c:pt idx="269">
                  <c:v>0.154</c:v>
                </c:pt>
                <c:pt idx="270">
                  <c:v>0.151</c:v>
                </c:pt>
                <c:pt idx="271">
                  <c:v>0.152</c:v>
                </c:pt>
                <c:pt idx="272">
                  <c:v>0.153</c:v>
                </c:pt>
                <c:pt idx="273">
                  <c:v>0.148</c:v>
                </c:pt>
                <c:pt idx="274">
                  <c:v>0.146</c:v>
                </c:pt>
                <c:pt idx="275">
                  <c:v>0.151</c:v>
                </c:pt>
                <c:pt idx="276">
                  <c:v>0.158</c:v>
                </c:pt>
                <c:pt idx="277">
                  <c:v>0.164</c:v>
                </c:pt>
                <c:pt idx="278">
                  <c:v>0.159</c:v>
                </c:pt>
                <c:pt idx="279">
                  <c:v>0.167</c:v>
                </c:pt>
                <c:pt idx="280">
                  <c:v>0.175</c:v>
                </c:pt>
                <c:pt idx="281">
                  <c:v>0.179</c:v>
                </c:pt>
                <c:pt idx="282">
                  <c:v>0.179</c:v>
                </c:pt>
                <c:pt idx="283">
                  <c:v>0.185</c:v>
                </c:pt>
                <c:pt idx="284">
                  <c:v>0.181</c:v>
                </c:pt>
                <c:pt idx="285">
                  <c:v>0.187</c:v>
                </c:pt>
                <c:pt idx="286">
                  <c:v>0.177</c:v>
                </c:pt>
                <c:pt idx="287">
                  <c:v>0.182</c:v>
                </c:pt>
                <c:pt idx="288">
                  <c:v>0.184</c:v>
                </c:pt>
                <c:pt idx="289">
                  <c:v>0.176</c:v>
                </c:pt>
                <c:pt idx="290">
                  <c:v>0.181</c:v>
                </c:pt>
                <c:pt idx="291">
                  <c:v>0.187</c:v>
                </c:pt>
                <c:pt idx="292">
                  <c:v>0.195</c:v>
                </c:pt>
                <c:pt idx="293">
                  <c:v>0.196</c:v>
                </c:pt>
                <c:pt idx="294">
                  <c:v>0.205</c:v>
                </c:pt>
                <c:pt idx="295">
                  <c:v>0.214</c:v>
                </c:pt>
                <c:pt idx="296">
                  <c:v>0.219</c:v>
                </c:pt>
                <c:pt idx="297">
                  <c:v>0.229</c:v>
                </c:pt>
                <c:pt idx="298">
                  <c:v>0.225</c:v>
                </c:pt>
                <c:pt idx="299">
                  <c:v>0.216</c:v>
                </c:pt>
                <c:pt idx="300">
                  <c:v>0.215</c:v>
                </c:pt>
                <c:pt idx="301">
                  <c:v>0.222</c:v>
                </c:pt>
                <c:pt idx="302">
                  <c:v>0.233</c:v>
                </c:pt>
                <c:pt idx="303">
                  <c:v>0.235</c:v>
                </c:pt>
                <c:pt idx="304">
                  <c:v>0.235</c:v>
                </c:pt>
                <c:pt idx="305">
                  <c:v>0.235</c:v>
                </c:pt>
                <c:pt idx="306">
                  <c:v>0.233</c:v>
                </c:pt>
                <c:pt idx="307">
                  <c:v>0.237</c:v>
                </c:pt>
                <c:pt idx="308">
                  <c:v>0.25</c:v>
                </c:pt>
                <c:pt idx="309">
                  <c:v>0.246</c:v>
                </c:pt>
                <c:pt idx="310">
                  <c:v>0.254</c:v>
                </c:pt>
                <c:pt idx="311">
                  <c:v>0.256</c:v>
                </c:pt>
                <c:pt idx="312">
                  <c:v>0.254</c:v>
                </c:pt>
                <c:pt idx="313">
                  <c:v>0.255</c:v>
                </c:pt>
                <c:pt idx="314">
                  <c:v>0.284</c:v>
                </c:pt>
                <c:pt idx="315">
                  <c:v>0.325</c:v>
                </c:pt>
                <c:pt idx="316">
                  <c:v>0.329</c:v>
                </c:pt>
                <c:pt idx="317">
                  <c:v>0.329</c:v>
                </c:pt>
                <c:pt idx="318">
                  <c:v>0.336</c:v>
                </c:pt>
                <c:pt idx="319">
                  <c:v>0.335</c:v>
                </c:pt>
                <c:pt idx="320">
                  <c:v>0.33</c:v>
                </c:pt>
                <c:pt idx="321">
                  <c:v>0.321</c:v>
                </c:pt>
                <c:pt idx="322">
                  <c:v>0.327</c:v>
                </c:pt>
                <c:pt idx="323">
                  <c:v>0.334</c:v>
                </c:pt>
                <c:pt idx="324">
                  <c:v>0.335</c:v>
                </c:pt>
                <c:pt idx="325">
                  <c:v>0.335</c:v>
                </c:pt>
                <c:pt idx="326">
                  <c:v>0.322</c:v>
                </c:pt>
                <c:pt idx="327">
                  <c:v>0.314</c:v>
                </c:pt>
                <c:pt idx="328">
                  <c:v>0.309</c:v>
                </c:pt>
                <c:pt idx="329">
                  <c:v>0.317</c:v>
                </c:pt>
                <c:pt idx="330">
                  <c:v>0.316</c:v>
                </c:pt>
                <c:pt idx="331">
                  <c:v>0.318</c:v>
                </c:pt>
                <c:pt idx="332">
                  <c:v>0.322</c:v>
                </c:pt>
                <c:pt idx="333">
                  <c:v>0.325</c:v>
                </c:pt>
                <c:pt idx="334">
                  <c:v>0.322</c:v>
                </c:pt>
                <c:pt idx="335">
                  <c:v>0.322</c:v>
                </c:pt>
                <c:pt idx="336">
                  <c:v>0.328</c:v>
                </c:pt>
                <c:pt idx="337">
                  <c:v>0.333</c:v>
                </c:pt>
                <c:pt idx="338">
                  <c:v>0.341</c:v>
                </c:pt>
                <c:pt idx="339">
                  <c:v>0.338</c:v>
                </c:pt>
                <c:pt idx="340">
                  <c:v>0.355</c:v>
                </c:pt>
                <c:pt idx="341">
                  <c:v>0.413</c:v>
                </c:pt>
                <c:pt idx="342">
                  <c:v>0.759</c:v>
                </c:pt>
                <c:pt idx="343">
                  <c:v>0.771</c:v>
                </c:pt>
                <c:pt idx="344">
                  <c:v>0.762</c:v>
                </c:pt>
                <c:pt idx="345">
                  <c:v>0.756</c:v>
                </c:pt>
                <c:pt idx="346">
                  <c:v>0.752</c:v>
                </c:pt>
                <c:pt idx="347">
                  <c:v>0.759</c:v>
                </c:pt>
                <c:pt idx="348">
                  <c:v>0.754</c:v>
                </c:pt>
                <c:pt idx="349">
                  <c:v>0.745</c:v>
                </c:pt>
                <c:pt idx="350">
                  <c:v>0.737</c:v>
                </c:pt>
                <c:pt idx="351">
                  <c:v>0.734</c:v>
                </c:pt>
                <c:pt idx="352">
                  <c:v>0.728</c:v>
                </c:pt>
                <c:pt idx="353">
                  <c:v>0.731</c:v>
                </c:pt>
                <c:pt idx="354">
                  <c:v>0.735</c:v>
                </c:pt>
                <c:pt idx="355">
                  <c:v>0.734</c:v>
                </c:pt>
                <c:pt idx="356">
                  <c:v>0.72</c:v>
                </c:pt>
                <c:pt idx="357">
                  <c:v>0.681</c:v>
                </c:pt>
                <c:pt idx="358">
                  <c:v>0.668</c:v>
                </c:pt>
                <c:pt idx="359">
                  <c:v>0.667</c:v>
                </c:pt>
                <c:pt idx="360">
                  <c:v>0.62</c:v>
                </c:pt>
                <c:pt idx="361">
                  <c:v>0.605</c:v>
                </c:pt>
                <c:pt idx="362">
                  <c:v>0.578</c:v>
                </c:pt>
                <c:pt idx="363">
                  <c:v>0.56</c:v>
                </c:pt>
                <c:pt idx="364">
                  <c:v>0.559</c:v>
                </c:pt>
                <c:pt idx="365">
                  <c:v>0.564</c:v>
                </c:pt>
                <c:pt idx="366">
                  <c:v>0.547</c:v>
                </c:pt>
                <c:pt idx="367">
                  <c:v>0.531</c:v>
                </c:pt>
                <c:pt idx="368">
                  <c:v>0.522</c:v>
                </c:pt>
                <c:pt idx="369">
                  <c:v>0.47</c:v>
                </c:pt>
                <c:pt idx="370">
                  <c:v>0.461</c:v>
                </c:pt>
                <c:pt idx="371">
                  <c:v>0.426</c:v>
                </c:pt>
                <c:pt idx="372">
                  <c:v>0.399</c:v>
                </c:pt>
                <c:pt idx="373">
                  <c:v>0.359</c:v>
                </c:pt>
                <c:pt idx="374">
                  <c:v>0.346</c:v>
                </c:pt>
                <c:pt idx="375">
                  <c:v>0.337</c:v>
                </c:pt>
                <c:pt idx="376">
                  <c:v>0.319</c:v>
                </c:pt>
                <c:pt idx="377">
                  <c:v>0.299</c:v>
                </c:pt>
                <c:pt idx="378">
                  <c:v>0.284</c:v>
                </c:pt>
                <c:pt idx="379">
                  <c:v>0.266</c:v>
                </c:pt>
                <c:pt idx="380">
                  <c:v>0.262</c:v>
                </c:pt>
                <c:pt idx="381">
                  <c:v>0.253</c:v>
                </c:pt>
                <c:pt idx="382">
                  <c:v>0.236</c:v>
                </c:pt>
                <c:pt idx="383">
                  <c:v>0.233</c:v>
                </c:pt>
                <c:pt idx="384">
                  <c:v>0.231</c:v>
                </c:pt>
                <c:pt idx="385">
                  <c:v>0.237</c:v>
                </c:pt>
                <c:pt idx="386">
                  <c:v>0.254</c:v>
                </c:pt>
                <c:pt idx="387">
                  <c:v>0.26</c:v>
                </c:pt>
                <c:pt idx="388">
                  <c:v>0.275</c:v>
                </c:pt>
                <c:pt idx="389">
                  <c:v>0.281</c:v>
                </c:pt>
                <c:pt idx="390">
                  <c:v>0.281</c:v>
                </c:pt>
                <c:pt idx="391">
                  <c:v>0.29</c:v>
                </c:pt>
                <c:pt idx="392">
                  <c:v>0.291</c:v>
                </c:pt>
                <c:pt idx="393">
                  <c:v>0.308</c:v>
                </c:pt>
                <c:pt idx="394">
                  <c:v>0.314</c:v>
                </c:pt>
                <c:pt idx="395">
                  <c:v>0.326</c:v>
                </c:pt>
                <c:pt idx="396">
                  <c:v>0.325</c:v>
                </c:pt>
                <c:pt idx="397">
                  <c:v>0.328</c:v>
                </c:pt>
                <c:pt idx="398">
                  <c:v>0.322</c:v>
                </c:pt>
                <c:pt idx="399">
                  <c:v>0.322</c:v>
                </c:pt>
                <c:pt idx="400">
                  <c:v>0.325</c:v>
                </c:pt>
                <c:pt idx="401">
                  <c:v>0.336</c:v>
                </c:pt>
                <c:pt idx="402">
                  <c:v>0.434</c:v>
                </c:pt>
                <c:pt idx="403">
                  <c:v>0.531</c:v>
                </c:pt>
                <c:pt idx="404">
                  <c:v>0.547</c:v>
                </c:pt>
                <c:pt idx="405">
                  <c:v>0.55</c:v>
                </c:pt>
                <c:pt idx="406">
                  <c:v>0.582</c:v>
                </c:pt>
                <c:pt idx="407">
                  <c:v>0.607</c:v>
                </c:pt>
                <c:pt idx="408">
                  <c:v>0.638</c:v>
                </c:pt>
                <c:pt idx="409">
                  <c:v>0.658</c:v>
                </c:pt>
                <c:pt idx="410">
                  <c:v>0.671</c:v>
                </c:pt>
                <c:pt idx="411">
                  <c:v>0.681</c:v>
                </c:pt>
                <c:pt idx="412">
                  <c:v>0.685</c:v>
                </c:pt>
                <c:pt idx="413">
                  <c:v>0.695</c:v>
                </c:pt>
                <c:pt idx="414">
                  <c:v>0.702</c:v>
                </c:pt>
                <c:pt idx="415">
                  <c:v>0.73</c:v>
                </c:pt>
                <c:pt idx="416">
                  <c:v>0.727</c:v>
                </c:pt>
                <c:pt idx="417">
                  <c:v>0.693</c:v>
                </c:pt>
                <c:pt idx="418">
                  <c:v>0.684</c:v>
                </c:pt>
                <c:pt idx="419">
                  <c:v>0.674</c:v>
                </c:pt>
                <c:pt idx="420">
                  <c:v>0.674</c:v>
                </c:pt>
                <c:pt idx="421">
                  <c:v>0.674</c:v>
                </c:pt>
                <c:pt idx="422">
                  <c:v>0.675</c:v>
                </c:pt>
                <c:pt idx="423">
                  <c:v>0.664</c:v>
                </c:pt>
                <c:pt idx="424">
                  <c:v>0.615</c:v>
                </c:pt>
                <c:pt idx="425">
                  <c:v>0.598</c:v>
                </c:pt>
                <c:pt idx="426">
                  <c:v>0.594</c:v>
                </c:pt>
                <c:pt idx="427">
                  <c:v>0.642</c:v>
                </c:pt>
                <c:pt idx="428">
                  <c:v>0.635</c:v>
                </c:pt>
                <c:pt idx="429">
                  <c:v>0.61</c:v>
                </c:pt>
                <c:pt idx="430">
                  <c:v>0.587</c:v>
                </c:pt>
                <c:pt idx="431">
                  <c:v>0.572</c:v>
                </c:pt>
                <c:pt idx="432">
                  <c:v>0.572</c:v>
                </c:pt>
                <c:pt idx="433">
                  <c:v>0.577</c:v>
                </c:pt>
                <c:pt idx="434">
                  <c:v>0.575</c:v>
                </c:pt>
                <c:pt idx="435">
                  <c:v>0.57</c:v>
                </c:pt>
                <c:pt idx="436">
                  <c:v>0.53</c:v>
                </c:pt>
                <c:pt idx="437">
                  <c:v>0.407</c:v>
                </c:pt>
                <c:pt idx="438">
                  <c:v>0.321</c:v>
                </c:pt>
                <c:pt idx="439">
                  <c:v>0.297</c:v>
                </c:pt>
                <c:pt idx="440">
                  <c:v>0.292</c:v>
                </c:pt>
                <c:pt idx="441">
                  <c:v>0.297</c:v>
                </c:pt>
                <c:pt idx="442">
                  <c:v>0.376</c:v>
                </c:pt>
                <c:pt idx="443">
                  <c:v>0.519</c:v>
                </c:pt>
                <c:pt idx="444">
                  <c:v>0.627</c:v>
                </c:pt>
                <c:pt idx="445">
                  <c:v>0.627</c:v>
                </c:pt>
                <c:pt idx="446">
                  <c:v>0.605</c:v>
                </c:pt>
                <c:pt idx="447">
                  <c:v>0.594</c:v>
                </c:pt>
                <c:pt idx="448">
                  <c:v>0.589</c:v>
                </c:pt>
                <c:pt idx="449">
                  <c:v>0.577</c:v>
                </c:pt>
                <c:pt idx="450">
                  <c:v>0.547</c:v>
                </c:pt>
                <c:pt idx="451">
                  <c:v>0.539</c:v>
                </c:pt>
                <c:pt idx="452">
                  <c:v>0.513</c:v>
                </c:pt>
                <c:pt idx="453">
                  <c:v>0.485</c:v>
                </c:pt>
                <c:pt idx="454">
                  <c:v>0.438</c:v>
                </c:pt>
                <c:pt idx="455">
                  <c:v>0.442</c:v>
                </c:pt>
                <c:pt idx="456">
                  <c:v>0.509</c:v>
                </c:pt>
                <c:pt idx="457">
                  <c:v>0.617</c:v>
                </c:pt>
                <c:pt idx="458">
                  <c:v>0.63</c:v>
                </c:pt>
                <c:pt idx="459">
                  <c:v>0.614</c:v>
                </c:pt>
                <c:pt idx="460">
                  <c:v>0.512</c:v>
                </c:pt>
                <c:pt idx="461">
                  <c:v>0.426</c:v>
                </c:pt>
                <c:pt idx="462">
                  <c:v>0.475</c:v>
                </c:pt>
                <c:pt idx="463">
                  <c:v>0.506</c:v>
                </c:pt>
                <c:pt idx="464">
                  <c:v>0.436</c:v>
                </c:pt>
                <c:pt idx="465">
                  <c:v>0.419</c:v>
                </c:pt>
                <c:pt idx="466">
                  <c:v>0.528</c:v>
                </c:pt>
                <c:pt idx="467">
                  <c:v>0.635</c:v>
                </c:pt>
                <c:pt idx="468">
                  <c:v>0.72</c:v>
                </c:pt>
                <c:pt idx="469">
                  <c:v>0.747</c:v>
                </c:pt>
                <c:pt idx="470">
                  <c:v>0.732</c:v>
                </c:pt>
                <c:pt idx="471">
                  <c:v>0.657</c:v>
                </c:pt>
                <c:pt idx="472">
                  <c:v>0.59</c:v>
                </c:pt>
                <c:pt idx="473">
                  <c:v>0.648</c:v>
                </c:pt>
                <c:pt idx="474">
                  <c:v>0.861</c:v>
                </c:pt>
                <c:pt idx="475">
                  <c:v>0.85</c:v>
                </c:pt>
                <c:pt idx="476">
                  <c:v>1.054</c:v>
                </c:pt>
                <c:pt idx="477">
                  <c:v>1.02</c:v>
                </c:pt>
                <c:pt idx="478">
                  <c:v>1.161</c:v>
                </c:pt>
                <c:pt idx="479">
                  <c:v>1.184</c:v>
                </c:pt>
                <c:pt idx="480">
                  <c:v>1.202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B2</c:v>
                </c:pt>
              </c:strCache>
            </c:strRef>
          </c:tx>
          <c:spPr>
            <a:solidFill>
              <a:srgbClr val="B9C4C5"/>
            </a:solidFill>
            <a:ln w="25400" cap="flat">
              <a:solidFill>
                <a:srgbClr val="B9C4C5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B9C4C5"/>
              </a:solidFill>
              <a:ln w="9525" cap="flat">
                <a:solidFill>
                  <a:srgbClr val="B9C4C5"/>
                </a:solidFill>
                <a:prstDash val="solid"/>
                <a:round/>
              </a:ln>
              <a:effectLst/>
            </c:spPr>
          </c:marker>
          <c:xVal>
            <c:numRef>
              <c:f>Sheet1!$A$2:$A$482</c:f>
              <c:numCache>
                <c:formatCode>General</c:formatCode>
                <c:ptCount val="481"/>
                <c:pt idx="0">
                  <c:v>-160</c:v>
                </c:pt>
                <c:pt idx="1">
                  <c:v>-160</c:v>
                </c:pt>
                <c:pt idx="2">
                  <c:v>-159</c:v>
                </c:pt>
                <c:pt idx="3">
                  <c:v>-159</c:v>
                </c:pt>
                <c:pt idx="4">
                  <c:v>-159</c:v>
                </c:pt>
                <c:pt idx="5">
                  <c:v>-158</c:v>
                </c:pt>
                <c:pt idx="6">
                  <c:v>-158</c:v>
                </c:pt>
                <c:pt idx="7">
                  <c:v>-158</c:v>
                </c:pt>
                <c:pt idx="8">
                  <c:v>-157</c:v>
                </c:pt>
                <c:pt idx="9">
                  <c:v>-157</c:v>
                </c:pt>
                <c:pt idx="10">
                  <c:v>-157</c:v>
                </c:pt>
                <c:pt idx="11">
                  <c:v>-156</c:v>
                </c:pt>
                <c:pt idx="12">
                  <c:v>-156</c:v>
                </c:pt>
                <c:pt idx="13">
                  <c:v>-156</c:v>
                </c:pt>
                <c:pt idx="14">
                  <c:v>-155</c:v>
                </c:pt>
                <c:pt idx="15">
                  <c:v>-155</c:v>
                </c:pt>
                <c:pt idx="16">
                  <c:v>-155</c:v>
                </c:pt>
                <c:pt idx="17">
                  <c:v>-154</c:v>
                </c:pt>
                <c:pt idx="18">
                  <c:v>-154</c:v>
                </c:pt>
                <c:pt idx="19">
                  <c:v>-154</c:v>
                </c:pt>
                <c:pt idx="20">
                  <c:v>-153</c:v>
                </c:pt>
                <c:pt idx="21">
                  <c:v>-153</c:v>
                </c:pt>
                <c:pt idx="22">
                  <c:v>-153</c:v>
                </c:pt>
                <c:pt idx="23">
                  <c:v>-152</c:v>
                </c:pt>
                <c:pt idx="24">
                  <c:v>-152</c:v>
                </c:pt>
                <c:pt idx="25">
                  <c:v>-152</c:v>
                </c:pt>
                <c:pt idx="26">
                  <c:v>-151</c:v>
                </c:pt>
                <c:pt idx="27">
                  <c:v>-151</c:v>
                </c:pt>
                <c:pt idx="28">
                  <c:v>-151</c:v>
                </c:pt>
                <c:pt idx="29">
                  <c:v>-150</c:v>
                </c:pt>
                <c:pt idx="30">
                  <c:v>-150</c:v>
                </c:pt>
                <c:pt idx="31">
                  <c:v>-150</c:v>
                </c:pt>
                <c:pt idx="32">
                  <c:v>-149</c:v>
                </c:pt>
                <c:pt idx="33">
                  <c:v>-149</c:v>
                </c:pt>
                <c:pt idx="34">
                  <c:v>-149</c:v>
                </c:pt>
                <c:pt idx="35">
                  <c:v>-148</c:v>
                </c:pt>
                <c:pt idx="36">
                  <c:v>-148</c:v>
                </c:pt>
                <c:pt idx="37">
                  <c:v>-148</c:v>
                </c:pt>
                <c:pt idx="38">
                  <c:v>-147</c:v>
                </c:pt>
                <c:pt idx="39">
                  <c:v>-147</c:v>
                </c:pt>
                <c:pt idx="40">
                  <c:v>-147</c:v>
                </c:pt>
                <c:pt idx="41">
                  <c:v>-146</c:v>
                </c:pt>
                <c:pt idx="42">
                  <c:v>-146</c:v>
                </c:pt>
                <c:pt idx="43">
                  <c:v>-146</c:v>
                </c:pt>
                <c:pt idx="44">
                  <c:v>-145</c:v>
                </c:pt>
                <c:pt idx="45">
                  <c:v>-145</c:v>
                </c:pt>
                <c:pt idx="46">
                  <c:v>-145</c:v>
                </c:pt>
                <c:pt idx="47">
                  <c:v>-144</c:v>
                </c:pt>
                <c:pt idx="48">
                  <c:v>-144</c:v>
                </c:pt>
                <c:pt idx="49">
                  <c:v>-144</c:v>
                </c:pt>
                <c:pt idx="50">
                  <c:v>-143</c:v>
                </c:pt>
                <c:pt idx="51">
                  <c:v>-143</c:v>
                </c:pt>
                <c:pt idx="52">
                  <c:v>-143</c:v>
                </c:pt>
                <c:pt idx="53">
                  <c:v>-142</c:v>
                </c:pt>
                <c:pt idx="54">
                  <c:v>-142</c:v>
                </c:pt>
                <c:pt idx="55">
                  <c:v>-142</c:v>
                </c:pt>
                <c:pt idx="56">
                  <c:v>-141</c:v>
                </c:pt>
                <c:pt idx="57">
                  <c:v>-141</c:v>
                </c:pt>
                <c:pt idx="58">
                  <c:v>-141</c:v>
                </c:pt>
                <c:pt idx="59">
                  <c:v>-140</c:v>
                </c:pt>
                <c:pt idx="60">
                  <c:v>-140</c:v>
                </c:pt>
                <c:pt idx="61">
                  <c:v>-140</c:v>
                </c:pt>
                <c:pt idx="62">
                  <c:v>-139</c:v>
                </c:pt>
                <c:pt idx="63">
                  <c:v>-139</c:v>
                </c:pt>
                <c:pt idx="64">
                  <c:v>-139</c:v>
                </c:pt>
                <c:pt idx="65">
                  <c:v>-138</c:v>
                </c:pt>
                <c:pt idx="66">
                  <c:v>-138</c:v>
                </c:pt>
                <c:pt idx="67">
                  <c:v>-138</c:v>
                </c:pt>
                <c:pt idx="68">
                  <c:v>-137</c:v>
                </c:pt>
                <c:pt idx="69">
                  <c:v>-137</c:v>
                </c:pt>
                <c:pt idx="70">
                  <c:v>-137</c:v>
                </c:pt>
                <c:pt idx="71">
                  <c:v>-136</c:v>
                </c:pt>
                <c:pt idx="72">
                  <c:v>-136</c:v>
                </c:pt>
                <c:pt idx="73">
                  <c:v>-136</c:v>
                </c:pt>
                <c:pt idx="74">
                  <c:v>-135</c:v>
                </c:pt>
                <c:pt idx="75">
                  <c:v>-135</c:v>
                </c:pt>
                <c:pt idx="76">
                  <c:v>-135</c:v>
                </c:pt>
                <c:pt idx="77">
                  <c:v>-134</c:v>
                </c:pt>
                <c:pt idx="78">
                  <c:v>-134</c:v>
                </c:pt>
                <c:pt idx="79">
                  <c:v>-134</c:v>
                </c:pt>
                <c:pt idx="80">
                  <c:v>-133</c:v>
                </c:pt>
                <c:pt idx="81">
                  <c:v>-133</c:v>
                </c:pt>
                <c:pt idx="82">
                  <c:v>-133</c:v>
                </c:pt>
                <c:pt idx="83">
                  <c:v>-132</c:v>
                </c:pt>
                <c:pt idx="84">
                  <c:v>-132</c:v>
                </c:pt>
                <c:pt idx="85">
                  <c:v>-132</c:v>
                </c:pt>
                <c:pt idx="86">
                  <c:v>-131</c:v>
                </c:pt>
                <c:pt idx="87">
                  <c:v>-131</c:v>
                </c:pt>
                <c:pt idx="88">
                  <c:v>-131</c:v>
                </c:pt>
                <c:pt idx="89">
                  <c:v>-130</c:v>
                </c:pt>
                <c:pt idx="90">
                  <c:v>-130</c:v>
                </c:pt>
                <c:pt idx="91">
                  <c:v>-130</c:v>
                </c:pt>
                <c:pt idx="92">
                  <c:v>-129</c:v>
                </c:pt>
                <c:pt idx="93">
                  <c:v>-129</c:v>
                </c:pt>
                <c:pt idx="94">
                  <c:v>-129</c:v>
                </c:pt>
                <c:pt idx="95">
                  <c:v>-128</c:v>
                </c:pt>
                <c:pt idx="96">
                  <c:v>-128</c:v>
                </c:pt>
                <c:pt idx="97">
                  <c:v>-128</c:v>
                </c:pt>
                <c:pt idx="98">
                  <c:v>-127</c:v>
                </c:pt>
                <c:pt idx="99">
                  <c:v>-127</c:v>
                </c:pt>
                <c:pt idx="100">
                  <c:v>-127</c:v>
                </c:pt>
                <c:pt idx="101">
                  <c:v>-126</c:v>
                </c:pt>
                <c:pt idx="102">
                  <c:v>-126</c:v>
                </c:pt>
                <c:pt idx="103">
                  <c:v>-126</c:v>
                </c:pt>
                <c:pt idx="104">
                  <c:v>-125</c:v>
                </c:pt>
                <c:pt idx="105">
                  <c:v>-125</c:v>
                </c:pt>
                <c:pt idx="106">
                  <c:v>-125</c:v>
                </c:pt>
                <c:pt idx="107">
                  <c:v>-124</c:v>
                </c:pt>
                <c:pt idx="108">
                  <c:v>-124</c:v>
                </c:pt>
                <c:pt idx="109">
                  <c:v>-124</c:v>
                </c:pt>
                <c:pt idx="110">
                  <c:v>-123</c:v>
                </c:pt>
                <c:pt idx="111">
                  <c:v>-123</c:v>
                </c:pt>
                <c:pt idx="112">
                  <c:v>-123</c:v>
                </c:pt>
                <c:pt idx="113">
                  <c:v>-122</c:v>
                </c:pt>
                <c:pt idx="114">
                  <c:v>-122</c:v>
                </c:pt>
                <c:pt idx="115">
                  <c:v>-122</c:v>
                </c:pt>
                <c:pt idx="116">
                  <c:v>-121</c:v>
                </c:pt>
                <c:pt idx="117">
                  <c:v>-121</c:v>
                </c:pt>
                <c:pt idx="118">
                  <c:v>-121</c:v>
                </c:pt>
                <c:pt idx="119">
                  <c:v>-120</c:v>
                </c:pt>
                <c:pt idx="120">
                  <c:v>-120</c:v>
                </c:pt>
                <c:pt idx="121">
                  <c:v>-120</c:v>
                </c:pt>
                <c:pt idx="122">
                  <c:v>-119</c:v>
                </c:pt>
                <c:pt idx="123">
                  <c:v>-119</c:v>
                </c:pt>
                <c:pt idx="124">
                  <c:v>-119</c:v>
                </c:pt>
                <c:pt idx="125">
                  <c:v>-118</c:v>
                </c:pt>
                <c:pt idx="126">
                  <c:v>-118</c:v>
                </c:pt>
                <c:pt idx="127">
                  <c:v>-118</c:v>
                </c:pt>
                <c:pt idx="128">
                  <c:v>-117</c:v>
                </c:pt>
                <c:pt idx="129">
                  <c:v>-117</c:v>
                </c:pt>
                <c:pt idx="130">
                  <c:v>-117</c:v>
                </c:pt>
                <c:pt idx="131">
                  <c:v>-116</c:v>
                </c:pt>
                <c:pt idx="132">
                  <c:v>-116</c:v>
                </c:pt>
                <c:pt idx="133">
                  <c:v>-116</c:v>
                </c:pt>
                <c:pt idx="134">
                  <c:v>-115</c:v>
                </c:pt>
                <c:pt idx="135">
                  <c:v>-115</c:v>
                </c:pt>
                <c:pt idx="136">
                  <c:v>-115</c:v>
                </c:pt>
                <c:pt idx="137">
                  <c:v>-114</c:v>
                </c:pt>
                <c:pt idx="138">
                  <c:v>-114</c:v>
                </c:pt>
                <c:pt idx="139">
                  <c:v>-114</c:v>
                </c:pt>
                <c:pt idx="140">
                  <c:v>-113</c:v>
                </c:pt>
                <c:pt idx="141">
                  <c:v>-113</c:v>
                </c:pt>
                <c:pt idx="142">
                  <c:v>-113</c:v>
                </c:pt>
                <c:pt idx="143">
                  <c:v>-112</c:v>
                </c:pt>
                <c:pt idx="144">
                  <c:v>-112</c:v>
                </c:pt>
                <c:pt idx="145">
                  <c:v>-112</c:v>
                </c:pt>
                <c:pt idx="146">
                  <c:v>-111</c:v>
                </c:pt>
                <c:pt idx="147">
                  <c:v>-111</c:v>
                </c:pt>
                <c:pt idx="148">
                  <c:v>-111</c:v>
                </c:pt>
                <c:pt idx="149">
                  <c:v>-110</c:v>
                </c:pt>
                <c:pt idx="150">
                  <c:v>-110</c:v>
                </c:pt>
                <c:pt idx="151">
                  <c:v>-110</c:v>
                </c:pt>
                <c:pt idx="152">
                  <c:v>-109</c:v>
                </c:pt>
                <c:pt idx="153">
                  <c:v>-109</c:v>
                </c:pt>
                <c:pt idx="154">
                  <c:v>-109</c:v>
                </c:pt>
                <c:pt idx="155">
                  <c:v>-108</c:v>
                </c:pt>
                <c:pt idx="156">
                  <c:v>-108</c:v>
                </c:pt>
                <c:pt idx="157">
                  <c:v>-108</c:v>
                </c:pt>
                <c:pt idx="158">
                  <c:v>-107</c:v>
                </c:pt>
                <c:pt idx="159">
                  <c:v>-107</c:v>
                </c:pt>
                <c:pt idx="160">
                  <c:v>-107</c:v>
                </c:pt>
                <c:pt idx="161">
                  <c:v>-106</c:v>
                </c:pt>
                <c:pt idx="162">
                  <c:v>-106</c:v>
                </c:pt>
                <c:pt idx="163">
                  <c:v>-106</c:v>
                </c:pt>
                <c:pt idx="164">
                  <c:v>-105</c:v>
                </c:pt>
                <c:pt idx="165">
                  <c:v>-105</c:v>
                </c:pt>
                <c:pt idx="166">
                  <c:v>-105</c:v>
                </c:pt>
                <c:pt idx="167">
                  <c:v>-104</c:v>
                </c:pt>
                <c:pt idx="168">
                  <c:v>-104</c:v>
                </c:pt>
                <c:pt idx="169">
                  <c:v>-104</c:v>
                </c:pt>
                <c:pt idx="170">
                  <c:v>-103</c:v>
                </c:pt>
                <c:pt idx="171">
                  <c:v>-103</c:v>
                </c:pt>
                <c:pt idx="172">
                  <c:v>-103</c:v>
                </c:pt>
                <c:pt idx="173">
                  <c:v>-102</c:v>
                </c:pt>
                <c:pt idx="174">
                  <c:v>-102</c:v>
                </c:pt>
                <c:pt idx="175">
                  <c:v>-102</c:v>
                </c:pt>
                <c:pt idx="176">
                  <c:v>-101</c:v>
                </c:pt>
                <c:pt idx="177">
                  <c:v>-101</c:v>
                </c:pt>
                <c:pt idx="178">
                  <c:v>-101</c:v>
                </c:pt>
                <c:pt idx="179">
                  <c:v>-100</c:v>
                </c:pt>
                <c:pt idx="180">
                  <c:v>-100</c:v>
                </c:pt>
                <c:pt idx="181">
                  <c:v>-100</c:v>
                </c:pt>
                <c:pt idx="182">
                  <c:v>-99</c:v>
                </c:pt>
                <c:pt idx="183">
                  <c:v>-99</c:v>
                </c:pt>
                <c:pt idx="184">
                  <c:v>-99</c:v>
                </c:pt>
                <c:pt idx="185">
                  <c:v>-98</c:v>
                </c:pt>
                <c:pt idx="186">
                  <c:v>-98</c:v>
                </c:pt>
                <c:pt idx="187">
                  <c:v>-98</c:v>
                </c:pt>
                <c:pt idx="188">
                  <c:v>-97</c:v>
                </c:pt>
                <c:pt idx="189">
                  <c:v>-97</c:v>
                </c:pt>
                <c:pt idx="190">
                  <c:v>-97</c:v>
                </c:pt>
                <c:pt idx="191">
                  <c:v>-96</c:v>
                </c:pt>
                <c:pt idx="192">
                  <c:v>-96</c:v>
                </c:pt>
                <c:pt idx="193">
                  <c:v>-96</c:v>
                </c:pt>
                <c:pt idx="194">
                  <c:v>-95</c:v>
                </c:pt>
                <c:pt idx="195">
                  <c:v>-95</c:v>
                </c:pt>
                <c:pt idx="196">
                  <c:v>-95</c:v>
                </c:pt>
                <c:pt idx="197">
                  <c:v>-94</c:v>
                </c:pt>
                <c:pt idx="198">
                  <c:v>-94</c:v>
                </c:pt>
                <c:pt idx="199">
                  <c:v>-94</c:v>
                </c:pt>
                <c:pt idx="200">
                  <c:v>-93</c:v>
                </c:pt>
                <c:pt idx="201">
                  <c:v>-93</c:v>
                </c:pt>
                <c:pt idx="202">
                  <c:v>-93</c:v>
                </c:pt>
                <c:pt idx="203">
                  <c:v>-92</c:v>
                </c:pt>
                <c:pt idx="204">
                  <c:v>-92</c:v>
                </c:pt>
                <c:pt idx="205">
                  <c:v>-92</c:v>
                </c:pt>
                <c:pt idx="206">
                  <c:v>-91</c:v>
                </c:pt>
                <c:pt idx="207">
                  <c:v>-91</c:v>
                </c:pt>
                <c:pt idx="208">
                  <c:v>-91</c:v>
                </c:pt>
                <c:pt idx="209">
                  <c:v>-90</c:v>
                </c:pt>
                <c:pt idx="210">
                  <c:v>-90</c:v>
                </c:pt>
                <c:pt idx="211">
                  <c:v>-90</c:v>
                </c:pt>
                <c:pt idx="212">
                  <c:v>-89</c:v>
                </c:pt>
                <c:pt idx="213">
                  <c:v>-89</c:v>
                </c:pt>
                <c:pt idx="214">
                  <c:v>-89</c:v>
                </c:pt>
                <c:pt idx="215">
                  <c:v>-88</c:v>
                </c:pt>
                <c:pt idx="216">
                  <c:v>-88</c:v>
                </c:pt>
                <c:pt idx="217">
                  <c:v>-88</c:v>
                </c:pt>
                <c:pt idx="218">
                  <c:v>-87</c:v>
                </c:pt>
                <c:pt idx="219">
                  <c:v>-87</c:v>
                </c:pt>
                <c:pt idx="220">
                  <c:v>-87</c:v>
                </c:pt>
                <c:pt idx="221">
                  <c:v>-86</c:v>
                </c:pt>
                <c:pt idx="222">
                  <c:v>-86</c:v>
                </c:pt>
                <c:pt idx="223">
                  <c:v>-86</c:v>
                </c:pt>
                <c:pt idx="224">
                  <c:v>-85</c:v>
                </c:pt>
                <c:pt idx="225">
                  <c:v>-85</c:v>
                </c:pt>
                <c:pt idx="226">
                  <c:v>-85</c:v>
                </c:pt>
                <c:pt idx="227">
                  <c:v>-84</c:v>
                </c:pt>
                <c:pt idx="228">
                  <c:v>-84</c:v>
                </c:pt>
                <c:pt idx="229">
                  <c:v>-84</c:v>
                </c:pt>
                <c:pt idx="230">
                  <c:v>-83</c:v>
                </c:pt>
                <c:pt idx="231">
                  <c:v>-83</c:v>
                </c:pt>
                <c:pt idx="232">
                  <c:v>-83</c:v>
                </c:pt>
                <c:pt idx="233">
                  <c:v>-82</c:v>
                </c:pt>
                <c:pt idx="234">
                  <c:v>-82</c:v>
                </c:pt>
                <c:pt idx="235">
                  <c:v>-82</c:v>
                </c:pt>
                <c:pt idx="236">
                  <c:v>-81</c:v>
                </c:pt>
                <c:pt idx="237">
                  <c:v>-81</c:v>
                </c:pt>
                <c:pt idx="238">
                  <c:v>-81</c:v>
                </c:pt>
                <c:pt idx="239">
                  <c:v>-80</c:v>
                </c:pt>
                <c:pt idx="240">
                  <c:v>-80</c:v>
                </c:pt>
                <c:pt idx="241">
                  <c:v>-80</c:v>
                </c:pt>
                <c:pt idx="242">
                  <c:v>-79</c:v>
                </c:pt>
                <c:pt idx="243">
                  <c:v>-79</c:v>
                </c:pt>
                <c:pt idx="244">
                  <c:v>-79</c:v>
                </c:pt>
                <c:pt idx="245">
                  <c:v>-78</c:v>
                </c:pt>
                <c:pt idx="246">
                  <c:v>-78</c:v>
                </c:pt>
                <c:pt idx="247">
                  <c:v>-78</c:v>
                </c:pt>
                <c:pt idx="248">
                  <c:v>-77</c:v>
                </c:pt>
                <c:pt idx="249">
                  <c:v>-77</c:v>
                </c:pt>
                <c:pt idx="250">
                  <c:v>-77</c:v>
                </c:pt>
                <c:pt idx="251">
                  <c:v>-76</c:v>
                </c:pt>
                <c:pt idx="252">
                  <c:v>-76</c:v>
                </c:pt>
                <c:pt idx="253">
                  <c:v>-76</c:v>
                </c:pt>
                <c:pt idx="254">
                  <c:v>-75</c:v>
                </c:pt>
                <c:pt idx="255">
                  <c:v>-75</c:v>
                </c:pt>
                <c:pt idx="256">
                  <c:v>-75</c:v>
                </c:pt>
                <c:pt idx="257">
                  <c:v>-74</c:v>
                </c:pt>
                <c:pt idx="258">
                  <c:v>-74</c:v>
                </c:pt>
                <c:pt idx="259">
                  <c:v>-74</c:v>
                </c:pt>
                <c:pt idx="260">
                  <c:v>-73</c:v>
                </c:pt>
                <c:pt idx="261">
                  <c:v>-73</c:v>
                </c:pt>
                <c:pt idx="262">
                  <c:v>-73</c:v>
                </c:pt>
                <c:pt idx="263">
                  <c:v>-72</c:v>
                </c:pt>
                <c:pt idx="264">
                  <c:v>-72</c:v>
                </c:pt>
                <c:pt idx="265">
                  <c:v>-72</c:v>
                </c:pt>
                <c:pt idx="266">
                  <c:v>-71</c:v>
                </c:pt>
                <c:pt idx="267">
                  <c:v>-71</c:v>
                </c:pt>
                <c:pt idx="268">
                  <c:v>-71</c:v>
                </c:pt>
                <c:pt idx="269">
                  <c:v>-70</c:v>
                </c:pt>
                <c:pt idx="270">
                  <c:v>-70</c:v>
                </c:pt>
                <c:pt idx="271">
                  <c:v>-70</c:v>
                </c:pt>
                <c:pt idx="272">
                  <c:v>-69</c:v>
                </c:pt>
                <c:pt idx="273">
                  <c:v>-69</c:v>
                </c:pt>
                <c:pt idx="274">
                  <c:v>-69</c:v>
                </c:pt>
                <c:pt idx="275">
                  <c:v>-68</c:v>
                </c:pt>
                <c:pt idx="276">
                  <c:v>-68</c:v>
                </c:pt>
                <c:pt idx="277">
                  <c:v>-68</c:v>
                </c:pt>
                <c:pt idx="278">
                  <c:v>-67</c:v>
                </c:pt>
                <c:pt idx="279">
                  <c:v>-67</c:v>
                </c:pt>
                <c:pt idx="280">
                  <c:v>-67</c:v>
                </c:pt>
                <c:pt idx="281">
                  <c:v>-66</c:v>
                </c:pt>
                <c:pt idx="282">
                  <c:v>-66</c:v>
                </c:pt>
                <c:pt idx="283">
                  <c:v>-66</c:v>
                </c:pt>
                <c:pt idx="284">
                  <c:v>-65</c:v>
                </c:pt>
                <c:pt idx="285">
                  <c:v>-65</c:v>
                </c:pt>
                <c:pt idx="286">
                  <c:v>-65</c:v>
                </c:pt>
                <c:pt idx="287">
                  <c:v>-64</c:v>
                </c:pt>
                <c:pt idx="288">
                  <c:v>-64</c:v>
                </c:pt>
                <c:pt idx="289">
                  <c:v>-64</c:v>
                </c:pt>
                <c:pt idx="290">
                  <c:v>-63</c:v>
                </c:pt>
                <c:pt idx="291">
                  <c:v>-63</c:v>
                </c:pt>
                <c:pt idx="292">
                  <c:v>-63</c:v>
                </c:pt>
                <c:pt idx="293">
                  <c:v>-62</c:v>
                </c:pt>
                <c:pt idx="294">
                  <c:v>-62</c:v>
                </c:pt>
                <c:pt idx="295">
                  <c:v>-62</c:v>
                </c:pt>
                <c:pt idx="296">
                  <c:v>-61</c:v>
                </c:pt>
                <c:pt idx="297">
                  <c:v>-61</c:v>
                </c:pt>
                <c:pt idx="298">
                  <c:v>-61</c:v>
                </c:pt>
                <c:pt idx="299">
                  <c:v>-60</c:v>
                </c:pt>
                <c:pt idx="300">
                  <c:v>-60</c:v>
                </c:pt>
                <c:pt idx="301">
                  <c:v>-60</c:v>
                </c:pt>
                <c:pt idx="302">
                  <c:v>-59</c:v>
                </c:pt>
                <c:pt idx="303">
                  <c:v>-59</c:v>
                </c:pt>
                <c:pt idx="304">
                  <c:v>-59</c:v>
                </c:pt>
                <c:pt idx="305">
                  <c:v>-58</c:v>
                </c:pt>
                <c:pt idx="306">
                  <c:v>-58</c:v>
                </c:pt>
                <c:pt idx="307">
                  <c:v>-58</c:v>
                </c:pt>
                <c:pt idx="308">
                  <c:v>-57</c:v>
                </c:pt>
                <c:pt idx="309">
                  <c:v>-57</c:v>
                </c:pt>
                <c:pt idx="310">
                  <c:v>-57</c:v>
                </c:pt>
                <c:pt idx="311">
                  <c:v>-56</c:v>
                </c:pt>
                <c:pt idx="312">
                  <c:v>-56</c:v>
                </c:pt>
                <c:pt idx="313">
                  <c:v>-56</c:v>
                </c:pt>
                <c:pt idx="314">
                  <c:v>-55</c:v>
                </c:pt>
                <c:pt idx="315">
                  <c:v>-55</c:v>
                </c:pt>
                <c:pt idx="316">
                  <c:v>-55</c:v>
                </c:pt>
                <c:pt idx="317">
                  <c:v>-54</c:v>
                </c:pt>
                <c:pt idx="318">
                  <c:v>-54</c:v>
                </c:pt>
                <c:pt idx="319">
                  <c:v>-54</c:v>
                </c:pt>
                <c:pt idx="320">
                  <c:v>-53</c:v>
                </c:pt>
                <c:pt idx="321">
                  <c:v>-53</c:v>
                </c:pt>
                <c:pt idx="322">
                  <c:v>-53</c:v>
                </c:pt>
                <c:pt idx="323">
                  <c:v>-52</c:v>
                </c:pt>
                <c:pt idx="324">
                  <c:v>-52</c:v>
                </c:pt>
                <c:pt idx="325">
                  <c:v>-52</c:v>
                </c:pt>
                <c:pt idx="326">
                  <c:v>-51</c:v>
                </c:pt>
                <c:pt idx="327">
                  <c:v>-51</c:v>
                </c:pt>
                <c:pt idx="328">
                  <c:v>-51</c:v>
                </c:pt>
                <c:pt idx="329">
                  <c:v>-50</c:v>
                </c:pt>
                <c:pt idx="330">
                  <c:v>-50</c:v>
                </c:pt>
                <c:pt idx="331">
                  <c:v>-50</c:v>
                </c:pt>
                <c:pt idx="332">
                  <c:v>-49</c:v>
                </c:pt>
                <c:pt idx="333">
                  <c:v>-49</c:v>
                </c:pt>
                <c:pt idx="334">
                  <c:v>-49</c:v>
                </c:pt>
                <c:pt idx="335">
                  <c:v>-48</c:v>
                </c:pt>
                <c:pt idx="336">
                  <c:v>-48</c:v>
                </c:pt>
                <c:pt idx="337">
                  <c:v>-48</c:v>
                </c:pt>
                <c:pt idx="338">
                  <c:v>-47</c:v>
                </c:pt>
                <c:pt idx="339">
                  <c:v>-47</c:v>
                </c:pt>
                <c:pt idx="340">
                  <c:v>-47</c:v>
                </c:pt>
                <c:pt idx="341">
                  <c:v>-46</c:v>
                </c:pt>
                <c:pt idx="342">
                  <c:v>-46</c:v>
                </c:pt>
                <c:pt idx="343">
                  <c:v>-46</c:v>
                </c:pt>
                <c:pt idx="344">
                  <c:v>-45</c:v>
                </c:pt>
                <c:pt idx="345">
                  <c:v>-45</c:v>
                </c:pt>
                <c:pt idx="346">
                  <c:v>-45</c:v>
                </c:pt>
                <c:pt idx="347">
                  <c:v>-44</c:v>
                </c:pt>
                <c:pt idx="348">
                  <c:v>-44</c:v>
                </c:pt>
                <c:pt idx="349">
                  <c:v>-44</c:v>
                </c:pt>
                <c:pt idx="350">
                  <c:v>-43</c:v>
                </c:pt>
                <c:pt idx="351">
                  <c:v>-43</c:v>
                </c:pt>
                <c:pt idx="352">
                  <c:v>-43</c:v>
                </c:pt>
                <c:pt idx="353">
                  <c:v>-42</c:v>
                </c:pt>
                <c:pt idx="354">
                  <c:v>-42</c:v>
                </c:pt>
                <c:pt idx="355">
                  <c:v>-42</c:v>
                </c:pt>
                <c:pt idx="356">
                  <c:v>-41</c:v>
                </c:pt>
                <c:pt idx="357">
                  <c:v>-41</c:v>
                </c:pt>
                <c:pt idx="358">
                  <c:v>-41</c:v>
                </c:pt>
                <c:pt idx="359">
                  <c:v>-40</c:v>
                </c:pt>
                <c:pt idx="360">
                  <c:v>-40</c:v>
                </c:pt>
                <c:pt idx="361">
                  <c:v>-40</c:v>
                </c:pt>
                <c:pt idx="362">
                  <c:v>-39</c:v>
                </c:pt>
                <c:pt idx="363">
                  <c:v>-39</c:v>
                </c:pt>
                <c:pt idx="364">
                  <c:v>-39</c:v>
                </c:pt>
                <c:pt idx="365">
                  <c:v>-38</c:v>
                </c:pt>
                <c:pt idx="366">
                  <c:v>-38</c:v>
                </c:pt>
                <c:pt idx="367">
                  <c:v>-38</c:v>
                </c:pt>
                <c:pt idx="368">
                  <c:v>-37</c:v>
                </c:pt>
                <c:pt idx="369">
                  <c:v>-37</c:v>
                </c:pt>
                <c:pt idx="370">
                  <c:v>-37</c:v>
                </c:pt>
                <c:pt idx="371">
                  <c:v>-36</c:v>
                </c:pt>
                <c:pt idx="372">
                  <c:v>-36</c:v>
                </c:pt>
                <c:pt idx="373">
                  <c:v>-36</c:v>
                </c:pt>
                <c:pt idx="374">
                  <c:v>-35</c:v>
                </c:pt>
                <c:pt idx="375">
                  <c:v>-35</c:v>
                </c:pt>
                <c:pt idx="376">
                  <c:v>-35</c:v>
                </c:pt>
                <c:pt idx="377">
                  <c:v>-34</c:v>
                </c:pt>
                <c:pt idx="378">
                  <c:v>-34</c:v>
                </c:pt>
                <c:pt idx="379">
                  <c:v>-34</c:v>
                </c:pt>
                <c:pt idx="380">
                  <c:v>-33</c:v>
                </c:pt>
                <c:pt idx="381">
                  <c:v>-33</c:v>
                </c:pt>
                <c:pt idx="382">
                  <c:v>-33</c:v>
                </c:pt>
                <c:pt idx="383">
                  <c:v>-32</c:v>
                </c:pt>
                <c:pt idx="384">
                  <c:v>-32</c:v>
                </c:pt>
                <c:pt idx="385">
                  <c:v>-32</c:v>
                </c:pt>
                <c:pt idx="386">
                  <c:v>-31</c:v>
                </c:pt>
                <c:pt idx="387">
                  <c:v>-31</c:v>
                </c:pt>
                <c:pt idx="388">
                  <c:v>-31</c:v>
                </c:pt>
                <c:pt idx="389">
                  <c:v>-30</c:v>
                </c:pt>
                <c:pt idx="390">
                  <c:v>-30</c:v>
                </c:pt>
                <c:pt idx="391">
                  <c:v>-30</c:v>
                </c:pt>
                <c:pt idx="392">
                  <c:v>-29</c:v>
                </c:pt>
                <c:pt idx="393">
                  <c:v>-29</c:v>
                </c:pt>
                <c:pt idx="394">
                  <c:v>-29</c:v>
                </c:pt>
                <c:pt idx="395">
                  <c:v>-28</c:v>
                </c:pt>
                <c:pt idx="396">
                  <c:v>-28</c:v>
                </c:pt>
                <c:pt idx="397">
                  <c:v>-28</c:v>
                </c:pt>
                <c:pt idx="398">
                  <c:v>-27</c:v>
                </c:pt>
                <c:pt idx="399">
                  <c:v>-27</c:v>
                </c:pt>
                <c:pt idx="400">
                  <c:v>-27</c:v>
                </c:pt>
                <c:pt idx="401">
                  <c:v>-26</c:v>
                </c:pt>
                <c:pt idx="402">
                  <c:v>-26</c:v>
                </c:pt>
                <c:pt idx="403">
                  <c:v>-26</c:v>
                </c:pt>
                <c:pt idx="404">
                  <c:v>-25</c:v>
                </c:pt>
                <c:pt idx="405">
                  <c:v>-25</c:v>
                </c:pt>
                <c:pt idx="406">
                  <c:v>-25</c:v>
                </c:pt>
                <c:pt idx="407">
                  <c:v>-24</c:v>
                </c:pt>
                <c:pt idx="408">
                  <c:v>-24</c:v>
                </c:pt>
                <c:pt idx="409">
                  <c:v>-24</c:v>
                </c:pt>
                <c:pt idx="410">
                  <c:v>-23</c:v>
                </c:pt>
                <c:pt idx="411">
                  <c:v>-23</c:v>
                </c:pt>
                <c:pt idx="412">
                  <c:v>-23</c:v>
                </c:pt>
                <c:pt idx="413">
                  <c:v>-22</c:v>
                </c:pt>
                <c:pt idx="414">
                  <c:v>-22</c:v>
                </c:pt>
                <c:pt idx="415">
                  <c:v>-22</c:v>
                </c:pt>
                <c:pt idx="416">
                  <c:v>-21</c:v>
                </c:pt>
                <c:pt idx="417">
                  <c:v>-21</c:v>
                </c:pt>
                <c:pt idx="418">
                  <c:v>-21</c:v>
                </c:pt>
                <c:pt idx="419">
                  <c:v>-20</c:v>
                </c:pt>
                <c:pt idx="420">
                  <c:v>-20</c:v>
                </c:pt>
                <c:pt idx="421">
                  <c:v>-20</c:v>
                </c:pt>
                <c:pt idx="422">
                  <c:v>-19</c:v>
                </c:pt>
                <c:pt idx="423">
                  <c:v>-19</c:v>
                </c:pt>
                <c:pt idx="424">
                  <c:v>-19</c:v>
                </c:pt>
                <c:pt idx="425">
                  <c:v>-18</c:v>
                </c:pt>
                <c:pt idx="426">
                  <c:v>-18</c:v>
                </c:pt>
                <c:pt idx="427">
                  <c:v>-18</c:v>
                </c:pt>
                <c:pt idx="428">
                  <c:v>-17</c:v>
                </c:pt>
                <c:pt idx="429">
                  <c:v>-17</c:v>
                </c:pt>
                <c:pt idx="430">
                  <c:v>-17</c:v>
                </c:pt>
                <c:pt idx="431">
                  <c:v>-16</c:v>
                </c:pt>
                <c:pt idx="432">
                  <c:v>-16</c:v>
                </c:pt>
                <c:pt idx="433">
                  <c:v>-16</c:v>
                </c:pt>
                <c:pt idx="434">
                  <c:v>-15</c:v>
                </c:pt>
                <c:pt idx="435">
                  <c:v>-15</c:v>
                </c:pt>
                <c:pt idx="436">
                  <c:v>-15</c:v>
                </c:pt>
                <c:pt idx="437">
                  <c:v>-14</c:v>
                </c:pt>
                <c:pt idx="438">
                  <c:v>-14</c:v>
                </c:pt>
                <c:pt idx="439">
                  <c:v>-14</c:v>
                </c:pt>
                <c:pt idx="440">
                  <c:v>-13</c:v>
                </c:pt>
                <c:pt idx="441">
                  <c:v>-13</c:v>
                </c:pt>
                <c:pt idx="442">
                  <c:v>-13</c:v>
                </c:pt>
                <c:pt idx="443">
                  <c:v>-12</c:v>
                </c:pt>
                <c:pt idx="444">
                  <c:v>-12</c:v>
                </c:pt>
                <c:pt idx="445">
                  <c:v>-12</c:v>
                </c:pt>
                <c:pt idx="446">
                  <c:v>-11</c:v>
                </c:pt>
                <c:pt idx="447">
                  <c:v>-11</c:v>
                </c:pt>
                <c:pt idx="448">
                  <c:v>-11</c:v>
                </c:pt>
                <c:pt idx="449">
                  <c:v>-10</c:v>
                </c:pt>
                <c:pt idx="450">
                  <c:v>-10</c:v>
                </c:pt>
                <c:pt idx="451">
                  <c:v>-10</c:v>
                </c:pt>
                <c:pt idx="452">
                  <c:v>-9</c:v>
                </c:pt>
                <c:pt idx="453">
                  <c:v>-9</c:v>
                </c:pt>
                <c:pt idx="454">
                  <c:v>-9</c:v>
                </c:pt>
                <c:pt idx="455">
                  <c:v>-8</c:v>
                </c:pt>
                <c:pt idx="456">
                  <c:v>-8</c:v>
                </c:pt>
                <c:pt idx="457">
                  <c:v>-8</c:v>
                </c:pt>
                <c:pt idx="458">
                  <c:v>-7</c:v>
                </c:pt>
                <c:pt idx="459">
                  <c:v>-7</c:v>
                </c:pt>
                <c:pt idx="460">
                  <c:v>-7</c:v>
                </c:pt>
                <c:pt idx="461">
                  <c:v>-6</c:v>
                </c:pt>
                <c:pt idx="462">
                  <c:v>-6</c:v>
                </c:pt>
                <c:pt idx="463">
                  <c:v>-6</c:v>
                </c:pt>
                <c:pt idx="464">
                  <c:v>-5</c:v>
                </c:pt>
                <c:pt idx="465">
                  <c:v>-5</c:v>
                </c:pt>
                <c:pt idx="466">
                  <c:v>-5</c:v>
                </c:pt>
                <c:pt idx="467">
                  <c:v>-4</c:v>
                </c:pt>
                <c:pt idx="468">
                  <c:v>-4</c:v>
                </c:pt>
                <c:pt idx="469">
                  <c:v>-4</c:v>
                </c:pt>
                <c:pt idx="470">
                  <c:v>-3</c:v>
                </c:pt>
                <c:pt idx="471">
                  <c:v>-3</c:v>
                </c:pt>
                <c:pt idx="472">
                  <c:v>-3</c:v>
                </c:pt>
                <c:pt idx="473">
                  <c:v>-2</c:v>
                </c:pt>
                <c:pt idx="474">
                  <c:v>-2</c:v>
                </c:pt>
                <c:pt idx="475">
                  <c:v>-2</c:v>
                </c:pt>
                <c:pt idx="476">
                  <c:v>-1</c:v>
                </c:pt>
                <c:pt idx="477">
                  <c:v>-1</c:v>
                </c:pt>
                <c:pt idx="478">
                  <c:v>-1</c:v>
                </c:pt>
                <c:pt idx="479">
                  <c:v>0</c:v>
                </c:pt>
                <c:pt idx="480">
                  <c:v>0</c:v>
                </c:pt>
              </c:numCache>
            </c:numRef>
          </c:xVal>
          <c:yVal>
            <c:numRef>
              <c:f>Sheet1!$C$2:$C$482</c:f>
              <c:numCache>
                <c:formatCode>General</c:formatCode>
                <c:ptCount val="481"/>
                <c:pt idx="0">
                  <c:v>-0.013</c:v>
                </c:pt>
                <c:pt idx="1">
                  <c:v>-0.018</c:v>
                </c:pt>
                <c:pt idx="2">
                  <c:v>-0.018</c:v>
                </c:pt>
                <c:pt idx="3">
                  <c:v>-0.01</c:v>
                </c:pt>
                <c:pt idx="4">
                  <c:v>-0.005</c:v>
                </c:pt>
                <c:pt idx="5">
                  <c:v>-0.015</c:v>
                </c:pt>
                <c:pt idx="6">
                  <c:v>-0.012</c:v>
                </c:pt>
                <c:pt idx="7">
                  <c:v>-0.01</c:v>
                </c:pt>
                <c:pt idx="8">
                  <c:v>-0.001</c:v>
                </c:pt>
                <c:pt idx="9">
                  <c:v>0</c:v>
                </c:pt>
                <c:pt idx="10">
                  <c:v>-0.004</c:v>
                </c:pt>
                <c:pt idx="11">
                  <c:v>-0.011</c:v>
                </c:pt>
                <c:pt idx="12">
                  <c:v>-0.011</c:v>
                </c:pt>
                <c:pt idx="13">
                  <c:v>-0.01</c:v>
                </c:pt>
                <c:pt idx="14">
                  <c:v>-0.004</c:v>
                </c:pt>
                <c:pt idx="15">
                  <c:v>-0.003</c:v>
                </c:pt>
                <c:pt idx="16">
                  <c:v>-0.003</c:v>
                </c:pt>
                <c:pt idx="17">
                  <c:v>-0.003</c:v>
                </c:pt>
                <c:pt idx="18">
                  <c:v>0.004</c:v>
                </c:pt>
                <c:pt idx="19">
                  <c:v>0.002</c:v>
                </c:pt>
                <c:pt idx="20">
                  <c:v>0.004</c:v>
                </c:pt>
                <c:pt idx="21">
                  <c:v>0.002</c:v>
                </c:pt>
                <c:pt idx="22">
                  <c:v>0.002</c:v>
                </c:pt>
                <c:pt idx="23">
                  <c:v>0.005</c:v>
                </c:pt>
                <c:pt idx="24">
                  <c:v>0.009</c:v>
                </c:pt>
                <c:pt idx="25">
                  <c:v>0.008</c:v>
                </c:pt>
                <c:pt idx="26">
                  <c:v>0.005</c:v>
                </c:pt>
                <c:pt idx="27">
                  <c:v>0.007</c:v>
                </c:pt>
                <c:pt idx="28">
                  <c:v>0.007</c:v>
                </c:pt>
                <c:pt idx="29">
                  <c:v>0.003</c:v>
                </c:pt>
                <c:pt idx="30">
                  <c:v>0</c:v>
                </c:pt>
                <c:pt idx="31">
                  <c:v>-0.001</c:v>
                </c:pt>
                <c:pt idx="32">
                  <c:v>-0.002</c:v>
                </c:pt>
                <c:pt idx="33">
                  <c:v>-0.005</c:v>
                </c:pt>
                <c:pt idx="34">
                  <c:v>-0.003</c:v>
                </c:pt>
                <c:pt idx="35">
                  <c:v>-0.002</c:v>
                </c:pt>
                <c:pt idx="36">
                  <c:v>0</c:v>
                </c:pt>
                <c:pt idx="37">
                  <c:v>0.003</c:v>
                </c:pt>
                <c:pt idx="38">
                  <c:v>0.008</c:v>
                </c:pt>
                <c:pt idx="39">
                  <c:v>0.002</c:v>
                </c:pt>
                <c:pt idx="40">
                  <c:v>0.003</c:v>
                </c:pt>
                <c:pt idx="41">
                  <c:v>0.01</c:v>
                </c:pt>
                <c:pt idx="42">
                  <c:v>0.01</c:v>
                </c:pt>
                <c:pt idx="43">
                  <c:v>0.013</c:v>
                </c:pt>
                <c:pt idx="44">
                  <c:v>0.005</c:v>
                </c:pt>
                <c:pt idx="45">
                  <c:v>0.001</c:v>
                </c:pt>
                <c:pt idx="46">
                  <c:v>0.002</c:v>
                </c:pt>
                <c:pt idx="47">
                  <c:v>0.005</c:v>
                </c:pt>
                <c:pt idx="48">
                  <c:v>0.001</c:v>
                </c:pt>
                <c:pt idx="49">
                  <c:v>0.001</c:v>
                </c:pt>
                <c:pt idx="50">
                  <c:v>0.003</c:v>
                </c:pt>
                <c:pt idx="51">
                  <c:v>0.005</c:v>
                </c:pt>
                <c:pt idx="52">
                  <c:v>0.011</c:v>
                </c:pt>
                <c:pt idx="53">
                  <c:v>0.003</c:v>
                </c:pt>
                <c:pt idx="54">
                  <c:v>0.007</c:v>
                </c:pt>
                <c:pt idx="55">
                  <c:v>0.002</c:v>
                </c:pt>
                <c:pt idx="56">
                  <c:v>0.006</c:v>
                </c:pt>
                <c:pt idx="57">
                  <c:v>0.009</c:v>
                </c:pt>
                <c:pt idx="58">
                  <c:v>0.005</c:v>
                </c:pt>
                <c:pt idx="59">
                  <c:v>0.009</c:v>
                </c:pt>
                <c:pt idx="60">
                  <c:v>0.01</c:v>
                </c:pt>
                <c:pt idx="61">
                  <c:v>0.005</c:v>
                </c:pt>
                <c:pt idx="62">
                  <c:v>0.005</c:v>
                </c:pt>
                <c:pt idx="63">
                  <c:v>0.006</c:v>
                </c:pt>
                <c:pt idx="64">
                  <c:v>0.012</c:v>
                </c:pt>
                <c:pt idx="65">
                  <c:v>0.014</c:v>
                </c:pt>
                <c:pt idx="66">
                  <c:v>0.007</c:v>
                </c:pt>
                <c:pt idx="67">
                  <c:v>0.007</c:v>
                </c:pt>
                <c:pt idx="68">
                  <c:v>0.008</c:v>
                </c:pt>
                <c:pt idx="69">
                  <c:v>0.006</c:v>
                </c:pt>
                <c:pt idx="70">
                  <c:v>0.002</c:v>
                </c:pt>
                <c:pt idx="71">
                  <c:v>-0.002</c:v>
                </c:pt>
                <c:pt idx="72">
                  <c:v>0.001</c:v>
                </c:pt>
                <c:pt idx="73">
                  <c:v>0.009</c:v>
                </c:pt>
                <c:pt idx="74">
                  <c:v>0.011</c:v>
                </c:pt>
                <c:pt idx="75">
                  <c:v>0.011</c:v>
                </c:pt>
                <c:pt idx="76">
                  <c:v>0.008</c:v>
                </c:pt>
                <c:pt idx="77">
                  <c:v>0.01</c:v>
                </c:pt>
                <c:pt idx="78">
                  <c:v>0.016</c:v>
                </c:pt>
                <c:pt idx="79">
                  <c:v>0.012</c:v>
                </c:pt>
                <c:pt idx="80">
                  <c:v>0.008</c:v>
                </c:pt>
                <c:pt idx="81">
                  <c:v>0.006</c:v>
                </c:pt>
                <c:pt idx="82">
                  <c:v>0.008</c:v>
                </c:pt>
                <c:pt idx="83">
                  <c:v>0.003</c:v>
                </c:pt>
                <c:pt idx="84">
                  <c:v>0.006</c:v>
                </c:pt>
                <c:pt idx="85">
                  <c:v>0.002</c:v>
                </c:pt>
                <c:pt idx="86">
                  <c:v>-0.005</c:v>
                </c:pt>
                <c:pt idx="87">
                  <c:v>-0.005</c:v>
                </c:pt>
                <c:pt idx="88">
                  <c:v>0.003</c:v>
                </c:pt>
                <c:pt idx="89">
                  <c:v>0.01</c:v>
                </c:pt>
                <c:pt idx="90">
                  <c:v>0.006</c:v>
                </c:pt>
                <c:pt idx="91">
                  <c:v>0.009</c:v>
                </c:pt>
                <c:pt idx="92">
                  <c:v>0.003</c:v>
                </c:pt>
                <c:pt idx="93">
                  <c:v>0.011</c:v>
                </c:pt>
                <c:pt idx="94">
                  <c:v>0.002</c:v>
                </c:pt>
                <c:pt idx="95">
                  <c:v>0.002</c:v>
                </c:pt>
                <c:pt idx="96">
                  <c:v>-0.001</c:v>
                </c:pt>
                <c:pt idx="97">
                  <c:v>-0.008</c:v>
                </c:pt>
                <c:pt idx="98">
                  <c:v>-0.002</c:v>
                </c:pt>
                <c:pt idx="99">
                  <c:v>-0.004</c:v>
                </c:pt>
                <c:pt idx="100">
                  <c:v>-0.005</c:v>
                </c:pt>
                <c:pt idx="101">
                  <c:v>-0.007</c:v>
                </c:pt>
                <c:pt idx="102">
                  <c:v>-0.007</c:v>
                </c:pt>
                <c:pt idx="103">
                  <c:v>-0.004</c:v>
                </c:pt>
                <c:pt idx="104">
                  <c:v>-0.008</c:v>
                </c:pt>
                <c:pt idx="105">
                  <c:v>-0.007</c:v>
                </c:pt>
                <c:pt idx="106">
                  <c:v>-0.008</c:v>
                </c:pt>
                <c:pt idx="107">
                  <c:v>-0.009</c:v>
                </c:pt>
                <c:pt idx="108">
                  <c:v>-0.003</c:v>
                </c:pt>
                <c:pt idx="109">
                  <c:v>-0.003</c:v>
                </c:pt>
                <c:pt idx="110">
                  <c:v>-0.004</c:v>
                </c:pt>
                <c:pt idx="111">
                  <c:v>-0.006</c:v>
                </c:pt>
                <c:pt idx="112">
                  <c:v>-0.004</c:v>
                </c:pt>
                <c:pt idx="113">
                  <c:v>0.001</c:v>
                </c:pt>
                <c:pt idx="114">
                  <c:v>0.009</c:v>
                </c:pt>
                <c:pt idx="115">
                  <c:v>0.015</c:v>
                </c:pt>
                <c:pt idx="116">
                  <c:v>0.007</c:v>
                </c:pt>
                <c:pt idx="117">
                  <c:v>0.002</c:v>
                </c:pt>
                <c:pt idx="118">
                  <c:v>0.002</c:v>
                </c:pt>
                <c:pt idx="119">
                  <c:v>0.006</c:v>
                </c:pt>
                <c:pt idx="120">
                  <c:v>0.001</c:v>
                </c:pt>
                <c:pt idx="121">
                  <c:v>-0.004</c:v>
                </c:pt>
                <c:pt idx="122">
                  <c:v>-0.01</c:v>
                </c:pt>
                <c:pt idx="123">
                  <c:v>-0.008</c:v>
                </c:pt>
                <c:pt idx="124">
                  <c:v>-0.003</c:v>
                </c:pt>
                <c:pt idx="125">
                  <c:v>-0.004</c:v>
                </c:pt>
                <c:pt idx="126">
                  <c:v>-0.003</c:v>
                </c:pt>
                <c:pt idx="127">
                  <c:v>-0.015</c:v>
                </c:pt>
                <c:pt idx="128">
                  <c:v>-0.012</c:v>
                </c:pt>
                <c:pt idx="129">
                  <c:v>-0.012</c:v>
                </c:pt>
                <c:pt idx="130">
                  <c:v>-0.01</c:v>
                </c:pt>
                <c:pt idx="131">
                  <c:v>-0.013</c:v>
                </c:pt>
                <c:pt idx="132">
                  <c:v>-0.015</c:v>
                </c:pt>
                <c:pt idx="133">
                  <c:v>-0.01</c:v>
                </c:pt>
                <c:pt idx="134">
                  <c:v>-0.002</c:v>
                </c:pt>
                <c:pt idx="135">
                  <c:v>-0.003</c:v>
                </c:pt>
                <c:pt idx="136">
                  <c:v>-0.004</c:v>
                </c:pt>
                <c:pt idx="137">
                  <c:v>-0.008</c:v>
                </c:pt>
                <c:pt idx="138">
                  <c:v>-0.014</c:v>
                </c:pt>
                <c:pt idx="139">
                  <c:v>-0.019</c:v>
                </c:pt>
                <c:pt idx="140">
                  <c:v>-0.012</c:v>
                </c:pt>
                <c:pt idx="141">
                  <c:v>-0.008</c:v>
                </c:pt>
                <c:pt idx="142">
                  <c:v>-0.011</c:v>
                </c:pt>
                <c:pt idx="143">
                  <c:v>-0.012</c:v>
                </c:pt>
                <c:pt idx="144">
                  <c:v>-0.017</c:v>
                </c:pt>
                <c:pt idx="145">
                  <c:v>-0.011</c:v>
                </c:pt>
                <c:pt idx="146">
                  <c:v>-0.02</c:v>
                </c:pt>
                <c:pt idx="147">
                  <c:v>-0.016</c:v>
                </c:pt>
                <c:pt idx="148">
                  <c:v>-0.01</c:v>
                </c:pt>
                <c:pt idx="149">
                  <c:v>-0.011</c:v>
                </c:pt>
                <c:pt idx="150">
                  <c:v>-0.012</c:v>
                </c:pt>
                <c:pt idx="151">
                  <c:v>-0.015</c:v>
                </c:pt>
                <c:pt idx="152">
                  <c:v>-0.011</c:v>
                </c:pt>
                <c:pt idx="153">
                  <c:v>-0.007</c:v>
                </c:pt>
                <c:pt idx="154">
                  <c:v>-0.003</c:v>
                </c:pt>
                <c:pt idx="155">
                  <c:v>-0.01</c:v>
                </c:pt>
                <c:pt idx="156">
                  <c:v>-0.012</c:v>
                </c:pt>
                <c:pt idx="157">
                  <c:v>-0.009</c:v>
                </c:pt>
                <c:pt idx="158">
                  <c:v>0.001</c:v>
                </c:pt>
                <c:pt idx="159">
                  <c:v>-0.014</c:v>
                </c:pt>
                <c:pt idx="160">
                  <c:v>-0.017</c:v>
                </c:pt>
                <c:pt idx="161">
                  <c:v>-0.012</c:v>
                </c:pt>
                <c:pt idx="162">
                  <c:v>-0.014</c:v>
                </c:pt>
                <c:pt idx="163">
                  <c:v>-0.015</c:v>
                </c:pt>
                <c:pt idx="164">
                  <c:v>-0.02</c:v>
                </c:pt>
                <c:pt idx="165">
                  <c:v>-0.02</c:v>
                </c:pt>
                <c:pt idx="166">
                  <c:v>-0.022</c:v>
                </c:pt>
                <c:pt idx="167">
                  <c:v>-0.007</c:v>
                </c:pt>
                <c:pt idx="168">
                  <c:v>-0.012</c:v>
                </c:pt>
                <c:pt idx="169">
                  <c:v>-0.009</c:v>
                </c:pt>
                <c:pt idx="170">
                  <c:v>-0.005</c:v>
                </c:pt>
                <c:pt idx="171">
                  <c:v>-0.009</c:v>
                </c:pt>
                <c:pt idx="172">
                  <c:v>-0.01</c:v>
                </c:pt>
                <c:pt idx="173">
                  <c:v>-0.018</c:v>
                </c:pt>
                <c:pt idx="174">
                  <c:v>-0.014</c:v>
                </c:pt>
                <c:pt idx="175">
                  <c:v>-0.018</c:v>
                </c:pt>
                <c:pt idx="176">
                  <c:v>-0.011</c:v>
                </c:pt>
                <c:pt idx="177">
                  <c:v>-0.003</c:v>
                </c:pt>
                <c:pt idx="178">
                  <c:v>-0.018</c:v>
                </c:pt>
                <c:pt idx="179">
                  <c:v>-0.012</c:v>
                </c:pt>
                <c:pt idx="180">
                  <c:v>-0.019</c:v>
                </c:pt>
                <c:pt idx="181">
                  <c:v>-0.016</c:v>
                </c:pt>
                <c:pt idx="182">
                  <c:v>-0.013</c:v>
                </c:pt>
                <c:pt idx="183">
                  <c:v>-0.017</c:v>
                </c:pt>
                <c:pt idx="184">
                  <c:v>-0.011</c:v>
                </c:pt>
                <c:pt idx="185">
                  <c:v>-0.019</c:v>
                </c:pt>
                <c:pt idx="186">
                  <c:v>-0.009</c:v>
                </c:pt>
                <c:pt idx="187">
                  <c:v>-0.01</c:v>
                </c:pt>
                <c:pt idx="188">
                  <c:v>-0.009</c:v>
                </c:pt>
                <c:pt idx="189">
                  <c:v>-0.009</c:v>
                </c:pt>
                <c:pt idx="190">
                  <c:v>-0.015</c:v>
                </c:pt>
                <c:pt idx="191">
                  <c:v>-0.009</c:v>
                </c:pt>
                <c:pt idx="192">
                  <c:v>-0.015</c:v>
                </c:pt>
                <c:pt idx="193">
                  <c:v>-0.015</c:v>
                </c:pt>
                <c:pt idx="194">
                  <c:v>-0.014</c:v>
                </c:pt>
                <c:pt idx="195">
                  <c:v>-0.016</c:v>
                </c:pt>
                <c:pt idx="196">
                  <c:v>-0.015</c:v>
                </c:pt>
                <c:pt idx="197">
                  <c:v>-0.02</c:v>
                </c:pt>
                <c:pt idx="198">
                  <c:v>-0.019</c:v>
                </c:pt>
                <c:pt idx="199">
                  <c:v>-0.02</c:v>
                </c:pt>
                <c:pt idx="200">
                  <c:v>-0.02</c:v>
                </c:pt>
                <c:pt idx="201">
                  <c:v>-0.015</c:v>
                </c:pt>
                <c:pt idx="202">
                  <c:v>-0.011</c:v>
                </c:pt>
                <c:pt idx="203">
                  <c:v>-0.015</c:v>
                </c:pt>
                <c:pt idx="204">
                  <c:v>-0.011</c:v>
                </c:pt>
                <c:pt idx="205">
                  <c:v>-0.02</c:v>
                </c:pt>
                <c:pt idx="206">
                  <c:v>-0.016</c:v>
                </c:pt>
                <c:pt idx="207">
                  <c:v>-0.01</c:v>
                </c:pt>
                <c:pt idx="208">
                  <c:v>-0.008</c:v>
                </c:pt>
                <c:pt idx="209">
                  <c:v>-0.021</c:v>
                </c:pt>
                <c:pt idx="210">
                  <c:v>-0.018</c:v>
                </c:pt>
                <c:pt idx="211">
                  <c:v>-0.018</c:v>
                </c:pt>
                <c:pt idx="212">
                  <c:v>-0.014</c:v>
                </c:pt>
                <c:pt idx="213">
                  <c:v>-0.022</c:v>
                </c:pt>
                <c:pt idx="214">
                  <c:v>-0.015</c:v>
                </c:pt>
                <c:pt idx="215">
                  <c:v>-0.018</c:v>
                </c:pt>
                <c:pt idx="216">
                  <c:v>-0.011</c:v>
                </c:pt>
                <c:pt idx="217">
                  <c:v>-0.017</c:v>
                </c:pt>
                <c:pt idx="218">
                  <c:v>-0.017</c:v>
                </c:pt>
                <c:pt idx="219">
                  <c:v>-0.027</c:v>
                </c:pt>
                <c:pt idx="220">
                  <c:v>-0.023</c:v>
                </c:pt>
                <c:pt idx="221">
                  <c:v>-0.018</c:v>
                </c:pt>
                <c:pt idx="222">
                  <c:v>-0.02</c:v>
                </c:pt>
                <c:pt idx="223">
                  <c:v>-0.018</c:v>
                </c:pt>
                <c:pt idx="224">
                  <c:v>-0.017</c:v>
                </c:pt>
                <c:pt idx="225">
                  <c:v>-0.013</c:v>
                </c:pt>
                <c:pt idx="226">
                  <c:v>-0.019</c:v>
                </c:pt>
                <c:pt idx="227">
                  <c:v>-0.014</c:v>
                </c:pt>
                <c:pt idx="228">
                  <c:v>-0.013</c:v>
                </c:pt>
                <c:pt idx="229">
                  <c:v>-0.008</c:v>
                </c:pt>
                <c:pt idx="230">
                  <c:v>-0.01</c:v>
                </c:pt>
                <c:pt idx="231">
                  <c:v>-0.01</c:v>
                </c:pt>
                <c:pt idx="232">
                  <c:v>-0.02</c:v>
                </c:pt>
                <c:pt idx="233">
                  <c:v>-0.017</c:v>
                </c:pt>
                <c:pt idx="234">
                  <c:v>-0.02</c:v>
                </c:pt>
                <c:pt idx="235">
                  <c:v>-0.015</c:v>
                </c:pt>
                <c:pt idx="236">
                  <c:v>-0.035</c:v>
                </c:pt>
                <c:pt idx="237">
                  <c:v>-0.028</c:v>
                </c:pt>
                <c:pt idx="238">
                  <c:v>-0.036</c:v>
                </c:pt>
                <c:pt idx="239">
                  <c:v>-0.02</c:v>
                </c:pt>
                <c:pt idx="240">
                  <c:v>-0.026</c:v>
                </c:pt>
                <c:pt idx="241">
                  <c:v>-0.022</c:v>
                </c:pt>
                <c:pt idx="242">
                  <c:v>-0.02</c:v>
                </c:pt>
                <c:pt idx="243">
                  <c:v>-0.016</c:v>
                </c:pt>
                <c:pt idx="244">
                  <c:v>-0.017</c:v>
                </c:pt>
                <c:pt idx="245">
                  <c:v>-0.018</c:v>
                </c:pt>
                <c:pt idx="246">
                  <c:v>-0.018</c:v>
                </c:pt>
                <c:pt idx="247">
                  <c:v>-0.028</c:v>
                </c:pt>
                <c:pt idx="248">
                  <c:v>-0.027</c:v>
                </c:pt>
                <c:pt idx="249">
                  <c:v>-0.023</c:v>
                </c:pt>
                <c:pt idx="250">
                  <c:v>-0.022</c:v>
                </c:pt>
                <c:pt idx="251">
                  <c:v>-0.025</c:v>
                </c:pt>
                <c:pt idx="252">
                  <c:v>-0.026</c:v>
                </c:pt>
                <c:pt idx="253">
                  <c:v>-0.032</c:v>
                </c:pt>
                <c:pt idx="254">
                  <c:v>-0.026</c:v>
                </c:pt>
                <c:pt idx="255">
                  <c:v>-0.031</c:v>
                </c:pt>
                <c:pt idx="256">
                  <c:v>-0.032</c:v>
                </c:pt>
                <c:pt idx="257">
                  <c:v>-0.039</c:v>
                </c:pt>
                <c:pt idx="258">
                  <c:v>-0.035</c:v>
                </c:pt>
                <c:pt idx="259">
                  <c:v>-0.036</c:v>
                </c:pt>
                <c:pt idx="260">
                  <c:v>-0.026</c:v>
                </c:pt>
                <c:pt idx="261">
                  <c:v>-0.028</c:v>
                </c:pt>
                <c:pt idx="262">
                  <c:v>-0.031</c:v>
                </c:pt>
                <c:pt idx="263">
                  <c:v>-0.034</c:v>
                </c:pt>
                <c:pt idx="264">
                  <c:v>-0.031</c:v>
                </c:pt>
                <c:pt idx="265">
                  <c:v>-0.027</c:v>
                </c:pt>
                <c:pt idx="266">
                  <c:v>-0.033</c:v>
                </c:pt>
                <c:pt idx="267">
                  <c:v>-0.04</c:v>
                </c:pt>
                <c:pt idx="268">
                  <c:v>-0.039</c:v>
                </c:pt>
                <c:pt idx="269">
                  <c:v>-0.034</c:v>
                </c:pt>
                <c:pt idx="270">
                  <c:v>-0.032</c:v>
                </c:pt>
                <c:pt idx="271">
                  <c:v>-0.031</c:v>
                </c:pt>
                <c:pt idx="272">
                  <c:v>-0.031</c:v>
                </c:pt>
                <c:pt idx="273">
                  <c:v>-0.028</c:v>
                </c:pt>
                <c:pt idx="274">
                  <c:v>-0.033</c:v>
                </c:pt>
                <c:pt idx="275">
                  <c:v>-0.031</c:v>
                </c:pt>
                <c:pt idx="276">
                  <c:v>-0.03</c:v>
                </c:pt>
                <c:pt idx="277">
                  <c:v>-0.029</c:v>
                </c:pt>
                <c:pt idx="278">
                  <c:v>-0.029</c:v>
                </c:pt>
                <c:pt idx="279">
                  <c:v>-0.027</c:v>
                </c:pt>
                <c:pt idx="280">
                  <c:v>-0.029</c:v>
                </c:pt>
                <c:pt idx="281">
                  <c:v>-0.03</c:v>
                </c:pt>
                <c:pt idx="282">
                  <c:v>-0.033</c:v>
                </c:pt>
                <c:pt idx="283">
                  <c:v>-0.042</c:v>
                </c:pt>
                <c:pt idx="284">
                  <c:v>-0.038</c:v>
                </c:pt>
                <c:pt idx="285">
                  <c:v>-0.047</c:v>
                </c:pt>
                <c:pt idx="286">
                  <c:v>-0.034</c:v>
                </c:pt>
                <c:pt idx="287">
                  <c:v>-0.045</c:v>
                </c:pt>
                <c:pt idx="288">
                  <c:v>-0.031</c:v>
                </c:pt>
                <c:pt idx="289">
                  <c:v>-0.023</c:v>
                </c:pt>
                <c:pt idx="290">
                  <c:v>-0.025</c:v>
                </c:pt>
                <c:pt idx="291">
                  <c:v>-0.03</c:v>
                </c:pt>
                <c:pt idx="292">
                  <c:v>-0.028</c:v>
                </c:pt>
                <c:pt idx="293">
                  <c:v>-0.022</c:v>
                </c:pt>
                <c:pt idx="294">
                  <c:v>-0.022</c:v>
                </c:pt>
                <c:pt idx="295">
                  <c:v>-0.025</c:v>
                </c:pt>
                <c:pt idx="296">
                  <c:v>-0.033</c:v>
                </c:pt>
                <c:pt idx="297">
                  <c:v>-0.044</c:v>
                </c:pt>
                <c:pt idx="298">
                  <c:v>-0.042</c:v>
                </c:pt>
                <c:pt idx="299">
                  <c:v>-0.038</c:v>
                </c:pt>
                <c:pt idx="300">
                  <c:v>-0.039</c:v>
                </c:pt>
                <c:pt idx="301">
                  <c:v>-0.041</c:v>
                </c:pt>
                <c:pt idx="302">
                  <c:v>-0.037</c:v>
                </c:pt>
                <c:pt idx="303">
                  <c:v>-0.037</c:v>
                </c:pt>
                <c:pt idx="304">
                  <c:v>-0.038</c:v>
                </c:pt>
                <c:pt idx="305">
                  <c:v>-0.041</c:v>
                </c:pt>
                <c:pt idx="306">
                  <c:v>-0.042</c:v>
                </c:pt>
                <c:pt idx="307">
                  <c:v>-0.045</c:v>
                </c:pt>
                <c:pt idx="308">
                  <c:v>-0.053</c:v>
                </c:pt>
                <c:pt idx="309">
                  <c:v>-0.045</c:v>
                </c:pt>
                <c:pt idx="310">
                  <c:v>-0.044</c:v>
                </c:pt>
                <c:pt idx="311">
                  <c:v>-0.04</c:v>
                </c:pt>
                <c:pt idx="312">
                  <c:v>-0.037</c:v>
                </c:pt>
                <c:pt idx="313">
                  <c:v>-0.038</c:v>
                </c:pt>
                <c:pt idx="314">
                  <c:v>-0.041</c:v>
                </c:pt>
                <c:pt idx="315">
                  <c:v>-0.05</c:v>
                </c:pt>
                <c:pt idx="316">
                  <c:v>-0.056</c:v>
                </c:pt>
                <c:pt idx="317">
                  <c:v>-0.056</c:v>
                </c:pt>
                <c:pt idx="318">
                  <c:v>-0.063</c:v>
                </c:pt>
                <c:pt idx="319">
                  <c:v>-0.059</c:v>
                </c:pt>
                <c:pt idx="320">
                  <c:v>-0.058</c:v>
                </c:pt>
                <c:pt idx="321">
                  <c:v>-0.059</c:v>
                </c:pt>
                <c:pt idx="322">
                  <c:v>-0.064</c:v>
                </c:pt>
                <c:pt idx="323">
                  <c:v>-0.066</c:v>
                </c:pt>
                <c:pt idx="324">
                  <c:v>-0.067</c:v>
                </c:pt>
                <c:pt idx="325">
                  <c:v>-0.068</c:v>
                </c:pt>
                <c:pt idx="326">
                  <c:v>-0.066</c:v>
                </c:pt>
                <c:pt idx="327">
                  <c:v>-0.059</c:v>
                </c:pt>
                <c:pt idx="328">
                  <c:v>-0.055</c:v>
                </c:pt>
                <c:pt idx="329">
                  <c:v>-0.058</c:v>
                </c:pt>
                <c:pt idx="330">
                  <c:v>-0.053</c:v>
                </c:pt>
                <c:pt idx="331">
                  <c:v>-0.055</c:v>
                </c:pt>
                <c:pt idx="332">
                  <c:v>-0.056</c:v>
                </c:pt>
                <c:pt idx="333">
                  <c:v>-0.059</c:v>
                </c:pt>
                <c:pt idx="334">
                  <c:v>-0.059</c:v>
                </c:pt>
                <c:pt idx="335">
                  <c:v>-0.06</c:v>
                </c:pt>
                <c:pt idx="336">
                  <c:v>-0.062</c:v>
                </c:pt>
                <c:pt idx="337">
                  <c:v>-0.056</c:v>
                </c:pt>
                <c:pt idx="338">
                  <c:v>-0.056</c:v>
                </c:pt>
                <c:pt idx="339">
                  <c:v>-0.056</c:v>
                </c:pt>
                <c:pt idx="340">
                  <c:v>-0.062</c:v>
                </c:pt>
                <c:pt idx="341">
                  <c:v>-0.072</c:v>
                </c:pt>
                <c:pt idx="342">
                  <c:v>-0.124</c:v>
                </c:pt>
                <c:pt idx="343">
                  <c:v>-0.125</c:v>
                </c:pt>
                <c:pt idx="344">
                  <c:v>-0.126</c:v>
                </c:pt>
                <c:pt idx="345">
                  <c:v>-0.119</c:v>
                </c:pt>
                <c:pt idx="346">
                  <c:v>-0.121</c:v>
                </c:pt>
                <c:pt idx="347">
                  <c:v>-0.122</c:v>
                </c:pt>
                <c:pt idx="348">
                  <c:v>-0.124</c:v>
                </c:pt>
                <c:pt idx="349">
                  <c:v>-0.126</c:v>
                </c:pt>
                <c:pt idx="350">
                  <c:v>-0.128</c:v>
                </c:pt>
                <c:pt idx="351">
                  <c:v>-0.124</c:v>
                </c:pt>
                <c:pt idx="352">
                  <c:v>-0.129</c:v>
                </c:pt>
                <c:pt idx="353">
                  <c:v>-0.134</c:v>
                </c:pt>
                <c:pt idx="354">
                  <c:v>-0.135</c:v>
                </c:pt>
                <c:pt idx="355">
                  <c:v>-0.131</c:v>
                </c:pt>
                <c:pt idx="356">
                  <c:v>-0.12</c:v>
                </c:pt>
                <c:pt idx="357">
                  <c:v>-0.118</c:v>
                </c:pt>
                <c:pt idx="358">
                  <c:v>-0.112</c:v>
                </c:pt>
                <c:pt idx="359">
                  <c:v>-0.111</c:v>
                </c:pt>
                <c:pt idx="360">
                  <c:v>-0.119</c:v>
                </c:pt>
                <c:pt idx="361">
                  <c:v>-0.119</c:v>
                </c:pt>
                <c:pt idx="362">
                  <c:v>-0.111</c:v>
                </c:pt>
                <c:pt idx="363">
                  <c:v>-0.104</c:v>
                </c:pt>
                <c:pt idx="364">
                  <c:v>-0.1</c:v>
                </c:pt>
                <c:pt idx="365">
                  <c:v>-0.099</c:v>
                </c:pt>
                <c:pt idx="366">
                  <c:v>-0.104</c:v>
                </c:pt>
                <c:pt idx="367">
                  <c:v>-0.104</c:v>
                </c:pt>
                <c:pt idx="368">
                  <c:v>-0.109</c:v>
                </c:pt>
                <c:pt idx="369">
                  <c:v>-0.1</c:v>
                </c:pt>
                <c:pt idx="370">
                  <c:v>-0.095</c:v>
                </c:pt>
                <c:pt idx="371">
                  <c:v>-0.092</c:v>
                </c:pt>
                <c:pt idx="372">
                  <c:v>-0.094</c:v>
                </c:pt>
                <c:pt idx="373">
                  <c:v>-0.082</c:v>
                </c:pt>
                <c:pt idx="374">
                  <c:v>-0.081</c:v>
                </c:pt>
                <c:pt idx="375">
                  <c:v>-0.077</c:v>
                </c:pt>
                <c:pt idx="376">
                  <c:v>-0.08</c:v>
                </c:pt>
                <c:pt idx="377">
                  <c:v>-0.067</c:v>
                </c:pt>
                <c:pt idx="378">
                  <c:v>-0.06</c:v>
                </c:pt>
                <c:pt idx="379">
                  <c:v>-0.057</c:v>
                </c:pt>
                <c:pt idx="380">
                  <c:v>-0.066</c:v>
                </c:pt>
                <c:pt idx="381">
                  <c:v>-0.06</c:v>
                </c:pt>
                <c:pt idx="382">
                  <c:v>-0.058</c:v>
                </c:pt>
                <c:pt idx="383">
                  <c:v>-0.051</c:v>
                </c:pt>
                <c:pt idx="384">
                  <c:v>-0.053</c:v>
                </c:pt>
                <c:pt idx="385">
                  <c:v>-0.051</c:v>
                </c:pt>
                <c:pt idx="386">
                  <c:v>-0.057</c:v>
                </c:pt>
                <c:pt idx="387">
                  <c:v>-0.06</c:v>
                </c:pt>
                <c:pt idx="388">
                  <c:v>-0.059</c:v>
                </c:pt>
                <c:pt idx="389">
                  <c:v>-0.061</c:v>
                </c:pt>
                <c:pt idx="390">
                  <c:v>-0.051</c:v>
                </c:pt>
                <c:pt idx="391">
                  <c:v>-0.053</c:v>
                </c:pt>
                <c:pt idx="392">
                  <c:v>-0.051</c:v>
                </c:pt>
                <c:pt idx="393">
                  <c:v>-0.056</c:v>
                </c:pt>
                <c:pt idx="394">
                  <c:v>-0.056</c:v>
                </c:pt>
                <c:pt idx="395">
                  <c:v>-0.05</c:v>
                </c:pt>
                <c:pt idx="396">
                  <c:v>-0.047</c:v>
                </c:pt>
                <c:pt idx="397">
                  <c:v>-0.047</c:v>
                </c:pt>
                <c:pt idx="398">
                  <c:v>-0.043</c:v>
                </c:pt>
                <c:pt idx="399">
                  <c:v>-0.038</c:v>
                </c:pt>
                <c:pt idx="400">
                  <c:v>-0.044</c:v>
                </c:pt>
                <c:pt idx="401">
                  <c:v>-0.044</c:v>
                </c:pt>
                <c:pt idx="402">
                  <c:v>-0.048</c:v>
                </c:pt>
                <c:pt idx="403">
                  <c:v>-0.056</c:v>
                </c:pt>
                <c:pt idx="404">
                  <c:v>-0.063</c:v>
                </c:pt>
                <c:pt idx="405">
                  <c:v>-0.056</c:v>
                </c:pt>
                <c:pt idx="406">
                  <c:v>-0.066</c:v>
                </c:pt>
                <c:pt idx="407">
                  <c:v>-0.071</c:v>
                </c:pt>
                <c:pt idx="408">
                  <c:v>-0.071</c:v>
                </c:pt>
                <c:pt idx="409">
                  <c:v>-0.07</c:v>
                </c:pt>
                <c:pt idx="410">
                  <c:v>-0.068</c:v>
                </c:pt>
                <c:pt idx="411">
                  <c:v>-0.071</c:v>
                </c:pt>
                <c:pt idx="412">
                  <c:v>-0.073</c:v>
                </c:pt>
                <c:pt idx="413">
                  <c:v>-0.076</c:v>
                </c:pt>
                <c:pt idx="414">
                  <c:v>-0.084</c:v>
                </c:pt>
                <c:pt idx="415">
                  <c:v>-0.089</c:v>
                </c:pt>
                <c:pt idx="416">
                  <c:v>-0.085</c:v>
                </c:pt>
                <c:pt idx="417">
                  <c:v>-0.084</c:v>
                </c:pt>
                <c:pt idx="418">
                  <c:v>-0.084</c:v>
                </c:pt>
                <c:pt idx="419">
                  <c:v>-0.087</c:v>
                </c:pt>
                <c:pt idx="420">
                  <c:v>-0.09</c:v>
                </c:pt>
                <c:pt idx="421">
                  <c:v>-0.09</c:v>
                </c:pt>
                <c:pt idx="422">
                  <c:v>-0.09</c:v>
                </c:pt>
                <c:pt idx="423">
                  <c:v>-0.082</c:v>
                </c:pt>
                <c:pt idx="424">
                  <c:v>-0.084</c:v>
                </c:pt>
                <c:pt idx="425">
                  <c:v>-0.086</c:v>
                </c:pt>
                <c:pt idx="426">
                  <c:v>-0.092</c:v>
                </c:pt>
                <c:pt idx="427">
                  <c:v>-0.1</c:v>
                </c:pt>
                <c:pt idx="428">
                  <c:v>-0.102</c:v>
                </c:pt>
                <c:pt idx="429">
                  <c:v>-0.094</c:v>
                </c:pt>
                <c:pt idx="430">
                  <c:v>-0.092</c:v>
                </c:pt>
                <c:pt idx="431">
                  <c:v>-0.099</c:v>
                </c:pt>
                <c:pt idx="432">
                  <c:v>-0.091</c:v>
                </c:pt>
                <c:pt idx="433">
                  <c:v>-0.091</c:v>
                </c:pt>
                <c:pt idx="434">
                  <c:v>-0.096</c:v>
                </c:pt>
                <c:pt idx="435">
                  <c:v>-0.098</c:v>
                </c:pt>
                <c:pt idx="436">
                  <c:v>-0.084</c:v>
                </c:pt>
                <c:pt idx="437">
                  <c:v>-0.075</c:v>
                </c:pt>
                <c:pt idx="438">
                  <c:v>-0.062</c:v>
                </c:pt>
                <c:pt idx="439">
                  <c:v>-0.052</c:v>
                </c:pt>
                <c:pt idx="440">
                  <c:v>-0.047</c:v>
                </c:pt>
                <c:pt idx="441">
                  <c:v>-0.039</c:v>
                </c:pt>
                <c:pt idx="442">
                  <c:v>-0.029</c:v>
                </c:pt>
                <c:pt idx="443">
                  <c:v>-0.024</c:v>
                </c:pt>
                <c:pt idx="444">
                  <c:v>-0.03</c:v>
                </c:pt>
                <c:pt idx="445">
                  <c:v>-0.036</c:v>
                </c:pt>
                <c:pt idx="446">
                  <c:v>-0.032</c:v>
                </c:pt>
                <c:pt idx="447">
                  <c:v>-0.024</c:v>
                </c:pt>
                <c:pt idx="448">
                  <c:v>-0.034</c:v>
                </c:pt>
                <c:pt idx="449">
                  <c:v>-0.051</c:v>
                </c:pt>
                <c:pt idx="450">
                  <c:v>-0.061</c:v>
                </c:pt>
                <c:pt idx="451">
                  <c:v>-0.069</c:v>
                </c:pt>
                <c:pt idx="452">
                  <c:v>-0.099</c:v>
                </c:pt>
                <c:pt idx="453">
                  <c:v>-0.089</c:v>
                </c:pt>
                <c:pt idx="454">
                  <c:v>-0.074</c:v>
                </c:pt>
                <c:pt idx="455">
                  <c:v>-0.069</c:v>
                </c:pt>
                <c:pt idx="456">
                  <c:v>-0.068</c:v>
                </c:pt>
                <c:pt idx="457">
                  <c:v>-0.064</c:v>
                </c:pt>
                <c:pt idx="458">
                  <c:v>-0.093</c:v>
                </c:pt>
                <c:pt idx="459">
                  <c:v>-0.119</c:v>
                </c:pt>
                <c:pt idx="460">
                  <c:v>-0.117</c:v>
                </c:pt>
                <c:pt idx="461">
                  <c:v>-0.121</c:v>
                </c:pt>
                <c:pt idx="462">
                  <c:v>-0.118</c:v>
                </c:pt>
                <c:pt idx="463">
                  <c:v>-0.107</c:v>
                </c:pt>
                <c:pt idx="464">
                  <c:v>-0.1</c:v>
                </c:pt>
                <c:pt idx="465">
                  <c:v>-0.104</c:v>
                </c:pt>
                <c:pt idx="466">
                  <c:v>-0.169</c:v>
                </c:pt>
                <c:pt idx="467">
                  <c:v>-0.169</c:v>
                </c:pt>
                <c:pt idx="468">
                  <c:v>-0.231</c:v>
                </c:pt>
                <c:pt idx="469">
                  <c:v>-0.241</c:v>
                </c:pt>
                <c:pt idx="470">
                  <c:v>-0.235</c:v>
                </c:pt>
                <c:pt idx="471">
                  <c:v>-0.15</c:v>
                </c:pt>
                <c:pt idx="472">
                  <c:v>-0.083</c:v>
                </c:pt>
                <c:pt idx="473">
                  <c:v>-0.065</c:v>
                </c:pt>
                <c:pt idx="474">
                  <c:v>-0.169</c:v>
                </c:pt>
                <c:pt idx="475">
                  <c:v>-0.139</c:v>
                </c:pt>
                <c:pt idx="476">
                  <c:v>-0.308</c:v>
                </c:pt>
                <c:pt idx="477">
                  <c:v>-0.165</c:v>
                </c:pt>
                <c:pt idx="478">
                  <c:v>-0.251</c:v>
                </c:pt>
                <c:pt idx="479">
                  <c:v>-0.304</c:v>
                </c:pt>
                <c:pt idx="480">
                  <c:v>-0.352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B3</c:v>
                </c:pt>
              </c:strCache>
            </c:strRef>
          </c:tx>
          <c:spPr>
            <a:solidFill>
              <a:srgbClr val="8A9A9B"/>
            </a:solidFill>
            <a:ln w="25400" cap="flat">
              <a:solidFill>
                <a:srgbClr val="8A9A9B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8A9A9B"/>
              </a:solidFill>
              <a:ln w="9525" cap="flat">
                <a:solidFill>
                  <a:srgbClr val="8A9A9B"/>
                </a:solidFill>
                <a:prstDash val="solid"/>
                <a:round/>
              </a:ln>
              <a:effectLst/>
            </c:spPr>
          </c:marker>
          <c:xVal>
            <c:numRef>
              <c:f>Sheet1!$A$2:$A$482</c:f>
              <c:numCache>
                <c:formatCode>General</c:formatCode>
                <c:ptCount val="481"/>
                <c:pt idx="0">
                  <c:v>-160</c:v>
                </c:pt>
                <c:pt idx="1">
                  <c:v>-160</c:v>
                </c:pt>
                <c:pt idx="2">
                  <c:v>-159</c:v>
                </c:pt>
                <c:pt idx="3">
                  <c:v>-159</c:v>
                </c:pt>
                <c:pt idx="4">
                  <c:v>-159</c:v>
                </c:pt>
                <c:pt idx="5">
                  <c:v>-158</c:v>
                </c:pt>
                <c:pt idx="6">
                  <c:v>-158</c:v>
                </c:pt>
                <c:pt idx="7">
                  <c:v>-158</c:v>
                </c:pt>
                <c:pt idx="8">
                  <c:v>-157</c:v>
                </c:pt>
                <c:pt idx="9">
                  <c:v>-157</c:v>
                </c:pt>
                <c:pt idx="10">
                  <c:v>-157</c:v>
                </c:pt>
                <c:pt idx="11">
                  <c:v>-156</c:v>
                </c:pt>
                <c:pt idx="12">
                  <c:v>-156</c:v>
                </c:pt>
                <c:pt idx="13">
                  <c:v>-156</c:v>
                </c:pt>
                <c:pt idx="14">
                  <c:v>-155</c:v>
                </c:pt>
                <c:pt idx="15">
                  <c:v>-155</c:v>
                </c:pt>
                <c:pt idx="16">
                  <c:v>-155</c:v>
                </c:pt>
                <c:pt idx="17">
                  <c:v>-154</c:v>
                </c:pt>
                <c:pt idx="18">
                  <c:v>-154</c:v>
                </c:pt>
                <c:pt idx="19">
                  <c:v>-154</c:v>
                </c:pt>
                <c:pt idx="20">
                  <c:v>-153</c:v>
                </c:pt>
                <c:pt idx="21">
                  <c:v>-153</c:v>
                </c:pt>
                <c:pt idx="22">
                  <c:v>-153</c:v>
                </c:pt>
                <c:pt idx="23">
                  <c:v>-152</c:v>
                </c:pt>
                <c:pt idx="24">
                  <c:v>-152</c:v>
                </c:pt>
                <c:pt idx="25">
                  <c:v>-152</c:v>
                </c:pt>
                <c:pt idx="26">
                  <c:v>-151</c:v>
                </c:pt>
                <c:pt idx="27">
                  <c:v>-151</c:v>
                </c:pt>
                <c:pt idx="28">
                  <c:v>-151</c:v>
                </c:pt>
                <c:pt idx="29">
                  <c:v>-150</c:v>
                </c:pt>
                <c:pt idx="30">
                  <c:v>-150</c:v>
                </c:pt>
                <c:pt idx="31">
                  <c:v>-150</c:v>
                </c:pt>
                <c:pt idx="32">
                  <c:v>-149</c:v>
                </c:pt>
                <c:pt idx="33">
                  <c:v>-149</c:v>
                </c:pt>
                <c:pt idx="34">
                  <c:v>-149</c:v>
                </c:pt>
                <c:pt idx="35">
                  <c:v>-148</c:v>
                </c:pt>
                <c:pt idx="36">
                  <c:v>-148</c:v>
                </c:pt>
                <c:pt idx="37">
                  <c:v>-148</c:v>
                </c:pt>
                <c:pt idx="38">
                  <c:v>-147</c:v>
                </c:pt>
                <c:pt idx="39">
                  <c:v>-147</c:v>
                </c:pt>
                <c:pt idx="40">
                  <c:v>-147</c:v>
                </c:pt>
                <c:pt idx="41">
                  <c:v>-146</c:v>
                </c:pt>
                <c:pt idx="42">
                  <c:v>-146</c:v>
                </c:pt>
                <c:pt idx="43">
                  <c:v>-146</c:v>
                </c:pt>
                <c:pt idx="44">
                  <c:v>-145</c:v>
                </c:pt>
                <c:pt idx="45">
                  <c:v>-145</c:v>
                </c:pt>
                <c:pt idx="46">
                  <c:v>-145</c:v>
                </c:pt>
                <c:pt idx="47">
                  <c:v>-144</c:v>
                </c:pt>
                <c:pt idx="48">
                  <c:v>-144</c:v>
                </c:pt>
                <c:pt idx="49">
                  <c:v>-144</c:v>
                </c:pt>
                <c:pt idx="50">
                  <c:v>-143</c:v>
                </c:pt>
                <c:pt idx="51">
                  <c:v>-143</c:v>
                </c:pt>
                <c:pt idx="52">
                  <c:v>-143</c:v>
                </c:pt>
                <c:pt idx="53">
                  <c:v>-142</c:v>
                </c:pt>
                <c:pt idx="54">
                  <c:v>-142</c:v>
                </c:pt>
                <c:pt idx="55">
                  <c:v>-142</c:v>
                </c:pt>
                <c:pt idx="56">
                  <c:v>-141</c:v>
                </c:pt>
                <c:pt idx="57">
                  <c:v>-141</c:v>
                </c:pt>
                <c:pt idx="58">
                  <c:v>-141</c:v>
                </c:pt>
                <c:pt idx="59">
                  <c:v>-140</c:v>
                </c:pt>
                <c:pt idx="60">
                  <c:v>-140</c:v>
                </c:pt>
                <c:pt idx="61">
                  <c:v>-140</c:v>
                </c:pt>
                <c:pt idx="62">
                  <c:v>-139</c:v>
                </c:pt>
                <c:pt idx="63">
                  <c:v>-139</c:v>
                </c:pt>
                <c:pt idx="64">
                  <c:v>-139</c:v>
                </c:pt>
                <c:pt idx="65">
                  <c:v>-138</c:v>
                </c:pt>
                <c:pt idx="66">
                  <c:v>-138</c:v>
                </c:pt>
                <c:pt idx="67">
                  <c:v>-138</c:v>
                </c:pt>
                <c:pt idx="68">
                  <c:v>-137</c:v>
                </c:pt>
                <c:pt idx="69">
                  <c:v>-137</c:v>
                </c:pt>
                <c:pt idx="70">
                  <c:v>-137</c:v>
                </c:pt>
                <c:pt idx="71">
                  <c:v>-136</c:v>
                </c:pt>
                <c:pt idx="72">
                  <c:v>-136</c:v>
                </c:pt>
                <c:pt idx="73">
                  <c:v>-136</c:v>
                </c:pt>
                <c:pt idx="74">
                  <c:v>-135</c:v>
                </c:pt>
                <c:pt idx="75">
                  <c:v>-135</c:v>
                </c:pt>
                <c:pt idx="76">
                  <c:v>-135</c:v>
                </c:pt>
                <c:pt idx="77">
                  <c:v>-134</c:v>
                </c:pt>
                <c:pt idx="78">
                  <c:v>-134</c:v>
                </c:pt>
                <c:pt idx="79">
                  <c:v>-134</c:v>
                </c:pt>
                <c:pt idx="80">
                  <c:v>-133</c:v>
                </c:pt>
                <c:pt idx="81">
                  <c:v>-133</c:v>
                </c:pt>
                <c:pt idx="82">
                  <c:v>-133</c:v>
                </c:pt>
                <c:pt idx="83">
                  <c:v>-132</c:v>
                </c:pt>
                <c:pt idx="84">
                  <c:v>-132</c:v>
                </c:pt>
                <c:pt idx="85">
                  <c:v>-132</c:v>
                </c:pt>
                <c:pt idx="86">
                  <c:v>-131</c:v>
                </c:pt>
                <c:pt idx="87">
                  <c:v>-131</c:v>
                </c:pt>
                <c:pt idx="88">
                  <c:v>-131</c:v>
                </c:pt>
                <c:pt idx="89">
                  <c:v>-130</c:v>
                </c:pt>
                <c:pt idx="90">
                  <c:v>-130</c:v>
                </c:pt>
                <c:pt idx="91">
                  <c:v>-130</c:v>
                </c:pt>
                <c:pt idx="92">
                  <c:v>-129</c:v>
                </c:pt>
                <c:pt idx="93">
                  <c:v>-129</c:v>
                </c:pt>
                <c:pt idx="94">
                  <c:v>-129</c:v>
                </c:pt>
                <c:pt idx="95">
                  <c:v>-128</c:v>
                </c:pt>
                <c:pt idx="96">
                  <c:v>-128</c:v>
                </c:pt>
                <c:pt idx="97">
                  <c:v>-128</c:v>
                </c:pt>
                <c:pt idx="98">
                  <c:v>-127</c:v>
                </c:pt>
                <c:pt idx="99">
                  <c:v>-127</c:v>
                </c:pt>
                <c:pt idx="100">
                  <c:v>-127</c:v>
                </c:pt>
                <c:pt idx="101">
                  <c:v>-126</c:v>
                </c:pt>
                <c:pt idx="102">
                  <c:v>-126</c:v>
                </c:pt>
                <c:pt idx="103">
                  <c:v>-126</c:v>
                </c:pt>
                <c:pt idx="104">
                  <c:v>-125</c:v>
                </c:pt>
                <c:pt idx="105">
                  <c:v>-125</c:v>
                </c:pt>
                <c:pt idx="106">
                  <c:v>-125</c:v>
                </c:pt>
                <c:pt idx="107">
                  <c:v>-124</c:v>
                </c:pt>
                <c:pt idx="108">
                  <c:v>-124</c:v>
                </c:pt>
                <c:pt idx="109">
                  <c:v>-124</c:v>
                </c:pt>
                <c:pt idx="110">
                  <c:v>-123</c:v>
                </c:pt>
                <c:pt idx="111">
                  <c:v>-123</c:v>
                </c:pt>
                <c:pt idx="112">
                  <c:v>-123</c:v>
                </c:pt>
                <c:pt idx="113">
                  <c:v>-122</c:v>
                </c:pt>
                <c:pt idx="114">
                  <c:v>-122</c:v>
                </c:pt>
                <c:pt idx="115">
                  <c:v>-122</c:v>
                </c:pt>
                <c:pt idx="116">
                  <c:v>-121</c:v>
                </c:pt>
                <c:pt idx="117">
                  <c:v>-121</c:v>
                </c:pt>
                <c:pt idx="118">
                  <c:v>-121</c:v>
                </c:pt>
                <c:pt idx="119">
                  <c:v>-120</c:v>
                </c:pt>
                <c:pt idx="120">
                  <c:v>-120</c:v>
                </c:pt>
                <c:pt idx="121">
                  <c:v>-120</c:v>
                </c:pt>
                <c:pt idx="122">
                  <c:v>-119</c:v>
                </c:pt>
                <c:pt idx="123">
                  <c:v>-119</c:v>
                </c:pt>
                <c:pt idx="124">
                  <c:v>-119</c:v>
                </c:pt>
                <c:pt idx="125">
                  <c:v>-118</c:v>
                </c:pt>
                <c:pt idx="126">
                  <c:v>-118</c:v>
                </c:pt>
                <c:pt idx="127">
                  <c:v>-118</c:v>
                </c:pt>
                <c:pt idx="128">
                  <c:v>-117</c:v>
                </c:pt>
                <c:pt idx="129">
                  <c:v>-117</c:v>
                </c:pt>
                <c:pt idx="130">
                  <c:v>-117</c:v>
                </c:pt>
                <c:pt idx="131">
                  <c:v>-116</c:v>
                </c:pt>
                <c:pt idx="132">
                  <c:v>-116</c:v>
                </c:pt>
                <c:pt idx="133">
                  <c:v>-116</c:v>
                </c:pt>
                <c:pt idx="134">
                  <c:v>-115</c:v>
                </c:pt>
                <c:pt idx="135">
                  <c:v>-115</c:v>
                </c:pt>
                <c:pt idx="136">
                  <c:v>-115</c:v>
                </c:pt>
                <c:pt idx="137">
                  <c:v>-114</c:v>
                </c:pt>
                <c:pt idx="138">
                  <c:v>-114</c:v>
                </c:pt>
                <c:pt idx="139">
                  <c:v>-114</c:v>
                </c:pt>
                <c:pt idx="140">
                  <c:v>-113</c:v>
                </c:pt>
                <c:pt idx="141">
                  <c:v>-113</c:v>
                </c:pt>
                <c:pt idx="142">
                  <c:v>-113</c:v>
                </c:pt>
                <c:pt idx="143">
                  <c:v>-112</c:v>
                </c:pt>
                <c:pt idx="144">
                  <c:v>-112</c:v>
                </c:pt>
                <c:pt idx="145">
                  <c:v>-112</c:v>
                </c:pt>
                <c:pt idx="146">
                  <c:v>-111</c:v>
                </c:pt>
                <c:pt idx="147">
                  <c:v>-111</c:v>
                </c:pt>
                <c:pt idx="148">
                  <c:v>-111</c:v>
                </c:pt>
                <c:pt idx="149">
                  <c:v>-110</c:v>
                </c:pt>
                <c:pt idx="150">
                  <c:v>-110</c:v>
                </c:pt>
                <c:pt idx="151">
                  <c:v>-110</c:v>
                </c:pt>
                <c:pt idx="152">
                  <c:v>-109</c:v>
                </c:pt>
                <c:pt idx="153">
                  <c:v>-109</c:v>
                </c:pt>
                <c:pt idx="154">
                  <c:v>-109</c:v>
                </c:pt>
                <c:pt idx="155">
                  <c:v>-108</c:v>
                </c:pt>
                <c:pt idx="156">
                  <c:v>-108</c:v>
                </c:pt>
                <c:pt idx="157">
                  <c:v>-108</c:v>
                </c:pt>
                <c:pt idx="158">
                  <c:v>-107</c:v>
                </c:pt>
                <c:pt idx="159">
                  <c:v>-107</c:v>
                </c:pt>
                <c:pt idx="160">
                  <c:v>-107</c:v>
                </c:pt>
                <c:pt idx="161">
                  <c:v>-106</c:v>
                </c:pt>
                <c:pt idx="162">
                  <c:v>-106</c:v>
                </c:pt>
                <c:pt idx="163">
                  <c:v>-106</c:v>
                </c:pt>
                <c:pt idx="164">
                  <c:v>-105</c:v>
                </c:pt>
                <c:pt idx="165">
                  <c:v>-105</c:v>
                </c:pt>
                <c:pt idx="166">
                  <c:v>-105</c:v>
                </c:pt>
                <c:pt idx="167">
                  <c:v>-104</c:v>
                </c:pt>
                <c:pt idx="168">
                  <c:v>-104</c:v>
                </c:pt>
                <c:pt idx="169">
                  <c:v>-104</c:v>
                </c:pt>
                <c:pt idx="170">
                  <c:v>-103</c:v>
                </c:pt>
                <c:pt idx="171">
                  <c:v>-103</c:v>
                </c:pt>
                <c:pt idx="172">
                  <c:v>-103</c:v>
                </c:pt>
                <c:pt idx="173">
                  <c:v>-102</c:v>
                </c:pt>
                <c:pt idx="174">
                  <c:v>-102</c:v>
                </c:pt>
                <c:pt idx="175">
                  <c:v>-102</c:v>
                </c:pt>
                <c:pt idx="176">
                  <c:v>-101</c:v>
                </c:pt>
                <c:pt idx="177">
                  <c:v>-101</c:v>
                </c:pt>
                <c:pt idx="178">
                  <c:v>-101</c:v>
                </c:pt>
                <c:pt idx="179">
                  <c:v>-100</c:v>
                </c:pt>
                <c:pt idx="180">
                  <c:v>-100</c:v>
                </c:pt>
                <c:pt idx="181">
                  <c:v>-100</c:v>
                </c:pt>
                <c:pt idx="182">
                  <c:v>-99</c:v>
                </c:pt>
                <c:pt idx="183">
                  <c:v>-99</c:v>
                </c:pt>
                <c:pt idx="184">
                  <c:v>-99</c:v>
                </c:pt>
                <c:pt idx="185">
                  <c:v>-98</c:v>
                </c:pt>
                <c:pt idx="186">
                  <c:v>-98</c:v>
                </c:pt>
                <c:pt idx="187">
                  <c:v>-98</c:v>
                </c:pt>
                <c:pt idx="188">
                  <c:v>-97</c:v>
                </c:pt>
                <c:pt idx="189">
                  <c:v>-97</c:v>
                </c:pt>
                <c:pt idx="190">
                  <c:v>-97</c:v>
                </c:pt>
                <c:pt idx="191">
                  <c:v>-96</c:v>
                </c:pt>
                <c:pt idx="192">
                  <c:v>-96</c:v>
                </c:pt>
                <c:pt idx="193">
                  <c:v>-96</c:v>
                </c:pt>
                <c:pt idx="194">
                  <c:v>-95</c:v>
                </c:pt>
                <c:pt idx="195">
                  <c:v>-95</c:v>
                </c:pt>
                <c:pt idx="196">
                  <c:v>-95</c:v>
                </c:pt>
                <c:pt idx="197">
                  <c:v>-94</c:v>
                </c:pt>
                <c:pt idx="198">
                  <c:v>-94</c:v>
                </c:pt>
                <c:pt idx="199">
                  <c:v>-94</c:v>
                </c:pt>
                <c:pt idx="200">
                  <c:v>-93</c:v>
                </c:pt>
                <c:pt idx="201">
                  <c:v>-93</c:v>
                </c:pt>
                <c:pt idx="202">
                  <c:v>-93</c:v>
                </c:pt>
                <c:pt idx="203">
                  <c:v>-92</c:v>
                </c:pt>
                <c:pt idx="204">
                  <c:v>-92</c:v>
                </c:pt>
                <c:pt idx="205">
                  <c:v>-92</c:v>
                </c:pt>
                <c:pt idx="206">
                  <c:v>-91</c:v>
                </c:pt>
                <c:pt idx="207">
                  <c:v>-91</c:v>
                </c:pt>
                <c:pt idx="208">
                  <c:v>-91</c:v>
                </c:pt>
                <c:pt idx="209">
                  <c:v>-90</c:v>
                </c:pt>
                <c:pt idx="210">
                  <c:v>-90</c:v>
                </c:pt>
                <c:pt idx="211">
                  <c:v>-90</c:v>
                </c:pt>
                <c:pt idx="212">
                  <c:v>-89</c:v>
                </c:pt>
                <c:pt idx="213">
                  <c:v>-89</c:v>
                </c:pt>
                <c:pt idx="214">
                  <c:v>-89</c:v>
                </c:pt>
                <c:pt idx="215">
                  <c:v>-88</c:v>
                </c:pt>
                <c:pt idx="216">
                  <c:v>-88</c:v>
                </c:pt>
                <c:pt idx="217">
                  <c:v>-88</c:v>
                </c:pt>
                <c:pt idx="218">
                  <c:v>-87</c:v>
                </c:pt>
                <c:pt idx="219">
                  <c:v>-87</c:v>
                </c:pt>
                <c:pt idx="220">
                  <c:v>-87</c:v>
                </c:pt>
                <c:pt idx="221">
                  <c:v>-86</c:v>
                </c:pt>
                <c:pt idx="222">
                  <c:v>-86</c:v>
                </c:pt>
                <c:pt idx="223">
                  <c:v>-86</c:v>
                </c:pt>
                <c:pt idx="224">
                  <c:v>-85</c:v>
                </c:pt>
                <c:pt idx="225">
                  <c:v>-85</c:v>
                </c:pt>
                <c:pt idx="226">
                  <c:v>-85</c:v>
                </c:pt>
                <c:pt idx="227">
                  <c:v>-84</c:v>
                </c:pt>
                <c:pt idx="228">
                  <c:v>-84</c:v>
                </c:pt>
                <c:pt idx="229">
                  <c:v>-84</c:v>
                </c:pt>
                <c:pt idx="230">
                  <c:v>-83</c:v>
                </c:pt>
                <c:pt idx="231">
                  <c:v>-83</c:v>
                </c:pt>
                <c:pt idx="232">
                  <c:v>-83</c:v>
                </c:pt>
                <c:pt idx="233">
                  <c:v>-82</c:v>
                </c:pt>
                <c:pt idx="234">
                  <c:v>-82</c:v>
                </c:pt>
                <c:pt idx="235">
                  <c:v>-82</c:v>
                </c:pt>
                <c:pt idx="236">
                  <c:v>-81</c:v>
                </c:pt>
                <c:pt idx="237">
                  <c:v>-81</c:v>
                </c:pt>
                <c:pt idx="238">
                  <c:v>-81</c:v>
                </c:pt>
                <c:pt idx="239">
                  <c:v>-80</c:v>
                </c:pt>
                <c:pt idx="240">
                  <c:v>-80</c:v>
                </c:pt>
                <c:pt idx="241">
                  <c:v>-80</c:v>
                </c:pt>
                <c:pt idx="242">
                  <c:v>-79</c:v>
                </c:pt>
                <c:pt idx="243">
                  <c:v>-79</c:v>
                </c:pt>
                <c:pt idx="244">
                  <c:v>-79</c:v>
                </c:pt>
                <c:pt idx="245">
                  <c:v>-78</c:v>
                </c:pt>
                <c:pt idx="246">
                  <c:v>-78</c:v>
                </c:pt>
                <c:pt idx="247">
                  <c:v>-78</c:v>
                </c:pt>
                <c:pt idx="248">
                  <c:v>-77</c:v>
                </c:pt>
                <c:pt idx="249">
                  <c:v>-77</c:v>
                </c:pt>
                <c:pt idx="250">
                  <c:v>-77</c:v>
                </c:pt>
                <c:pt idx="251">
                  <c:v>-76</c:v>
                </c:pt>
                <c:pt idx="252">
                  <c:v>-76</c:v>
                </c:pt>
                <c:pt idx="253">
                  <c:v>-76</c:v>
                </c:pt>
                <c:pt idx="254">
                  <c:v>-75</c:v>
                </c:pt>
                <c:pt idx="255">
                  <c:v>-75</c:v>
                </c:pt>
                <c:pt idx="256">
                  <c:v>-75</c:v>
                </c:pt>
                <c:pt idx="257">
                  <c:v>-74</c:v>
                </c:pt>
                <c:pt idx="258">
                  <c:v>-74</c:v>
                </c:pt>
                <c:pt idx="259">
                  <c:v>-74</c:v>
                </c:pt>
                <c:pt idx="260">
                  <c:v>-73</c:v>
                </c:pt>
                <c:pt idx="261">
                  <c:v>-73</c:v>
                </c:pt>
                <c:pt idx="262">
                  <c:v>-73</c:v>
                </c:pt>
                <c:pt idx="263">
                  <c:v>-72</c:v>
                </c:pt>
                <c:pt idx="264">
                  <c:v>-72</c:v>
                </c:pt>
                <c:pt idx="265">
                  <c:v>-72</c:v>
                </c:pt>
                <c:pt idx="266">
                  <c:v>-71</c:v>
                </c:pt>
                <c:pt idx="267">
                  <c:v>-71</c:v>
                </c:pt>
                <c:pt idx="268">
                  <c:v>-71</c:v>
                </c:pt>
                <c:pt idx="269">
                  <c:v>-70</c:v>
                </c:pt>
                <c:pt idx="270">
                  <c:v>-70</c:v>
                </c:pt>
                <c:pt idx="271">
                  <c:v>-70</c:v>
                </c:pt>
                <c:pt idx="272">
                  <c:v>-69</c:v>
                </c:pt>
                <c:pt idx="273">
                  <c:v>-69</c:v>
                </c:pt>
                <c:pt idx="274">
                  <c:v>-69</c:v>
                </c:pt>
                <c:pt idx="275">
                  <c:v>-68</c:v>
                </c:pt>
                <c:pt idx="276">
                  <c:v>-68</c:v>
                </c:pt>
                <c:pt idx="277">
                  <c:v>-68</c:v>
                </c:pt>
                <c:pt idx="278">
                  <c:v>-67</c:v>
                </c:pt>
                <c:pt idx="279">
                  <c:v>-67</c:v>
                </c:pt>
                <c:pt idx="280">
                  <c:v>-67</c:v>
                </c:pt>
                <c:pt idx="281">
                  <c:v>-66</c:v>
                </c:pt>
                <c:pt idx="282">
                  <c:v>-66</c:v>
                </c:pt>
                <c:pt idx="283">
                  <c:v>-66</c:v>
                </c:pt>
                <c:pt idx="284">
                  <c:v>-65</c:v>
                </c:pt>
                <c:pt idx="285">
                  <c:v>-65</c:v>
                </c:pt>
                <c:pt idx="286">
                  <c:v>-65</c:v>
                </c:pt>
                <c:pt idx="287">
                  <c:v>-64</c:v>
                </c:pt>
                <c:pt idx="288">
                  <c:v>-64</c:v>
                </c:pt>
                <c:pt idx="289">
                  <c:v>-64</c:v>
                </c:pt>
                <c:pt idx="290">
                  <c:v>-63</c:v>
                </c:pt>
                <c:pt idx="291">
                  <c:v>-63</c:v>
                </c:pt>
                <c:pt idx="292">
                  <c:v>-63</c:v>
                </c:pt>
                <c:pt idx="293">
                  <c:v>-62</c:v>
                </c:pt>
                <c:pt idx="294">
                  <c:v>-62</c:v>
                </c:pt>
                <c:pt idx="295">
                  <c:v>-62</c:v>
                </c:pt>
                <c:pt idx="296">
                  <c:v>-61</c:v>
                </c:pt>
                <c:pt idx="297">
                  <c:v>-61</c:v>
                </c:pt>
                <c:pt idx="298">
                  <c:v>-61</c:v>
                </c:pt>
                <c:pt idx="299">
                  <c:v>-60</c:v>
                </c:pt>
                <c:pt idx="300">
                  <c:v>-60</c:v>
                </c:pt>
                <c:pt idx="301">
                  <c:v>-60</c:v>
                </c:pt>
                <c:pt idx="302">
                  <c:v>-59</c:v>
                </c:pt>
                <c:pt idx="303">
                  <c:v>-59</c:v>
                </c:pt>
                <c:pt idx="304">
                  <c:v>-59</c:v>
                </c:pt>
                <c:pt idx="305">
                  <c:v>-58</c:v>
                </c:pt>
                <c:pt idx="306">
                  <c:v>-58</c:v>
                </c:pt>
                <c:pt idx="307">
                  <c:v>-58</c:v>
                </c:pt>
                <c:pt idx="308">
                  <c:v>-57</c:v>
                </c:pt>
                <c:pt idx="309">
                  <c:v>-57</c:v>
                </c:pt>
                <c:pt idx="310">
                  <c:v>-57</c:v>
                </c:pt>
                <c:pt idx="311">
                  <c:v>-56</c:v>
                </c:pt>
                <c:pt idx="312">
                  <c:v>-56</c:v>
                </c:pt>
                <c:pt idx="313">
                  <c:v>-56</c:v>
                </c:pt>
                <c:pt idx="314">
                  <c:v>-55</c:v>
                </c:pt>
                <c:pt idx="315">
                  <c:v>-55</c:v>
                </c:pt>
                <c:pt idx="316">
                  <c:v>-55</c:v>
                </c:pt>
                <c:pt idx="317">
                  <c:v>-54</c:v>
                </c:pt>
                <c:pt idx="318">
                  <c:v>-54</c:v>
                </c:pt>
                <c:pt idx="319">
                  <c:v>-54</c:v>
                </c:pt>
                <c:pt idx="320">
                  <c:v>-53</c:v>
                </c:pt>
                <c:pt idx="321">
                  <c:v>-53</c:v>
                </c:pt>
                <c:pt idx="322">
                  <c:v>-53</c:v>
                </c:pt>
                <c:pt idx="323">
                  <c:v>-52</c:v>
                </c:pt>
                <c:pt idx="324">
                  <c:v>-52</c:v>
                </c:pt>
                <c:pt idx="325">
                  <c:v>-52</c:v>
                </c:pt>
                <c:pt idx="326">
                  <c:v>-51</c:v>
                </c:pt>
                <c:pt idx="327">
                  <c:v>-51</c:v>
                </c:pt>
                <c:pt idx="328">
                  <c:v>-51</c:v>
                </c:pt>
                <c:pt idx="329">
                  <c:v>-50</c:v>
                </c:pt>
                <c:pt idx="330">
                  <c:v>-50</c:v>
                </c:pt>
                <c:pt idx="331">
                  <c:v>-50</c:v>
                </c:pt>
                <c:pt idx="332">
                  <c:v>-49</c:v>
                </c:pt>
                <c:pt idx="333">
                  <c:v>-49</c:v>
                </c:pt>
                <c:pt idx="334">
                  <c:v>-49</c:v>
                </c:pt>
                <c:pt idx="335">
                  <c:v>-48</c:v>
                </c:pt>
                <c:pt idx="336">
                  <c:v>-48</c:v>
                </c:pt>
                <c:pt idx="337">
                  <c:v>-48</c:v>
                </c:pt>
                <c:pt idx="338">
                  <c:v>-47</c:v>
                </c:pt>
                <c:pt idx="339">
                  <c:v>-47</c:v>
                </c:pt>
                <c:pt idx="340">
                  <c:v>-47</c:v>
                </c:pt>
                <c:pt idx="341">
                  <c:v>-46</c:v>
                </c:pt>
                <c:pt idx="342">
                  <c:v>-46</c:v>
                </c:pt>
                <c:pt idx="343">
                  <c:v>-46</c:v>
                </c:pt>
                <c:pt idx="344">
                  <c:v>-45</c:v>
                </c:pt>
                <c:pt idx="345">
                  <c:v>-45</c:v>
                </c:pt>
                <c:pt idx="346">
                  <c:v>-45</c:v>
                </c:pt>
                <c:pt idx="347">
                  <c:v>-44</c:v>
                </c:pt>
                <c:pt idx="348">
                  <c:v>-44</c:v>
                </c:pt>
                <c:pt idx="349">
                  <c:v>-44</c:v>
                </c:pt>
                <c:pt idx="350">
                  <c:v>-43</c:v>
                </c:pt>
                <c:pt idx="351">
                  <c:v>-43</c:v>
                </c:pt>
                <c:pt idx="352">
                  <c:v>-43</c:v>
                </c:pt>
                <c:pt idx="353">
                  <c:v>-42</c:v>
                </c:pt>
                <c:pt idx="354">
                  <c:v>-42</c:v>
                </c:pt>
                <c:pt idx="355">
                  <c:v>-42</c:v>
                </c:pt>
                <c:pt idx="356">
                  <c:v>-41</c:v>
                </c:pt>
                <c:pt idx="357">
                  <c:v>-41</c:v>
                </c:pt>
                <c:pt idx="358">
                  <c:v>-41</c:v>
                </c:pt>
                <c:pt idx="359">
                  <c:v>-40</c:v>
                </c:pt>
                <c:pt idx="360">
                  <c:v>-40</c:v>
                </c:pt>
                <c:pt idx="361">
                  <c:v>-40</c:v>
                </c:pt>
                <c:pt idx="362">
                  <c:v>-39</c:v>
                </c:pt>
                <c:pt idx="363">
                  <c:v>-39</c:v>
                </c:pt>
                <c:pt idx="364">
                  <c:v>-39</c:v>
                </c:pt>
                <c:pt idx="365">
                  <c:v>-38</c:v>
                </c:pt>
                <c:pt idx="366">
                  <c:v>-38</c:v>
                </c:pt>
                <c:pt idx="367">
                  <c:v>-38</c:v>
                </c:pt>
                <c:pt idx="368">
                  <c:v>-37</c:v>
                </c:pt>
                <c:pt idx="369">
                  <c:v>-37</c:v>
                </c:pt>
                <c:pt idx="370">
                  <c:v>-37</c:v>
                </c:pt>
                <c:pt idx="371">
                  <c:v>-36</c:v>
                </c:pt>
                <c:pt idx="372">
                  <c:v>-36</c:v>
                </c:pt>
                <c:pt idx="373">
                  <c:v>-36</c:v>
                </c:pt>
                <c:pt idx="374">
                  <c:v>-35</c:v>
                </c:pt>
                <c:pt idx="375">
                  <c:v>-35</c:v>
                </c:pt>
                <c:pt idx="376">
                  <c:v>-35</c:v>
                </c:pt>
                <c:pt idx="377">
                  <c:v>-34</c:v>
                </c:pt>
                <c:pt idx="378">
                  <c:v>-34</c:v>
                </c:pt>
                <c:pt idx="379">
                  <c:v>-34</c:v>
                </c:pt>
                <c:pt idx="380">
                  <c:v>-33</c:v>
                </c:pt>
                <c:pt idx="381">
                  <c:v>-33</c:v>
                </c:pt>
                <c:pt idx="382">
                  <c:v>-33</c:v>
                </c:pt>
                <c:pt idx="383">
                  <c:v>-32</c:v>
                </c:pt>
                <c:pt idx="384">
                  <c:v>-32</c:v>
                </c:pt>
                <c:pt idx="385">
                  <c:v>-32</c:v>
                </c:pt>
                <c:pt idx="386">
                  <c:v>-31</c:v>
                </c:pt>
                <c:pt idx="387">
                  <c:v>-31</c:v>
                </c:pt>
                <c:pt idx="388">
                  <c:v>-31</c:v>
                </c:pt>
                <c:pt idx="389">
                  <c:v>-30</c:v>
                </c:pt>
                <c:pt idx="390">
                  <c:v>-30</c:v>
                </c:pt>
                <c:pt idx="391">
                  <c:v>-30</c:v>
                </c:pt>
                <c:pt idx="392">
                  <c:v>-29</c:v>
                </c:pt>
                <c:pt idx="393">
                  <c:v>-29</c:v>
                </c:pt>
                <c:pt idx="394">
                  <c:v>-29</c:v>
                </c:pt>
                <c:pt idx="395">
                  <c:v>-28</c:v>
                </c:pt>
                <c:pt idx="396">
                  <c:v>-28</c:v>
                </c:pt>
                <c:pt idx="397">
                  <c:v>-28</c:v>
                </c:pt>
                <c:pt idx="398">
                  <c:v>-27</c:v>
                </c:pt>
                <c:pt idx="399">
                  <c:v>-27</c:v>
                </c:pt>
                <c:pt idx="400">
                  <c:v>-27</c:v>
                </c:pt>
                <c:pt idx="401">
                  <c:v>-26</c:v>
                </c:pt>
                <c:pt idx="402">
                  <c:v>-26</c:v>
                </c:pt>
                <c:pt idx="403">
                  <c:v>-26</c:v>
                </c:pt>
                <c:pt idx="404">
                  <c:v>-25</c:v>
                </c:pt>
                <c:pt idx="405">
                  <c:v>-25</c:v>
                </c:pt>
                <c:pt idx="406">
                  <c:v>-25</c:v>
                </c:pt>
                <c:pt idx="407">
                  <c:v>-24</c:v>
                </c:pt>
                <c:pt idx="408">
                  <c:v>-24</c:v>
                </c:pt>
                <c:pt idx="409">
                  <c:v>-24</c:v>
                </c:pt>
                <c:pt idx="410">
                  <c:v>-23</c:v>
                </c:pt>
                <c:pt idx="411">
                  <c:v>-23</c:v>
                </c:pt>
                <c:pt idx="412">
                  <c:v>-23</c:v>
                </c:pt>
                <c:pt idx="413">
                  <c:v>-22</c:v>
                </c:pt>
                <c:pt idx="414">
                  <c:v>-22</c:v>
                </c:pt>
                <c:pt idx="415">
                  <c:v>-22</c:v>
                </c:pt>
                <c:pt idx="416">
                  <c:v>-21</c:v>
                </c:pt>
                <c:pt idx="417">
                  <c:v>-21</c:v>
                </c:pt>
                <c:pt idx="418">
                  <c:v>-21</c:v>
                </c:pt>
                <c:pt idx="419">
                  <c:v>-20</c:v>
                </c:pt>
                <c:pt idx="420">
                  <c:v>-20</c:v>
                </c:pt>
                <c:pt idx="421">
                  <c:v>-20</c:v>
                </c:pt>
                <c:pt idx="422">
                  <c:v>-19</c:v>
                </c:pt>
                <c:pt idx="423">
                  <c:v>-19</c:v>
                </c:pt>
                <c:pt idx="424">
                  <c:v>-19</c:v>
                </c:pt>
                <c:pt idx="425">
                  <c:v>-18</c:v>
                </c:pt>
                <c:pt idx="426">
                  <c:v>-18</c:v>
                </c:pt>
                <c:pt idx="427">
                  <c:v>-18</c:v>
                </c:pt>
                <c:pt idx="428">
                  <c:v>-17</c:v>
                </c:pt>
                <c:pt idx="429">
                  <c:v>-17</c:v>
                </c:pt>
                <c:pt idx="430">
                  <c:v>-17</c:v>
                </c:pt>
                <c:pt idx="431">
                  <c:v>-16</c:v>
                </c:pt>
                <c:pt idx="432">
                  <c:v>-16</c:v>
                </c:pt>
                <c:pt idx="433">
                  <c:v>-16</c:v>
                </c:pt>
                <c:pt idx="434">
                  <c:v>-15</c:v>
                </c:pt>
                <c:pt idx="435">
                  <c:v>-15</c:v>
                </c:pt>
                <c:pt idx="436">
                  <c:v>-15</c:v>
                </c:pt>
                <c:pt idx="437">
                  <c:v>-14</c:v>
                </c:pt>
                <c:pt idx="438">
                  <c:v>-14</c:v>
                </c:pt>
                <c:pt idx="439">
                  <c:v>-14</c:v>
                </c:pt>
                <c:pt idx="440">
                  <c:v>-13</c:v>
                </c:pt>
                <c:pt idx="441">
                  <c:v>-13</c:v>
                </c:pt>
                <c:pt idx="442">
                  <c:v>-13</c:v>
                </c:pt>
                <c:pt idx="443">
                  <c:v>-12</c:v>
                </c:pt>
                <c:pt idx="444">
                  <c:v>-12</c:v>
                </c:pt>
                <c:pt idx="445">
                  <c:v>-12</c:v>
                </c:pt>
                <c:pt idx="446">
                  <c:v>-11</c:v>
                </c:pt>
                <c:pt idx="447">
                  <c:v>-11</c:v>
                </c:pt>
                <c:pt idx="448">
                  <c:v>-11</c:v>
                </c:pt>
                <c:pt idx="449">
                  <c:v>-10</c:v>
                </c:pt>
                <c:pt idx="450">
                  <c:v>-10</c:v>
                </c:pt>
                <c:pt idx="451">
                  <c:v>-10</c:v>
                </c:pt>
                <c:pt idx="452">
                  <c:v>-9</c:v>
                </c:pt>
                <c:pt idx="453">
                  <c:v>-9</c:v>
                </c:pt>
                <c:pt idx="454">
                  <c:v>-9</c:v>
                </c:pt>
                <c:pt idx="455">
                  <c:v>-8</c:v>
                </c:pt>
                <c:pt idx="456">
                  <c:v>-8</c:v>
                </c:pt>
                <c:pt idx="457">
                  <c:v>-8</c:v>
                </c:pt>
                <c:pt idx="458">
                  <c:v>-7</c:v>
                </c:pt>
                <c:pt idx="459">
                  <c:v>-7</c:v>
                </c:pt>
                <c:pt idx="460">
                  <c:v>-7</c:v>
                </c:pt>
                <c:pt idx="461">
                  <c:v>-6</c:v>
                </c:pt>
                <c:pt idx="462">
                  <c:v>-6</c:v>
                </c:pt>
                <c:pt idx="463">
                  <c:v>-6</c:v>
                </c:pt>
                <c:pt idx="464">
                  <c:v>-5</c:v>
                </c:pt>
                <c:pt idx="465">
                  <c:v>-5</c:v>
                </c:pt>
                <c:pt idx="466">
                  <c:v>-5</c:v>
                </c:pt>
                <c:pt idx="467">
                  <c:v>-4</c:v>
                </c:pt>
                <c:pt idx="468">
                  <c:v>-4</c:v>
                </c:pt>
                <c:pt idx="469">
                  <c:v>-4</c:v>
                </c:pt>
                <c:pt idx="470">
                  <c:v>-3</c:v>
                </c:pt>
                <c:pt idx="471">
                  <c:v>-3</c:v>
                </c:pt>
                <c:pt idx="472">
                  <c:v>-3</c:v>
                </c:pt>
                <c:pt idx="473">
                  <c:v>-2</c:v>
                </c:pt>
                <c:pt idx="474">
                  <c:v>-2</c:v>
                </c:pt>
                <c:pt idx="475">
                  <c:v>-2</c:v>
                </c:pt>
                <c:pt idx="476">
                  <c:v>-1</c:v>
                </c:pt>
                <c:pt idx="477">
                  <c:v>-1</c:v>
                </c:pt>
                <c:pt idx="478">
                  <c:v>-1</c:v>
                </c:pt>
                <c:pt idx="479">
                  <c:v>0</c:v>
                </c:pt>
                <c:pt idx="480">
                  <c:v>0</c:v>
                </c:pt>
              </c:numCache>
            </c:numRef>
          </c:xVal>
          <c:yVal>
            <c:numRef>
              <c:f>Sheet1!$D$2:$D$482</c:f>
              <c:numCache>
                <c:formatCode>General</c:formatCode>
                <c:ptCount val="481"/>
                <c:pt idx="0">
                  <c:v>0.018</c:v>
                </c:pt>
                <c:pt idx="1">
                  <c:v>0.018</c:v>
                </c:pt>
                <c:pt idx="2">
                  <c:v>0.019</c:v>
                </c:pt>
                <c:pt idx="3">
                  <c:v>0.022</c:v>
                </c:pt>
                <c:pt idx="4">
                  <c:v>0.024</c:v>
                </c:pt>
                <c:pt idx="5">
                  <c:v>0.017</c:v>
                </c:pt>
                <c:pt idx="6">
                  <c:v>0.012</c:v>
                </c:pt>
                <c:pt idx="7">
                  <c:v>0.01</c:v>
                </c:pt>
                <c:pt idx="8">
                  <c:v>0.009</c:v>
                </c:pt>
                <c:pt idx="9">
                  <c:v>0.017</c:v>
                </c:pt>
                <c:pt idx="10">
                  <c:v>0.015</c:v>
                </c:pt>
                <c:pt idx="11">
                  <c:v>0.015</c:v>
                </c:pt>
                <c:pt idx="12">
                  <c:v>0.011</c:v>
                </c:pt>
                <c:pt idx="13">
                  <c:v>0.018</c:v>
                </c:pt>
                <c:pt idx="14">
                  <c:v>0.016</c:v>
                </c:pt>
                <c:pt idx="15">
                  <c:v>0.001</c:v>
                </c:pt>
                <c:pt idx="16">
                  <c:v>-0.009</c:v>
                </c:pt>
                <c:pt idx="17">
                  <c:v>-0.002</c:v>
                </c:pt>
                <c:pt idx="18">
                  <c:v>0.006</c:v>
                </c:pt>
                <c:pt idx="19">
                  <c:v>0.011</c:v>
                </c:pt>
                <c:pt idx="20">
                  <c:v>0.008</c:v>
                </c:pt>
                <c:pt idx="21">
                  <c:v>0.004</c:v>
                </c:pt>
                <c:pt idx="22">
                  <c:v>0.005</c:v>
                </c:pt>
                <c:pt idx="23">
                  <c:v>0.008</c:v>
                </c:pt>
                <c:pt idx="24">
                  <c:v>0.01</c:v>
                </c:pt>
                <c:pt idx="25">
                  <c:v>0.009</c:v>
                </c:pt>
                <c:pt idx="26">
                  <c:v>-0.002</c:v>
                </c:pt>
                <c:pt idx="27">
                  <c:v>-0.005</c:v>
                </c:pt>
                <c:pt idx="28">
                  <c:v>-0.005</c:v>
                </c:pt>
                <c:pt idx="29">
                  <c:v>-0.003</c:v>
                </c:pt>
                <c:pt idx="30">
                  <c:v>0.005</c:v>
                </c:pt>
                <c:pt idx="31">
                  <c:v>-0.001</c:v>
                </c:pt>
                <c:pt idx="32">
                  <c:v>-0.012</c:v>
                </c:pt>
                <c:pt idx="33">
                  <c:v>-0.014</c:v>
                </c:pt>
                <c:pt idx="34">
                  <c:v>-0.01</c:v>
                </c:pt>
                <c:pt idx="35">
                  <c:v>0.005</c:v>
                </c:pt>
                <c:pt idx="36">
                  <c:v>0.011</c:v>
                </c:pt>
                <c:pt idx="37">
                  <c:v>0.006</c:v>
                </c:pt>
                <c:pt idx="38">
                  <c:v>-0.005</c:v>
                </c:pt>
                <c:pt idx="39">
                  <c:v>-0.015</c:v>
                </c:pt>
                <c:pt idx="40">
                  <c:v>-0.012</c:v>
                </c:pt>
                <c:pt idx="41">
                  <c:v>-0.012</c:v>
                </c:pt>
                <c:pt idx="42">
                  <c:v>-0.015</c:v>
                </c:pt>
                <c:pt idx="43">
                  <c:v>-0.009</c:v>
                </c:pt>
                <c:pt idx="44">
                  <c:v>-0.011</c:v>
                </c:pt>
                <c:pt idx="45">
                  <c:v>0</c:v>
                </c:pt>
                <c:pt idx="46">
                  <c:v>-0.002</c:v>
                </c:pt>
                <c:pt idx="47">
                  <c:v>-0.004</c:v>
                </c:pt>
                <c:pt idx="48">
                  <c:v>0.001</c:v>
                </c:pt>
                <c:pt idx="49">
                  <c:v>-0.001</c:v>
                </c:pt>
                <c:pt idx="50">
                  <c:v>0</c:v>
                </c:pt>
                <c:pt idx="51">
                  <c:v>-0.008</c:v>
                </c:pt>
                <c:pt idx="52">
                  <c:v>-0.009</c:v>
                </c:pt>
                <c:pt idx="53">
                  <c:v>-0.007</c:v>
                </c:pt>
                <c:pt idx="54">
                  <c:v>-0.004</c:v>
                </c:pt>
                <c:pt idx="55">
                  <c:v>0.003</c:v>
                </c:pt>
                <c:pt idx="56">
                  <c:v>0.016</c:v>
                </c:pt>
                <c:pt idx="57">
                  <c:v>0.018</c:v>
                </c:pt>
                <c:pt idx="58">
                  <c:v>0.006</c:v>
                </c:pt>
                <c:pt idx="59">
                  <c:v>-0.006</c:v>
                </c:pt>
                <c:pt idx="60">
                  <c:v>-0.005</c:v>
                </c:pt>
                <c:pt idx="61">
                  <c:v>0.005</c:v>
                </c:pt>
                <c:pt idx="62">
                  <c:v>0.007</c:v>
                </c:pt>
                <c:pt idx="63">
                  <c:v>0.002</c:v>
                </c:pt>
                <c:pt idx="64">
                  <c:v>-0.001</c:v>
                </c:pt>
                <c:pt idx="65">
                  <c:v>-0.007</c:v>
                </c:pt>
                <c:pt idx="66">
                  <c:v>-0.001</c:v>
                </c:pt>
                <c:pt idx="67">
                  <c:v>-0.006</c:v>
                </c:pt>
                <c:pt idx="68">
                  <c:v>-0.011</c:v>
                </c:pt>
                <c:pt idx="69">
                  <c:v>-0.012</c:v>
                </c:pt>
                <c:pt idx="70">
                  <c:v>-0.012</c:v>
                </c:pt>
                <c:pt idx="71">
                  <c:v>-0.008</c:v>
                </c:pt>
                <c:pt idx="72">
                  <c:v>-0.02</c:v>
                </c:pt>
                <c:pt idx="73">
                  <c:v>-0.013</c:v>
                </c:pt>
                <c:pt idx="74">
                  <c:v>-0.018</c:v>
                </c:pt>
                <c:pt idx="75">
                  <c:v>-0.018</c:v>
                </c:pt>
                <c:pt idx="76">
                  <c:v>-0.025</c:v>
                </c:pt>
                <c:pt idx="77">
                  <c:v>-0.027</c:v>
                </c:pt>
                <c:pt idx="78">
                  <c:v>-0.032</c:v>
                </c:pt>
                <c:pt idx="79">
                  <c:v>-0.03</c:v>
                </c:pt>
                <c:pt idx="80">
                  <c:v>-0.03</c:v>
                </c:pt>
                <c:pt idx="81">
                  <c:v>-0.029</c:v>
                </c:pt>
                <c:pt idx="82">
                  <c:v>-0.013</c:v>
                </c:pt>
                <c:pt idx="83">
                  <c:v>-0.017</c:v>
                </c:pt>
                <c:pt idx="84">
                  <c:v>-0.021</c:v>
                </c:pt>
                <c:pt idx="85">
                  <c:v>-0.021</c:v>
                </c:pt>
                <c:pt idx="86">
                  <c:v>-0.039</c:v>
                </c:pt>
                <c:pt idx="87">
                  <c:v>-0.034</c:v>
                </c:pt>
                <c:pt idx="88">
                  <c:v>-0.024</c:v>
                </c:pt>
                <c:pt idx="89">
                  <c:v>-0.025</c:v>
                </c:pt>
                <c:pt idx="90">
                  <c:v>-0.022</c:v>
                </c:pt>
                <c:pt idx="91">
                  <c:v>-0.024</c:v>
                </c:pt>
                <c:pt idx="92">
                  <c:v>-0.021</c:v>
                </c:pt>
                <c:pt idx="93">
                  <c:v>-0.024</c:v>
                </c:pt>
                <c:pt idx="94">
                  <c:v>-0.023</c:v>
                </c:pt>
                <c:pt idx="95">
                  <c:v>-0.028</c:v>
                </c:pt>
                <c:pt idx="96">
                  <c:v>-0.016</c:v>
                </c:pt>
                <c:pt idx="97">
                  <c:v>-0.01</c:v>
                </c:pt>
                <c:pt idx="98">
                  <c:v>-0.008</c:v>
                </c:pt>
                <c:pt idx="99">
                  <c:v>-0.027</c:v>
                </c:pt>
                <c:pt idx="100">
                  <c:v>-0.036</c:v>
                </c:pt>
                <c:pt idx="101">
                  <c:v>-0.026</c:v>
                </c:pt>
                <c:pt idx="102">
                  <c:v>-0.023</c:v>
                </c:pt>
                <c:pt idx="103">
                  <c:v>-0.012</c:v>
                </c:pt>
                <c:pt idx="104">
                  <c:v>-0.02</c:v>
                </c:pt>
                <c:pt idx="105">
                  <c:v>-0.022</c:v>
                </c:pt>
                <c:pt idx="106">
                  <c:v>-0.035</c:v>
                </c:pt>
                <c:pt idx="107">
                  <c:v>-0.042</c:v>
                </c:pt>
                <c:pt idx="108">
                  <c:v>-0.035</c:v>
                </c:pt>
                <c:pt idx="109">
                  <c:v>-0.028</c:v>
                </c:pt>
                <c:pt idx="110">
                  <c:v>-0.024</c:v>
                </c:pt>
                <c:pt idx="111">
                  <c:v>-0.023</c:v>
                </c:pt>
                <c:pt idx="112">
                  <c:v>-0.031</c:v>
                </c:pt>
                <c:pt idx="113">
                  <c:v>-0.023</c:v>
                </c:pt>
                <c:pt idx="114">
                  <c:v>-0.018</c:v>
                </c:pt>
                <c:pt idx="115">
                  <c:v>-0.033</c:v>
                </c:pt>
                <c:pt idx="116">
                  <c:v>-0.024</c:v>
                </c:pt>
                <c:pt idx="117">
                  <c:v>-0.024</c:v>
                </c:pt>
                <c:pt idx="118">
                  <c:v>-0.028</c:v>
                </c:pt>
                <c:pt idx="119">
                  <c:v>-0.029</c:v>
                </c:pt>
                <c:pt idx="120">
                  <c:v>-0.031</c:v>
                </c:pt>
                <c:pt idx="121">
                  <c:v>-0.024</c:v>
                </c:pt>
                <c:pt idx="122">
                  <c:v>-0.026</c:v>
                </c:pt>
                <c:pt idx="123">
                  <c:v>-0.022</c:v>
                </c:pt>
                <c:pt idx="124">
                  <c:v>-0.018</c:v>
                </c:pt>
                <c:pt idx="125">
                  <c:v>-0.028</c:v>
                </c:pt>
                <c:pt idx="126">
                  <c:v>-0.03</c:v>
                </c:pt>
                <c:pt idx="127">
                  <c:v>-0.041</c:v>
                </c:pt>
                <c:pt idx="128">
                  <c:v>-0.037</c:v>
                </c:pt>
                <c:pt idx="129">
                  <c:v>-0.042</c:v>
                </c:pt>
                <c:pt idx="130">
                  <c:v>-0.042</c:v>
                </c:pt>
                <c:pt idx="131">
                  <c:v>-0.037</c:v>
                </c:pt>
                <c:pt idx="132">
                  <c:v>-0.033</c:v>
                </c:pt>
                <c:pt idx="133">
                  <c:v>-0.028</c:v>
                </c:pt>
                <c:pt idx="134">
                  <c:v>-0.033</c:v>
                </c:pt>
                <c:pt idx="135">
                  <c:v>-0.035</c:v>
                </c:pt>
                <c:pt idx="136">
                  <c:v>-0.017</c:v>
                </c:pt>
                <c:pt idx="137">
                  <c:v>-0.023</c:v>
                </c:pt>
                <c:pt idx="138">
                  <c:v>-0.021</c:v>
                </c:pt>
                <c:pt idx="139">
                  <c:v>-0.034</c:v>
                </c:pt>
                <c:pt idx="140">
                  <c:v>-0.026</c:v>
                </c:pt>
                <c:pt idx="141">
                  <c:v>-0.025</c:v>
                </c:pt>
                <c:pt idx="142">
                  <c:v>-0.03</c:v>
                </c:pt>
                <c:pt idx="143">
                  <c:v>-0.038</c:v>
                </c:pt>
                <c:pt idx="144">
                  <c:v>-0.048</c:v>
                </c:pt>
                <c:pt idx="145">
                  <c:v>-0.045</c:v>
                </c:pt>
                <c:pt idx="146">
                  <c:v>-0.055</c:v>
                </c:pt>
                <c:pt idx="147">
                  <c:v>-0.036</c:v>
                </c:pt>
                <c:pt idx="148">
                  <c:v>-0.033</c:v>
                </c:pt>
                <c:pt idx="149">
                  <c:v>-0.033</c:v>
                </c:pt>
                <c:pt idx="150">
                  <c:v>-0.033</c:v>
                </c:pt>
                <c:pt idx="151">
                  <c:v>-0.043</c:v>
                </c:pt>
                <c:pt idx="152">
                  <c:v>-0.033</c:v>
                </c:pt>
                <c:pt idx="153">
                  <c:v>-0.039</c:v>
                </c:pt>
                <c:pt idx="154">
                  <c:v>-0.033</c:v>
                </c:pt>
                <c:pt idx="155">
                  <c:v>-0.038</c:v>
                </c:pt>
                <c:pt idx="156">
                  <c:v>-0.047</c:v>
                </c:pt>
                <c:pt idx="157">
                  <c:v>-0.037</c:v>
                </c:pt>
                <c:pt idx="158">
                  <c:v>-0.031</c:v>
                </c:pt>
                <c:pt idx="159">
                  <c:v>-0.039</c:v>
                </c:pt>
                <c:pt idx="160">
                  <c:v>-0.046</c:v>
                </c:pt>
                <c:pt idx="161">
                  <c:v>-0.037</c:v>
                </c:pt>
                <c:pt idx="162">
                  <c:v>-0.043</c:v>
                </c:pt>
                <c:pt idx="163">
                  <c:v>-0.029</c:v>
                </c:pt>
                <c:pt idx="164">
                  <c:v>-0.038</c:v>
                </c:pt>
                <c:pt idx="165">
                  <c:v>-0.032</c:v>
                </c:pt>
                <c:pt idx="166">
                  <c:v>-0.039</c:v>
                </c:pt>
                <c:pt idx="167">
                  <c:v>-0.035</c:v>
                </c:pt>
                <c:pt idx="168">
                  <c:v>-0.04</c:v>
                </c:pt>
                <c:pt idx="169">
                  <c:v>-0.038</c:v>
                </c:pt>
                <c:pt idx="170">
                  <c:v>-0.03</c:v>
                </c:pt>
                <c:pt idx="171">
                  <c:v>-0.031</c:v>
                </c:pt>
                <c:pt idx="172">
                  <c:v>-0.027</c:v>
                </c:pt>
                <c:pt idx="173">
                  <c:v>-0.033</c:v>
                </c:pt>
                <c:pt idx="174">
                  <c:v>-0.035</c:v>
                </c:pt>
                <c:pt idx="175">
                  <c:v>-0.043</c:v>
                </c:pt>
                <c:pt idx="176">
                  <c:v>-0.034</c:v>
                </c:pt>
                <c:pt idx="177">
                  <c:v>-0.029</c:v>
                </c:pt>
                <c:pt idx="178">
                  <c:v>-0.043</c:v>
                </c:pt>
                <c:pt idx="179">
                  <c:v>-0.044</c:v>
                </c:pt>
                <c:pt idx="180">
                  <c:v>-0.044</c:v>
                </c:pt>
                <c:pt idx="181">
                  <c:v>-0.029</c:v>
                </c:pt>
                <c:pt idx="182">
                  <c:v>-0.019</c:v>
                </c:pt>
                <c:pt idx="183">
                  <c:v>-0.019</c:v>
                </c:pt>
                <c:pt idx="184">
                  <c:v>-0.016</c:v>
                </c:pt>
                <c:pt idx="185">
                  <c:v>-0.036</c:v>
                </c:pt>
                <c:pt idx="186">
                  <c:v>-0.03</c:v>
                </c:pt>
                <c:pt idx="187">
                  <c:v>-0.035</c:v>
                </c:pt>
                <c:pt idx="188">
                  <c:v>-0.039</c:v>
                </c:pt>
                <c:pt idx="189">
                  <c:v>-0.037</c:v>
                </c:pt>
                <c:pt idx="190">
                  <c:v>-0.037</c:v>
                </c:pt>
                <c:pt idx="191">
                  <c:v>-0.031</c:v>
                </c:pt>
                <c:pt idx="192">
                  <c:v>-0.038</c:v>
                </c:pt>
                <c:pt idx="193">
                  <c:v>-0.043</c:v>
                </c:pt>
                <c:pt idx="194">
                  <c:v>-0.031</c:v>
                </c:pt>
                <c:pt idx="195">
                  <c:v>-0.029</c:v>
                </c:pt>
                <c:pt idx="196">
                  <c:v>-0.026</c:v>
                </c:pt>
                <c:pt idx="197">
                  <c:v>-0.035</c:v>
                </c:pt>
                <c:pt idx="198">
                  <c:v>-0.034</c:v>
                </c:pt>
                <c:pt idx="199">
                  <c:v>-0.037</c:v>
                </c:pt>
                <c:pt idx="200">
                  <c:v>-0.039</c:v>
                </c:pt>
                <c:pt idx="201">
                  <c:v>-0.035</c:v>
                </c:pt>
                <c:pt idx="202">
                  <c:v>-0.03</c:v>
                </c:pt>
                <c:pt idx="203">
                  <c:v>-0.034</c:v>
                </c:pt>
                <c:pt idx="204">
                  <c:v>-0.036</c:v>
                </c:pt>
                <c:pt idx="205">
                  <c:v>-0.042</c:v>
                </c:pt>
                <c:pt idx="206">
                  <c:v>-0.044</c:v>
                </c:pt>
                <c:pt idx="207">
                  <c:v>-0.039</c:v>
                </c:pt>
                <c:pt idx="208">
                  <c:v>-0.033</c:v>
                </c:pt>
                <c:pt idx="209">
                  <c:v>-0.046</c:v>
                </c:pt>
                <c:pt idx="210">
                  <c:v>-0.042</c:v>
                </c:pt>
                <c:pt idx="211">
                  <c:v>-0.045</c:v>
                </c:pt>
                <c:pt idx="212">
                  <c:v>-0.016</c:v>
                </c:pt>
                <c:pt idx="213">
                  <c:v>-0.035</c:v>
                </c:pt>
                <c:pt idx="214">
                  <c:v>-0.036</c:v>
                </c:pt>
                <c:pt idx="215">
                  <c:v>-0.04</c:v>
                </c:pt>
                <c:pt idx="216">
                  <c:v>-0.031</c:v>
                </c:pt>
                <c:pt idx="217">
                  <c:v>-0.034</c:v>
                </c:pt>
                <c:pt idx="218">
                  <c:v>-0.042</c:v>
                </c:pt>
                <c:pt idx="219">
                  <c:v>-0.053</c:v>
                </c:pt>
                <c:pt idx="220">
                  <c:v>-0.052</c:v>
                </c:pt>
                <c:pt idx="221">
                  <c:v>-0.042</c:v>
                </c:pt>
                <c:pt idx="222">
                  <c:v>-0.049</c:v>
                </c:pt>
                <c:pt idx="223">
                  <c:v>-0.035</c:v>
                </c:pt>
                <c:pt idx="224">
                  <c:v>-0.033</c:v>
                </c:pt>
                <c:pt idx="225">
                  <c:v>-0.028</c:v>
                </c:pt>
                <c:pt idx="226">
                  <c:v>-0.042</c:v>
                </c:pt>
                <c:pt idx="227">
                  <c:v>-0.037</c:v>
                </c:pt>
                <c:pt idx="228">
                  <c:v>-0.033</c:v>
                </c:pt>
                <c:pt idx="229">
                  <c:v>-0.022</c:v>
                </c:pt>
                <c:pt idx="230">
                  <c:v>-0.023</c:v>
                </c:pt>
                <c:pt idx="231">
                  <c:v>-0.027</c:v>
                </c:pt>
                <c:pt idx="232">
                  <c:v>-0.034</c:v>
                </c:pt>
                <c:pt idx="233">
                  <c:v>-0.034</c:v>
                </c:pt>
                <c:pt idx="234">
                  <c:v>-0.032</c:v>
                </c:pt>
                <c:pt idx="235">
                  <c:v>-0.03</c:v>
                </c:pt>
                <c:pt idx="236">
                  <c:v>-0.055</c:v>
                </c:pt>
                <c:pt idx="237">
                  <c:v>-0.051</c:v>
                </c:pt>
                <c:pt idx="238">
                  <c:v>-0.057</c:v>
                </c:pt>
                <c:pt idx="239">
                  <c:v>-0.031</c:v>
                </c:pt>
                <c:pt idx="240">
                  <c:v>-0.038</c:v>
                </c:pt>
                <c:pt idx="241">
                  <c:v>-0.035</c:v>
                </c:pt>
                <c:pt idx="242">
                  <c:v>-0.035</c:v>
                </c:pt>
                <c:pt idx="243">
                  <c:v>-0.036</c:v>
                </c:pt>
                <c:pt idx="244">
                  <c:v>-0.043</c:v>
                </c:pt>
                <c:pt idx="245">
                  <c:v>-0.044</c:v>
                </c:pt>
                <c:pt idx="246">
                  <c:v>-0.041</c:v>
                </c:pt>
                <c:pt idx="247">
                  <c:v>-0.042</c:v>
                </c:pt>
                <c:pt idx="248">
                  <c:v>-0.042</c:v>
                </c:pt>
                <c:pt idx="249">
                  <c:v>-0.033</c:v>
                </c:pt>
                <c:pt idx="250">
                  <c:v>-0.033</c:v>
                </c:pt>
                <c:pt idx="251">
                  <c:v>-0.033</c:v>
                </c:pt>
                <c:pt idx="252">
                  <c:v>-0.039</c:v>
                </c:pt>
                <c:pt idx="253">
                  <c:v>-0.044</c:v>
                </c:pt>
                <c:pt idx="254">
                  <c:v>-0.04</c:v>
                </c:pt>
                <c:pt idx="255">
                  <c:v>-0.04</c:v>
                </c:pt>
                <c:pt idx="256">
                  <c:v>-0.047</c:v>
                </c:pt>
                <c:pt idx="257">
                  <c:v>-0.058</c:v>
                </c:pt>
                <c:pt idx="258">
                  <c:v>-0.054</c:v>
                </c:pt>
                <c:pt idx="259">
                  <c:v>-0.054</c:v>
                </c:pt>
                <c:pt idx="260">
                  <c:v>-0.036</c:v>
                </c:pt>
                <c:pt idx="261">
                  <c:v>-0.041</c:v>
                </c:pt>
                <c:pt idx="262">
                  <c:v>-0.053</c:v>
                </c:pt>
                <c:pt idx="263">
                  <c:v>-0.054</c:v>
                </c:pt>
                <c:pt idx="264">
                  <c:v>-0.056</c:v>
                </c:pt>
                <c:pt idx="265">
                  <c:v>-0.048</c:v>
                </c:pt>
                <c:pt idx="266">
                  <c:v>-0.056</c:v>
                </c:pt>
                <c:pt idx="267">
                  <c:v>-0.053</c:v>
                </c:pt>
                <c:pt idx="268">
                  <c:v>-0.053</c:v>
                </c:pt>
                <c:pt idx="269">
                  <c:v>-0.053</c:v>
                </c:pt>
                <c:pt idx="270">
                  <c:v>-0.052</c:v>
                </c:pt>
                <c:pt idx="271">
                  <c:v>-0.052</c:v>
                </c:pt>
                <c:pt idx="272">
                  <c:v>-0.049</c:v>
                </c:pt>
                <c:pt idx="273">
                  <c:v>-0.048</c:v>
                </c:pt>
                <c:pt idx="274">
                  <c:v>-0.053</c:v>
                </c:pt>
                <c:pt idx="275">
                  <c:v>-0.051</c:v>
                </c:pt>
                <c:pt idx="276">
                  <c:v>-0.045</c:v>
                </c:pt>
                <c:pt idx="277">
                  <c:v>-0.034</c:v>
                </c:pt>
                <c:pt idx="278">
                  <c:v>-0.048</c:v>
                </c:pt>
                <c:pt idx="279">
                  <c:v>-0.056</c:v>
                </c:pt>
                <c:pt idx="280">
                  <c:v>-0.058</c:v>
                </c:pt>
                <c:pt idx="281">
                  <c:v>-0.059</c:v>
                </c:pt>
                <c:pt idx="282">
                  <c:v>-0.052</c:v>
                </c:pt>
                <c:pt idx="283">
                  <c:v>-0.06</c:v>
                </c:pt>
                <c:pt idx="284">
                  <c:v>-0.059</c:v>
                </c:pt>
                <c:pt idx="285">
                  <c:v>-0.07</c:v>
                </c:pt>
                <c:pt idx="286">
                  <c:v>-0.065</c:v>
                </c:pt>
                <c:pt idx="287">
                  <c:v>-0.073</c:v>
                </c:pt>
                <c:pt idx="288">
                  <c:v>-0.061</c:v>
                </c:pt>
                <c:pt idx="289">
                  <c:v>-0.052</c:v>
                </c:pt>
                <c:pt idx="290">
                  <c:v>-0.045</c:v>
                </c:pt>
                <c:pt idx="291">
                  <c:v>-0.054</c:v>
                </c:pt>
                <c:pt idx="292">
                  <c:v>-0.058</c:v>
                </c:pt>
                <c:pt idx="293">
                  <c:v>-0.057</c:v>
                </c:pt>
                <c:pt idx="294">
                  <c:v>-0.046</c:v>
                </c:pt>
                <c:pt idx="295">
                  <c:v>-0.062</c:v>
                </c:pt>
                <c:pt idx="296">
                  <c:v>-0.06</c:v>
                </c:pt>
                <c:pt idx="297">
                  <c:v>-0.08</c:v>
                </c:pt>
                <c:pt idx="298">
                  <c:v>-0.076</c:v>
                </c:pt>
                <c:pt idx="299">
                  <c:v>-0.073</c:v>
                </c:pt>
                <c:pt idx="300">
                  <c:v>-0.071</c:v>
                </c:pt>
                <c:pt idx="301">
                  <c:v>-0.061</c:v>
                </c:pt>
                <c:pt idx="302">
                  <c:v>-0.06</c:v>
                </c:pt>
                <c:pt idx="303">
                  <c:v>-0.07</c:v>
                </c:pt>
                <c:pt idx="304">
                  <c:v>-0.068</c:v>
                </c:pt>
                <c:pt idx="305">
                  <c:v>-0.07</c:v>
                </c:pt>
                <c:pt idx="306">
                  <c:v>-0.066</c:v>
                </c:pt>
                <c:pt idx="307">
                  <c:v>-0.069</c:v>
                </c:pt>
                <c:pt idx="308">
                  <c:v>-0.068</c:v>
                </c:pt>
                <c:pt idx="309">
                  <c:v>-0.071</c:v>
                </c:pt>
                <c:pt idx="310">
                  <c:v>-0.079</c:v>
                </c:pt>
                <c:pt idx="311">
                  <c:v>-0.08</c:v>
                </c:pt>
                <c:pt idx="312">
                  <c:v>-0.079</c:v>
                </c:pt>
                <c:pt idx="313">
                  <c:v>-0.075</c:v>
                </c:pt>
                <c:pt idx="314">
                  <c:v>-0.07</c:v>
                </c:pt>
                <c:pt idx="315">
                  <c:v>-0.077</c:v>
                </c:pt>
                <c:pt idx="316">
                  <c:v>-0.091</c:v>
                </c:pt>
                <c:pt idx="317">
                  <c:v>-0.089</c:v>
                </c:pt>
                <c:pt idx="318">
                  <c:v>-0.091</c:v>
                </c:pt>
                <c:pt idx="319">
                  <c:v>-0.074</c:v>
                </c:pt>
                <c:pt idx="320">
                  <c:v>-0.083</c:v>
                </c:pt>
                <c:pt idx="321">
                  <c:v>-0.088</c:v>
                </c:pt>
                <c:pt idx="322">
                  <c:v>-0.102</c:v>
                </c:pt>
                <c:pt idx="323">
                  <c:v>-0.096</c:v>
                </c:pt>
                <c:pt idx="324">
                  <c:v>-0.097</c:v>
                </c:pt>
                <c:pt idx="325">
                  <c:v>-0.095</c:v>
                </c:pt>
                <c:pt idx="326">
                  <c:v>-0.085</c:v>
                </c:pt>
                <c:pt idx="327">
                  <c:v>-0.084</c:v>
                </c:pt>
                <c:pt idx="328">
                  <c:v>-0.08</c:v>
                </c:pt>
                <c:pt idx="329">
                  <c:v>-0.093</c:v>
                </c:pt>
                <c:pt idx="330">
                  <c:v>-0.089</c:v>
                </c:pt>
                <c:pt idx="331">
                  <c:v>-0.095</c:v>
                </c:pt>
                <c:pt idx="332">
                  <c:v>-0.093</c:v>
                </c:pt>
                <c:pt idx="333">
                  <c:v>-0.097</c:v>
                </c:pt>
                <c:pt idx="334">
                  <c:v>-0.095</c:v>
                </c:pt>
                <c:pt idx="335">
                  <c:v>-0.093</c:v>
                </c:pt>
                <c:pt idx="336">
                  <c:v>-0.093</c:v>
                </c:pt>
                <c:pt idx="337">
                  <c:v>-0.094</c:v>
                </c:pt>
                <c:pt idx="338">
                  <c:v>-0.091</c:v>
                </c:pt>
                <c:pt idx="339">
                  <c:v>-0.096</c:v>
                </c:pt>
                <c:pt idx="340">
                  <c:v>-0.1</c:v>
                </c:pt>
                <c:pt idx="341">
                  <c:v>-0.11</c:v>
                </c:pt>
                <c:pt idx="342">
                  <c:v>-0.169</c:v>
                </c:pt>
                <c:pt idx="343">
                  <c:v>-0.168</c:v>
                </c:pt>
                <c:pt idx="344">
                  <c:v>-0.17</c:v>
                </c:pt>
                <c:pt idx="345">
                  <c:v>-0.164</c:v>
                </c:pt>
                <c:pt idx="346">
                  <c:v>-0.158</c:v>
                </c:pt>
                <c:pt idx="347">
                  <c:v>-0.17</c:v>
                </c:pt>
                <c:pt idx="348">
                  <c:v>-0.177</c:v>
                </c:pt>
                <c:pt idx="349">
                  <c:v>-0.172</c:v>
                </c:pt>
                <c:pt idx="350">
                  <c:v>-0.174</c:v>
                </c:pt>
                <c:pt idx="351">
                  <c:v>-0.17</c:v>
                </c:pt>
                <c:pt idx="352">
                  <c:v>-0.178</c:v>
                </c:pt>
                <c:pt idx="353">
                  <c:v>-0.18</c:v>
                </c:pt>
                <c:pt idx="354">
                  <c:v>-0.18</c:v>
                </c:pt>
                <c:pt idx="355">
                  <c:v>-0.183</c:v>
                </c:pt>
                <c:pt idx="356">
                  <c:v>-0.174</c:v>
                </c:pt>
                <c:pt idx="357">
                  <c:v>-0.17</c:v>
                </c:pt>
                <c:pt idx="358">
                  <c:v>-0.167</c:v>
                </c:pt>
                <c:pt idx="359">
                  <c:v>-0.159</c:v>
                </c:pt>
                <c:pt idx="360">
                  <c:v>-0.168</c:v>
                </c:pt>
                <c:pt idx="361">
                  <c:v>-0.166</c:v>
                </c:pt>
                <c:pt idx="362">
                  <c:v>-0.165</c:v>
                </c:pt>
                <c:pt idx="363">
                  <c:v>-0.159</c:v>
                </c:pt>
                <c:pt idx="364">
                  <c:v>-0.153</c:v>
                </c:pt>
                <c:pt idx="365">
                  <c:v>-0.146</c:v>
                </c:pt>
                <c:pt idx="366">
                  <c:v>-0.158</c:v>
                </c:pt>
                <c:pt idx="367">
                  <c:v>-0.161</c:v>
                </c:pt>
                <c:pt idx="368">
                  <c:v>-0.163</c:v>
                </c:pt>
                <c:pt idx="369">
                  <c:v>-0.156</c:v>
                </c:pt>
                <c:pt idx="370">
                  <c:v>-0.143</c:v>
                </c:pt>
                <c:pt idx="371">
                  <c:v>-0.142</c:v>
                </c:pt>
                <c:pt idx="372">
                  <c:v>-0.134</c:v>
                </c:pt>
                <c:pt idx="373">
                  <c:v>-0.125</c:v>
                </c:pt>
                <c:pt idx="374">
                  <c:v>-0.122</c:v>
                </c:pt>
                <c:pt idx="375">
                  <c:v>-0.12</c:v>
                </c:pt>
                <c:pt idx="376">
                  <c:v>-0.128</c:v>
                </c:pt>
                <c:pt idx="377">
                  <c:v>-0.122</c:v>
                </c:pt>
                <c:pt idx="378">
                  <c:v>-0.115</c:v>
                </c:pt>
                <c:pt idx="379">
                  <c:v>-0.104</c:v>
                </c:pt>
                <c:pt idx="380">
                  <c:v>-0.117</c:v>
                </c:pt>
                <c:pt idx="381">
                  <c:v>-0.121</c:v>
                </c:pt>
                <c:pt idx="382">
                  <c:v>-0.117</c:v>
                </c:pt>
                <c:pt idx="383">
                  <c:v>-0.111</c:v>
                </c:pt>
                <c:pt idx="384">
                  <c:v>-0.106</c:v>
                </c:pt>
                <c:pt idx="385">
                  <c:v>-0.104</c:v>
                </c:pt>
                <c:pt idx="386">
                  <c:v>-0.112</c:v>
                </c:pt>
                <c:pt idx="387">
                  <c:v>-0.108</c:v>
                </c:pt>
                <c:pt idx="388">
                  <c:v>-0.11</c:v>
                </c:pt>
                <c:pt idx="389">
                  <c:v>-0.101</c:v>
                </c:pt>
                <c:pt idx="390">
                  <c:v>-0.102</c:v>
                </c:pt>
                <c:pt idx="391">
                  <c:v>-0.099</c:v>
                </c:pt>
                <c:pt idx="392">
                  <c:v>-0.102</c:v>
                </c:pt>
                <c:pt idx="393">
                  <c:v>-0.106</c:v>
                </c:pt>
                <c:pt idx="394">
                  <c:v>-0.101</c:v>
                </c:pt>
                <c:pt idx="395">
                  <c:v>-0.095</c:v>
                </c:pt>
                <c:pt idx="396">
                  <c:v>-0.085</c:v>
                </c:pt>
                <c:pt idx="397">
                  <c:v>-0.083</c:v>
                </c:pt>
                <c:pt idx="398">
                  <c:v>-0.081</c:v>
                </c:pt>
                <c:pt idx="399">
                  <c:v>-0.081</c:v>
                </c:pt>
                <c:pt idx="400">
                  <c:v>-0.101</c:v>
                </c:pt>
                <c:pt idx="401">
                  <c:v>-0.097</c:v>
                </c:pt>
                <c:pt idx="402">
                  <c:v>-0.089</c:v>
                </c:pt>
                <c:pt idx="403">
                  <c:v>-0.098</c:v>
                </c:pt>
                <c:pt idx="404">
                  <c:v>-0.106</c:v>
                </c:pt>
                <c:pt idx="405">
                  <c:v>-0.104</c:v>
                </c:pt>
                <c:pt idx="406">
                  <c:v>-0.115</c:v>
                </c:pt>
                <c:pt idx="407">
                  <c:v>-0.113</c:v>
                </c:pt>
                <c:pt idx="408">
                  <c:v>-0.118</c:v>
                </c:pt>
                <c:pt idx="409">
                  <c:v>-0.119</c:v>
                </c:pt>
                <c:pt idx="410">
                  <c:v>-0.125</c:v>
                </c:pt>
                <c:pt idx="411">
                  <c:v>-0.128</c:v>
                </c:pt>
                <c:pt idx="412">
                  <c:v>-0.126</c:v>
                </c:pt>
                <c:pt idx="413">
                  <c:v>-0.126</c:v>
                </c:pt>
                <c:pt idx="414">
                  <c:v>-0.135</c:v>
                </c:pt>
                <c:pt idx="415">
                  <c:v>-0.133</c:v>
                </c:pt>
                <c:pt idx="416">
                  <c:v>-0.132</c:v>
                </c:pt>
                <c:pt idx="417">
                  <c:v>-0.134</c:v>
                </c:pt>
                <c:pt idx="418">
                  <c:v>-0.131</c:v>
                </c:pt>
                <c:pt idx="419">
                  <c:v>-0.135</c:v>
                </c:pt>
                <c:pt idx="420">
                  <c:v>-0.132</c:v>
                </c:pt>
                <c:pt idx="421">
                  <c:v>-0.135</c:v>
                </c:pt>
                <c:pt idx="422">
                  <c:v>-0.135</c:v>
                </c:pt>
                <c:pt idx="423">
                  <c:v>-0.129</c:v>
                </c:pt>
                <c:pt idx="424">
                  <c:v>-0.126</c:v>
                </c:pt>
                <c:pt idx="425">
                  <c:v>-0.126</c:v>
                </c:pt>
                <c:pt idx="426">
                  <c:v>-0.131</c:v>
                </c:pt>
                <c:pt idx="427">
                  <c:v>-0.147</c:v>
                </c:pt>
                <c:pt idx="428">
                  <c:v>-0.152</c:v>
                </c:pt>
                <c:pt idx="429">
                  <c:v>-0.144</c:v>
                </c:pt>
                <c:pt idx="430">
                  <c:v>-0.141</c:v>
                </c:pt>
                <c:pt idx="431">
                  <c:v>-0.151</c:v>
                </c:pt>
                <c:pt idx="432">
                  <c:v>-0.155</c:v>
                </c:pt>
                <c:pt idx="433">
                  <c:v>-0.158</c:v>
                </c:pt>
                <c:pt idx="434">
                  <c:v>-0.15</c:v>
                </c:pt>
                <c:pt idx="435">
                  <c:v>-0.157</c:v>
                </c:pt>
                <c:pt idx="436">
                  <c:v>-0.143</c:v>
                </c:pt>
                <c:pt idx="437">
                  <c:v>-0.129</c:v>
                </c:pt>
                <c:pt idx="438">
                  <c:v>-0.119</c:v>
                </c:pt>
                <c:pt idx="439">
                  <c:v>-0.103</c:v>
                </c:pt>
                <c:pt idx="440">
                  <c:v>-0.093</c:v>
                </c:pt>
                <c:pt idx="441">
                  <c:v>-0.094</c:v>
                </c:pt>
                <c:pt idx="442">
                  <c:v>-0.089</c:v>
                </c:pt>
                <c:pt idx="443">
                  <c:v>-0.089</c:v>
                </c:pt>
                <c:pt idx="444">
                  <c:v>-0.087</c:v>
                </c:pt>
                <c:pt idx="445">
                  <c:v>-0.082</c:v>
                </c:pt>
                <c:pt idx="446">
                  <c:v>-0.073</c:v>
                </c:pt>
                <c:pt idx="447">
                  <c:v>-0.067</c:v>
                </c:pt>
                <c:pt idx="448">
                  <c:v>-0.07</c:v>
                </c:pt>
                <c:pt idx="449">
                  <c:v>-0.09</c:v>
                </c:pt>
                <c:pt idx="450">
                  <c:v>-0.098</c:v>
                </c:pt>
                <c:pt idx="451">
                  <c:v>-0.112</c:v>
                </c:pt>
                <c:pt idx="452">
                  <c:v>-0.137</c:v>
                </c:pt>
                <c:pt idx="453">
                  <c:v>-0.12</c:v>
                </c:pt>
                <c:pt idx="454">
                  <c:v>-0.1</c:v>
                </c:pt>
                <c:pt idx="455">
                  <c:v>-0.087</c:v>
                </c:pt>
                <c:pt idx="456">
                  <c:v>-0.082</c:v>
                </c:pt>
                <c:pt idx="457">
                  <c:v>-0.063</c:v>
                </c:pt>
                <c:pt idx="458">
                  <c:v>-0.086</c:v>
                </c:pt>
                <c:pt idx="459">
                  <c:v>-0.114</c:v>
                </c:pt>
                <c:pt idx="460">
                  <c:v>-0.103</c:v>
                </c:pt>
                <c:pt idx="461">
                  <c:v>-0.108</c:v>
                </c:pt>
                <c:pt idx="462">
                  <c:v>-0.095</c:v>
                </c:pt>
                <c:pt idx="463">
                  <c:v>-0.088</c:v>
                </c:pt>
                <c:pt idx="464">
                  <c:v>-0.075</c:v>
                </c:pt>
                <c:pt idx="465">
                  <c:v>-0.074</c:v>
                </c:pt>
                <c:pt idx="466">
                  <c:v>-0.136</c:v>
                </c:pt>
                <c:pt idx="467">
                  <c:v>-0.172</c:v>
                </c:pt>
                <c:pt idx="468">
                  <c:v>-0.22</c:v>
                </c:pt>
                <c:pt idx="469">
                  <c:v>-0.309</c:v>
                </c:pt>
                <c:pt idx="470">
                  <c:v>-0.353</c:v>
                </c:pt>
                <c:pt idx="471">
                  <c:v>-0.187</c:v>
                </c:pt>
                <c:pt idx="472">
                  <c:v>-0.169</c:v>
                </c:pt>
                <c:pt idx="473">
                  <c:v>-0.202</c:v>
                </c:pt>
                <c:pt idx="474">
                  <c:v>-0.257</c:v>
                </c:pt>
                <c:pt idx="475">
                  <c:v>-0.305</c:v>
                </c:pt>
                <c:pt idx="476">
                  <c:v>-0.392</c:v>
                </c:pt>
                <c:pt idx="477">
                  <c:v>-0.345</c:v>
                </c:pt>
                <c:pt idx="478">
                  <c:v>-0.423</c:v>
                </c:pt>
                <c:pt idx="479">
                  <c:v>-0.509</c:v>
                </c:pt>
                <c:pt idx="480">
                  <c:v>-0.493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B4</c:v>
                </c:pt>
              </c:strCache>
            </c:strRef>
          </c:tx>
          <c:spPr>
            <a:solidFill>
              <a:srgbClr val="5E6E70"/>
            </a:solidFill>
            <a:ln w="25400" cap="flat">
              <a:solidFill>
                <a:srgbClr val="5E6E7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5E6E70"/>
              </a:solidFill>
              <a:ln w="9525" cap="flat">
                <a:solidFill>
                  <a:srgbClr val="5E6E70"/>
                </a:solidFill>
                <a:prstDash val="solid"/>
                <a:round/>
              </a:ln>
              <a:effectLst/>
            </c:spPr>
          </c:marker>
          <c:xVal>
            <c:numRef>
              <c:f>Sheet1!$A$2:$A$482</c:f>
              <c:numCache>
                <c:formatCode>General</c:formatCode>
                <c:ptCount val="481"/>
                <c:pt idx="0">
                  <c:v>-160</c:v>
                </c:pt>
                <c:pt idx="1">
                  <c:v>-160</c:v>
                </c:pt>
                <c:pt idx="2">
                  <c:v>-159</c:v>
                </c:pt>
                <c:pt idx="3">
                  <c:v>-159</c:v>
                </c:pt>
                <c:pt idx="4">
                  <c:v>-159</c:v>
                </c:pt>
                <c:pt idx="5">
                  <c:v>-158</c:v>
                </c:pt>
                <c:pt idx="6">
                  <c:v>-158</c:v>
                </c:pt>
                <c:pt idx="7">
                  <c:v>-158</c:v>
                </c:pt>
                <c:pt idx="8">
                  <c:v>-157</c:v>
                </c:pt>
                <c:pt idx="9">
                  <c:v>-157</c:v>
                </c:pt>
                <c:pt idx="10">
                  <c:v>-157</c:v>
                </c:pt>
                <c:pt idx="11">
                  <c:v>-156</c:v>
                </c:pt>
                <c:pt idx="12">
                  <c:v>-156</c:v>
                </c:pt>
                <c:pt idx="13">
                  <c:v>-156</c:v>
                </c:pt>
                <c:pt idx="14">
                  <c:v>-155</c:v>
                </c:pt>
                <c:pt idx="15">
                  <c:v>-155</c:v>
                </c:pt>
                <c:pt idx="16">
                  <c:v>-155</c:v>
                </c:pt>
                <c:pt idx="17">
                  <c:v>-154</c:v>
                </c:pt>
                <c:pt idx="18">
                  <c:v>-154</c:v>
                </c:pt>
                <c:pt idx="19">
                  <c:v>-154</c:v>
                </c:pt>
                <c:pt idx="20">
                  <c:v>-153</c:v>
                </c:pt>
                <c:pt idx="21">
                  <c:v>-153</c:v>
                </c:pt>
                <c:pt idx="22">
                  <c:v>-153</c:v>
                </c:pt>
                <c:pt idx="23">
                  <c:v>-152</c:v>
                </c:pt>
                <c:pt idx="24">
                  <c:v>-152</c:v>
                </c:pt>
                <c:pt idx="25">
                  <c:v>-152</c:v>
                </c:pt>
                <c:pt idx="26">
                  <c:v>-151</c:v>
                </c:pt>
                <c:pt idx="27">
                  <c:v>-151</c:v>
                </c:pt>
                <c:pt idx="28">
                  <c:v>-151</c:v>
                </c:pt>
                <c:pt idx="29">
                  <c:v>-150</c:v>
                </c:pt>
                <c:pt idx="30">
                  <c:v>-150</c:v>
                </c:pt>
                <c:pt idx="31">
                  <c:v>-150</c:v>
                </c:pt>
                <c:pt idx="32">
                  <c:v>-149</c:v>
                </c:pt>
                <c:pt idx="33">
                  <c:v>-149</c:v>
                </c:pt>
                <c:pt idx="34">
                  <c:v>-149</c:v>
                </c:pt>
                <c:pt idx="35">
                  <c:v>-148</c:v>
                </c:pt>
                <c:pt idx="36">
                  <c:v>-148</c:v>
                </c:pt>
                <c:pt idx="37">
                  <c:v>-148</c:v>
                </c:pt>
                <c:pt idx="38">
                  <c:v>-147</c:v>
                </c:pt>
                <c:pt idx="39">
                  <c:v>-147</c:v>
                </c:pt>
                <c:pt idx="40">
                  <c:v>-147</c:v>
                </c:pt>
                <c:pt idx="41">
                  <c:v>-146</c:v>
                </c:pt>
                <c:pt idx="42">
                  <c:v>-146</c:v>
                </c:pt>
                <c:pt idx="43">
                  <c:v>-146</c:v>
                </c:pt>
                <c:pt idx="44">
                  <c:v>-145</c:v>
                </c:pt>
                <c:pt idx="45">
                  <c:v>-145</c:v>
                </c:pt>
                <c:pt idx="46">
                  <c:v>-145</c:v>
                </c:pt>
                <c:pt idx="47">
                  <c:v>-144</c:v>
                </c:pt>
                <c:pt idx="48">
                  <c:v>-144</c:v>
                </c:pt>
                <c:pt idx="49">
                  <c:v>-144</c:v>
                </c:pt>
                <c:pt idx="50">
                  <c:v>-143</c:v>
                </c:pt>
                <c:pt idx="51">
                  <c:v>-143</c:v>
                </c:pt>
                <c:pt idx="52">
                  <c:v>-143</c:v>
                </c:pt>
                <c:pt idx="53">
                  <c:v>-142</c:v>
                </c:pt>
                <c:pt idx="54">
                  <c:v>-142</c:v>
                </c:pt>
                <c:pt idx="55">
                  <c:v>-142</c:v>
                </c:pt>
                <c:pt idx="56">
                  <c:v>-141</c:v>
                </c:pt>
                <c:pt idx="57">
                  <c:v>-141</c:v>
                </c:pt>
                <c:pt idx="58">
                  <c:v>-141</c:v>
                </c:pt>
                <c:pt idx="59">
                  <c:v>-140</c:v>
                </c:pt>
                <c:pt idx="60">
                  <c:v>-140</c:v>
                </c:pt>
                <c:pt idx="61">
                  <c:v>-140</c:v>
                </c:pt>
                <c:pt idx="62">
                  <c:v>-139</c:v>
                </c:pt>
                <c:pt idx="63">
                  <c:v>-139</c:v>
                </c:pt>
                <c:pt idx="64">
                  <c:v>-139</c:v>
                </c:pt>
                <c:pt idx="65">
                  <c:v>-138</c:v>
                </c:pt>
                <c:pt idx="66">
                  <c:v>-138</c:v>
                </c:pt>
                <c:pt idx="67">
                  <c:v>-138</c:v>
                </c:pt>
                <c:pt idx="68">
                  <c:v>-137</c:v>
                </c:pt>
                <c:pt idx="69">
                  <c:v>-137</c:v>
                </c:pt>
                <c:pt idx="70">
                  <c:v>-137</c:v>
                </c:pt>
                <c:pt idx="71">
                  <c:v>-136</c:v>
                </c:pt>
                <c:pt idx="72">
                  <c:v>-136</c:v>
                </c:pt>
                <c:pt idx="73">
                  <c:v>-136</c:v>
                </c:pt>
                <c:pt idx="74">
                  <c:v>-135</c:v>
                </c:pt>
                <c:pt idx="75">
                  <c:v>-135</c:v>
                </c:pt>
                <c:pt idx="76">
                  <c:v>-135</c:v>
                </c:pt>
                <c:pt idx="77">
                  <c:v>-134</c:v>
                </c:pt>
                <c:pt idx="78">
                  <c:v>-134</c:v>
                </c:pt>
                <c:pt idx="79">
                  <c:v>-134</c:v>
                </c:pt>
                <c:pt idx="80">
                  <c:v>-133</c:v>
                </c:pt>
                <c:pt idx="81">
                  <c:v>-133</c:v>
                </c:pt>
                <c:pt idx="82">
                  <c:v>-133</c:v>
                </c:pt>
                <c:pt idx="83">
                  <c:v>-132</c:v>
                </c:pt>
                <c:pt idx="84">
                  <c:v>-132</c:v>
                </c:pt>
                <c:pt idx="85">
                  <c:v>-132</c:v>
                </c:pt>
                <c:pt idx="86">
                  <c:v>-131</c:v>
                </c:pt>
                <c:pt idx="87">
                  <c:v>-131</c:v>
                </c:pt>
                <c:pt idx="88">
                  <c:v>-131</c:v>
                </c:pt>
                <c:pt idx="89">
                  <c:v>-130</c:v>
                </c:pt>
                <c:pt idx="90">
                  <c:v>-130</c:v>
                </c:pt>
                <c:pt idx="91">
                  <c:v>-130</c:v>
                </c:pt>
                <c:pt idx="92">
                  <c:v>-129</c:v>
                </c:pt>
                <c:pt idx="93">
                  <c:v>-129</c:v>
                </c:pt>
                <c:pt idx="94">
                  <c:v>-129</c:v>
                </c:pt>
                <c:pt idx="95">
                  <c:v>-128</c:v>
                </c:pt>
                <c:pt idx="96">
                  <c:v>-128</c:v>
                </c:pt>
                <c:pt idx="97">
                  <c:v>-128</c:v>
                </c:pt>
                <c:pt idx="98">
                  <c:v>-127</c:v>
                </c:pt>
                <c:pt idx="99">
                  <c:v>-127</c:v>
                </c:pt>
                <c:pt idx="100">
                  <c:v>-127</c:v>
                </c:pt>
                <c:pt idx="101">
                  <c:v>-126</c:v>
                </c:pt>
                <c:pt idx="102">
                  <c:v>-126</c:v>
                </c:pt>
                <c:pt idx="103">
                  <c:v>-126</c:v>
                </c:pt>
                <c:pt idx="104">
                  <c:v>-125</c:v>
                </c:pt>
                <c:pt idx="105">
                  <c:v>-125</c:v>
                </c:pt>
                <c:pt idx="106">
                  <c:v>-125</c:v>
                </c:pt>
                <c:pt idx="107">
                  <c:v>-124</c:v>
                </c:pt>
                <c:pt idx="108">
                  <c:v>-124</c:v>
                </c:pt>
                <c:pt idx="109">
                  <c:v>-124</c:v>
                </c:pt>
                <c:pt idx="110">
                  <c:v>-123</c:v>
                </c:pt>
                <c:pt idx="111">
                  <c:v>-123</c:v>
                </c:pt>
                <c:pt idx="112">
                  <c:v>-123</c:v>
                </c:pt>
                <c:pt idx="113">
                  <c:v>-122</c:v>
                </c:pt>
                <c:pt idx="114">
                  <c:v>-122</c:v>
                </c:pt>
                <c:pt idx="115">
                  <c:v>-122</c:v>
                </c:pt>
                <c:pt idx="116">
                  <c:v>-121</c:v>
                </c:pt>
                <c:pt idx="117">
                  <c:v>-121</c:v>
                </c:pt>
                <c:pt idx="118">
                  <c:v>-121</c:v>
                </c:pt>
                <c:pt idx="119">
                  <c:v>-120</c:v>
                </c:pt>
                <c:pt idx="120">
                  <c:v>-120</c:v>
                </c:pt>
                <c:pt idx="121">
                  <c:v>-120</c:v>
                </c:pt>
                <c:pt idx="122">
                  <c:v>-119</c:v>
                </c:pt>
                <c:pt idx="123">
                  <c:v>-119</c:v>
                </c:pt>
                <c:pt idx="124">
                  <c:v>-119</c:v>
                </c:pt>
                <c:pt idx="125">
                  <c:v>-118</c:v>
                </c:pt>
                <c:pt idx="126">
                  <c:v>-118</c:v>
                </c:pt>
                <c:pt idx="127">
                  <c:v>-118</c:v>
                </c:pt>
                <c:pt idx="128">
                  <c:v>-117</c:v>
                </c:pt>
                <c:pt idx="129">
                  <c:v>-117</c:v>
                </c:pt>
                <c:pt idx="130">
                  <c:v>-117</c:v>
                </c:pt>
                <c:pt idx="131">
                  <c:v>-116</c:v>
                </c:pt>
                <c:pt idx="132">
                  <c:v>-116</c:v>
                </c:pt>
                <c:pt idx="133">
                  <c:v>-116</c:v>
                </c:pt>
                <c:pt idx="134">
                  <c:v>-115</c:v>
                </c:pt>
                <c:pt idx="135">
                  <c:v>-115</c:v>
                </c:pt>
                <c:pt idx="136">
                  <c:v>-115</c:v>
                </c:pt>
                <c:pt idx="137">
                  <c:v>-114</c:v>
                </c:pt>
                <c:pt idx="138">
                  <c:v>-114</c:v>
                </c:pt>
                <c:pt idx="139">
                  <c:v>-114</c:v>
                </c:pt>
                <c:pt idx="140">
                  <c:v>-113</c:v>
                </c:pt>
                <c:pt idx="141">
                  <c:v>-113</c:v>
                </c:pt>
                <c:pt idx="142">
                  <c:v>-113</c:v>
                </c:pt>
                <c:pt idx="143">
                  <c:v>-112</c:v>
                </c:pt>
                <c:pt idx="144">
                  <c:v>-112</c:v>
                </c:pt>
                <c:pt idx="145">
                  <c:v>-112</c:v>
                </c:pt>
                <c:pt idx="146">
                  <c:v>-111</c:v>
                </c:pt>
                <c:pt idx="147">
                  <c:v>-111</c:v>
                </c:pt>
                <c:pt idx="148">
                  <c:v>-111</c:v>
                </c:pt>
                <c:pt idx="149">
                  <c:v>-110</c:v>
                </c:pt>
                <c:pt idx="150">
                  <c:v>-110</c:v>
                </c:pt>
                <c:pt idx="151">
                  <c:v>-110</c:v>
                </c:pt>
                <c:pt idx="152">
                  <c:v>-109</c:v>
                </c:pt>
                <c:pt idx="153">
                  <c:v>-109</c:v>
                </c:pt>
                <c:pt idx="154">
                  <c:v>-109</c:v>
                </c:pt>
                <c:pt idx="155">
                  <c:v>-108</c:v>
                </c:pt>
                <c:pt idx="156">
                  <c:v>-108</c:v>
                </c:pt>
                <c:pt idx="157">
                  <c:v>-108</c:v>
                </c:pt>
                <c:pt idx="158">
                  <c:v>-107</c:v>
                </c:pt>
                <c:pt idx="159">
                  <c:v>-107</c:v>
                </c:pt>
                <c:pt idx="160">
                  <c:v>-107</c:v>
                </c:pt>
                <c:pt idx="161">
                  <c:v>-106</c:v>
                </c:pt>
                <c:pt idx="162">
                  <c:v>-106</c:v>
                </c:pt>
                <c:pt idx="163">
                  <c:v>-106</c:v>
                </c:pt>
                <c:pt idx="164">
                  <c:v>-105</c:v>
                </c:pt>
                <c:pt idx="165">
                  <c:v>-105</c:v>
                </c:pt>
                <c:pt idx="166">
                  <c:v>-105</c:v>
                </c:pt>
                <c:pt idx="167">
                  <c:v>-104</c:v>
                </c:pt>
                <c:pt idx="168">
                  <c:v>-104</c:v>
                </c:pt>
                <c:pt idx="169">
                  <c:v>-104</c:v>
                </c:pt>
                <c:pt idx="170">
                  <c:v>-103</c:v>
                </c:pt>
                <c:pt idx="171">
                  <c:v>-103</c:v>
                </c:pt>
                <c:pt idx="172">
                  <c:v>-103</c:v>
                </c:pt>
                <c:pt idx="173">
                  <c:v>-102</c:v>
                </c:pt>
                <c:pt idx="174">
                  <c:v>-102</c:v>
                </c:pt>
                <c:pt idx="175">
                  <c:v>-102</c:v>
                </c:pt>
                <c:pt idx="176">
                  <c:v>-101</c:v>
                </c:pt>
                <c:pt idx="177">
                  <c:v>-101</c:v>
                </c:pt>
                <c:pt idx="178">
                  <c:v>-101</c:v>
                </c:pt>
                <c:pt idx="179">
                  <c:v>-100</c:v>
                </c:pt>
                <c:pt idx="180">
                  <c:v>-100</c:v>
                </c:pt>
                <c:pt idx="181">
                  <c:v>-100</c:v>
                </c:pt>
                <c:pt idx="182">
                  <c:v>-99</c:v>
                </c:pt>
                <c:pt idx="183">
                  <c:v>-99</c:v>
                </c:pt>
                <c:pt idx="184">
                  <c:v>-99</c:v>
                </c:pt>
                <c:pt idx="185">
                  <c:v>-98</c:v>
                </c:pt>
                <c:pt idx="186">
                  <c:v>-98</c:v>
                </c:pt>
                <c:pt idx="187">
                  <c:v>-98</c:v>
                </c:pt>
                <c:pt idx="188">
                  <c:v>-97</c:v>
                </c:pt>
                <c:pt idx="189">
                  <c:v>-97</c:v>
                </c:pt>
                <c:pt idx="190">
                  <c:v>-97</c:v>
                </c:pt>
                <c:pt idx="191">
                  <c:v>-96</c:v>
                </c:pt>
                <c:pt idx="192">
                  <c:v>-96</c:v>
                </c:pt>
                <c:pt idx="193">
                  <c:v>-96</c:v>
                </c:pt>
                <c:pt idx="194">
                  <c:v>-95</c:v>
                </c:pt>
                <c:pt idx="195">
                  <c:v>-95</c:v>
                </c:pt>
                <c:pt idx="196">
                  <c:v>-95</c:v>
                </c:pt>
                <c:pt idx="197">
                  <c:v>-94</c:v>
                </c:pt>
                <c:pt idx="198">
                  <c:v>-94</c:v>
                </c:pt>
                <c:pt idx="199">
                  <c:v>-94</c:v>
                </c:pt>
                <c:pt idx="200">
                  <c:v>-93</c:v>
                </c:pt>
                <c:pt idx="201">
                  <c:v>-93</c:v>
                </c:pt>
                <c:pt idx="202">
                  <c:v>-93</c:v>
                </c:pt>
                <c:pt idx="203">
                  <c:v>-92</c:v>
                </c:pt>
                <c:pt idx="204">
                  <c:v>-92</c:v>
                </c:pt>
                <c:pt idx="205">
                  <c:v>-92</c:v>
                </c:pt>
                <c:pt idx="206">
                  <c:v>-91</c:v>
                </c:pt>
                <c:pt idx="207">
                  <c:v>-91</c:v>
                </c:pt>
                <c:pt idx="208">
                  <c:v>-91</c:v>
                </c:pt>
                <c:pt idx="209">
                  <c:v>-90</c:v>
                </c:pt>
                <c:pt idx="210">
                  <c:v>-90</c:v>
                </c:pt>
                <c:pt idx="211">
                  <c:v>-90</c:v>
                </c:pt>
                <c:pt idx="212">
                  <c:v>-89</c:v>
                </c:pt>
                <c:pt idx="213">
                  <c:v>-89</c:v>
                </c:pt>
                <c:pt idx="214">
                  <c:v>-89</c:v>
                </c:pt>
                <c:pt idx="215">
                  <c:v>-88</c:v>
                </c:pt>
                <c:pt idx="216">
                  <c:v>-88</c:v>
                </c:pt>
                <c:pt idx="217">
                  <c:v>-88</c:v>
                </c:pt>
                <c:pt idx="218">
                  <c:v>-87</c:v>
                </c:pt>
                <c:pt idx="219">
                  <c:v>-87</c:v>
                </c:pt>
                <c:pt idx="220">
                  <c:v>-87</c:v>
                </c:pt>
                <c:pt idx="221">
                  <c:v>-86</c:v>
                </c:pt>
                <c:pt idx="222">
                  <c:v>-86</c:v>
                </c:pt>
                <c:pt idx="223">
                  <c:v>-86</c:v>
                </c:pt>
                <c:pt idx="224">
                  <c:v>-85</c:v>
                </c:pt>
                <c:pt idx="225">
                  <c:v>-85</c:v>
                </c:pt>
                <c:pt idx="226">
                  <c:v>-85</c:v>
                </c:pt>
                <c:pt idx="227">
                  <c:v>-84</c:v>
                </c:pt>
                <c:pt idx="228">
                  <c:v>-84</c:v>
                </c:pt>
                <c:pt idx="229">
                  <c:v>-84</c:v>
                </c:pt>
                <c:pt idx="230">
                  <c:v>-83</c:v>
                </c:pt>
                <c:pt idx="231">
                  <c:v>-83</c:v>
                </c:pt>
                <c:pt idx="232">
                  <c:v>-83</c:v>
                </c:pt>
                <c:pt idx="233">
                  <c:v>-82</c:v>
                </c:pt>
                <c:pt idx="234">
                  <c:v>-82</c:v>
                </c:pt>
                <c:pt idx="235">
                  <c:v>-82</c:v>
                </c:pt>
                <c:pt idx="236">
                  <c:v>-81</c:v>
                </c:pt>
                <c:pt idx="237">
                  <c:v>-81</c:v>
                </c:pt>
                <c:pt idx="238">
                  <c:v>-81</c:v>
                </c:pt>
                <c:pt idx="239">
                  <c:v>-80</c:v>
                </c:pt>
                <c:pt idx="240">
                  <c:v>-80</c:v>
                </c:pt>
                <c:pt idx="241">
                  <c:v>-80</c:v>
                </c:pt>
                <c:pt idx="242">
                  <c:v>-79</c:v>
                </c:pt>
                <c:pt idx="243">
                  <c:v>-79</c:v>
                </c:pt>
                <c:pt idx="244">
                  <c:v>-79</c:v>
                </c:pt>
                <c:pt idx="245">
                  <c:v>-78</c:v>
                </c:pt>
                <c:pt idx="246">
                  <c:v>-78</c:v>
                </c:pt>
                <c:pt idx="247">
                  <c:v>-78</c:v>
                </c:pt>
                <c:pt idx="248">
                  <c:v>-77</c:v>
                </c:pt>
                <c:pt idx="249">
                  <c:v>-77</c:v>
                </c:pt>
                <c:pt idx="250">
                  <c:v>-77</c:v>
                </c:pt>
                <c:pt idx="251">
                  <c:v>-76</c:v>
                </c:pt>
                <c:pt idx="252">
                  <c:v>-76</c:v>
                </c:pt>
                <c:pt idx="253">
                  <c:v>-76</c:v>
                </c:pt>
                <c:pt idx="254">
                  <c:v>-75</c:v>
                </c:pt>
                <c:pt idx="255">
                  <c:v>-75</c:v>
                </c:pt>
                <c:pt idx="256">
                  <c:v>-75</c:v>
                </c:pt>
                <c:pt idx="257">
                  <c:v>-74</c:v>
                </c:pt>
                <c:pt idx="258">
                  <c:v>-74</c:v>
                </c:pt>
                <c:pt idx="259">
                  <c:v>-74</c:v>
                </c:pt>
                <c:pt idx="260">
                  <c:v>-73</c:v>
                </c:pt>
                <c:pt idx="261">
                  <c:v>-73</c:v>
                </c:pt>
                <c:pt idx="262">
                  <c:v>-73</c:v>
                </c:pt>
                <c:pt idx="263">
                  <c:v>-72</c:v>
                </c:pt>
                <c:pt idx="264">
                  <c:v>-72</c:v>
                </c:pt>
                <c:pt idx="265">
                  <c:v>-72</c:v>
                </c:pt>
                <c:pt idx="266">
                  <c:v>-71</c:v>
                </c:pt>
                <c:pt idx="267">
                  <c:v>-71</c:v>
                </c:pt>
                <c:pt idx="268">
                  <c:v>-71</c:v>
                </c:pt>
                <c:pt idx="269">
                  <c:v>-70</c:v>
                </c:pt>
                <c:pt idx="270">
                  <c:v>-70</c:v>
                </c:pt>
                <c:pt idx="271">
                  <c:v>-70</c:v>
                </c:pt>
                <c:pt idx="272">
                  <c:v>-69</c:v>
                </c:pt>
                <c:pt idx="273">
                  <c:v>-69</c:v>
                </c:pt>
                <c:pt idx="274">
                  <c:v>-69</c:v>
                </c:pt>
                <c:pt idx="275">
                  <c:v>-68</c:v>
                </c:pt>
                <c:pt idx="276">
                  <c:v>-68</c:v>
                </c:pt>
                <c:pt idx="277">
                  <c:v>-68</c:v>
                </c:pt>
                <c:pt idx="278">
                  <c:v>-67</c:v>
                </c:pt>
                <c:pt idx="279">
                  <c:v>-67</c:v>
                </c:pt>
                <c:pt idx="280">
                  <c:v>-67</c:v>
                </c:pt>
                <c:pt idx="281">
                  <c:v>-66</c:v>
                </c:pt>
                <c:pt idx="282">
                  <c:v>-66</c:v>
                </c:pt>
                <c:pt idx="283">
                  <c:v>-66</c:v>
                </c:pt>
                <c:pt idx="284">
                  <c:v>-65</c:v>
                </c:pt>
                <c:pt idx="285">
                  <c:v>-65</c:v>
                </c:pt>
                <c:pt idx="286">
                  <c:v>-65</c:v>
                </c:pt>
                <c:pt idx="287">
                  <c:v>-64</c:v>
                </c:pt>
                <c:pt idx="288">
                  <c:v>-64</c:v>
                </c:pt>
                <c:pt idx="289">
                  <c:v>-64</c:v>
                </c:pt>
                <c:pt idx="290">
                  <c:v>-63</c:v>
                </c:pt>
                <c:pt idx="291">
                  <c:v>-63</c:v>
                </c:pt>
                <c:pt idx="292">
                  <c:v>-63</c:v>
                </c:pt>
                <c:pt idx="293">
                  <c:v>-62</c:v>
                </c:pt>
                <c:pt idx="294">
                  <c:v>-62</c:v>
                </c:pt>
                <c:pt idx="295">
                  <c:v>-62</c:v>
                </c:pt>
                <c:pt idx="296">
                  <c:v>-61</c:v>
                </c:pt>
                <c:pt idx="297">
                  <c:v>-61</c:v>
                </c:pt>
                <c:pt idx="298">
                  <c:v>-61</c:v>
                </c:pt>
                <c:pt idx="299">
                  <c:v>-60</c:v>
                </c:pt>
                <c:pt idx="300">
                  <c:v>-60</c:v>
                </c:pt>
                <c:pt idx="301">
                  <c:v>-60</c:v>
                </c:pt>
                <c:pt idx="302">
                  <c:v>-59</c:v>
                </c:pt>
                <c:pt idx="303">
                  <c:v>-59</c:v>
                </c:pt>
                <c:pt idx="304">
                  <c:v>-59</c:v>
                </c:pt>
                <c:pt idx="305">
                  <c:v>-58</c:v>
                </c:pt>
                <c:pt idx="306">
                  <c:v>-58</c:v>
                </c:pt>
                <c:pt idx="307">
                  <c:v>-58</c:v>
                </c:pt>
                <c:pt idx="308">
                  <c:v>-57</c:v>
                </c:pt>
                <c:pt idx="309">
                  <c:v>-57</c:v>
                </c:pt>
                <c:pt idx="310">
                  <c:v>-57</c:v>
                </c:pt>
                <c:pt idx="311">
                  <c:v>-56</c:v>
                </c:pt>
                <c:pt idx="312">
                  <c:v>-56</c:v>
                </c:pt>
                <c:pt idx="313">
                  <c:v>-56</c:v>
                </c:pt>
                <c:pt idx="314">
                  <c:v>-55</c:v>
                </c:pt>
                <c:pt idx="315">
                  <c:v>-55</c:v>
                </c:pt>
                <c:pt idx="316">
                  <c:v>-55</c:v>
                </c:pt>
                <c:pt idx="317">
                  <c:v>-54</c:v>
                </c:pt>
                <c:pt idx="318">
                  <c:v>-54</c:v>
                </c:pt>
                <c:pt idx="319">
                  <c:v>-54</c:v>
                </c:pt>
                <c:pt idx="320">
                  <c:v>-53</c:v>
                </c:pt>
                <c:pt idx="321">
                  <c:v>-53</c:v>
                </c:pt>
                <c:pt idx="322">
                  <c:v>-53</c:v>
                </c:pt>
                <c:pt idx="323">
                  <c:v>-52</c:v>
                </c:pt>
                <c:pt idx="324">
                  <c:v>-52</c:v>
                </c:pt>
                <c:pt idx="325">
                  <c:v>-52</c:v>
                </c:pt>
                <c:pt idx="326">
                  <c:v>-51</c:v>
                </c:pt>
                <c:pt idx="327">
                  <c:v>-51</c:v>
                </c:pt>
                <c:pt idx="328">
                  <c:v>-51</c:v>
                </c:pt>
                <c:pt idx="329">
                  <c:v>-50</c:v>
                </c:pt>
                <c:pt idx="330">
                  <c:v>-50</c:v>
                </c:pt>
                <c:pt idx="331">
                  <c:v>-50</c:v>
                </c:pt>
                <c:pt idx="332">
                  <c:v>-49</c:v>
                </c:pt>
                <c:pt idx="333">
                  <c:v>-49</c:v>
                </c:pt>
                <c:pt idx="334">
                  <c:v>-49</c:v>
                </c:pt>
                <c:pt idx="335">
                  <c:v>-48</c:v>
                </c:pt>
                <c:pt idx="336">
                  <c:v>-48</c:v>
                </c:pt>
                <c:pt idx="337">
                  <c:v>-48</c:v>
                </c:pt>
                <c:pt idx="338">
                  <c:v>-47</c:v>
                </c:pt>
                <c:pt idx="339">
                  <c:v>-47</c:v>
                </c:pt>
                <c:pt idx="340">
                  <c:v>-47</c:v>
                </c:pt>
                <c:pt idx="341">
                  <c:v>-46</c:v>
                </c:pt>
                <c:pt idx="342">
                  <c:v>-46</c:v>
                </c:pt>
                <c:pt idx="343">
                  <c:v>-46</c:v>
                </c:pt>
                <c:pt idx="344">
                  <c:v>-45</c:v>
                </c:pt>
                <c:pt idx="345">
                  <c:v>-45</c:v>
                </c:pt>
                <c:pt idx="346">
                  <c:v>-45</c:v>
                </c:pt>
                <c:pt idx="347">
                  <c:v>-44</c:v>
                </c:pt>
                <c:pt idx="348">
                  <c:v>-44</c:v>
                </c:pt>
                <c:pt idx="349">
                  <c:v>-44</c:v>
                </c:pt>
                <c:pt idx="350">
                  <c:v>-43</c:v>
                </c:pt>
                <c:pt idx="351">
                  <c:v>-43</c:v>
                </c:pt>
                <c:pt idx="352">
                  <c:v>-43</c:v>
                </c:pt>
                <c:pt idx="353">
                  <c:v>-42</c:v>
                </c:pt>
                <c:pt idx="354">
                  <c:v>-42</c:v>
                </c:pt>
                <c:pt idx="355">
                  <c:v>-42</c:v>
                </c:pt>
                <c:pt idx="356">
                  <c:v>-41</c:v>
                </c:pt>
                <c:pt idx="357">
                  <c:v>-41</c:v>
                </c:pt>
                <c:pt idx="358">
                  <c:v>-41</c:v>
                </c:pt>
                <c:pt idx="359">
                  <c:v>-40</c:v>
                </c:pt>
                <c:pt idx="360">
                  <c:v>-40</c:v>
                </c:pt>
                <c:pt idx="361">
                  <c:v>-40</c:v>
                </c:pt>
                <c:pt idx="362">
                  <c:v>-39</c:v>
                </c:pt>
                <c:pt idx="363">
                  <c:v>-39</c:v>
                </c:pt>
                <c:pt idx="364">
                  <c:v>-39</c:v>
                </c:pt>
                <c:pt idx="365">
                  <c:v>-38</c:v>
                </c:pt>
                <c:pt idx="366">
                  <c:v>-38</c:v>
                </c:pt>
                <c:pt idx="367">
                  <c:v>-38</c:v>
                </c:pt>
                <c:pt idx="368">
                  <c:v>-37</c:v>
                </c:pt>
                <c:pt idx="369">
                  <c:v>-37</c:v>
                </c:pt>
                <c:pt idx="370">
                  <c:v>-37</c:v>
                </c:pt>
                <c:pt idx="371">
                  <c:v>-36</c:v>
                </c:pt>
                <c:pt idx="372">
                  <c:v>-36</c:v>
                </c:pt>
                <c:pt idx="373">
                  <c:v>-36</c:v>
                </c:pt>
                <c:pt idx="374">
                  <c:v>-35</c:v>
                </c:pt>
                <c:pt idx="375">
                  <c:v>-35</c:v>
                </c:pt>
                <c:pt idx="376">
                  <c:v>-35</c:v>
                </c:pt>
                <c:pt idx="377">
                  <c:v>-34</c:v>
                </c:pt>
                <c:pt idx="378">
                  <c:v>-34</c:v>
                </c:pt>
                <c:pt idx="379">
                  <c:v>-34</c:v>
                </c:pt>
                <c:pt idx="380">
                  <c:v>-33</c:v>
                </c:pt>
                <c:pt idx="381">
                  <c:v>-33</c:v>
                </c:pt>
                <c:pt idx="382">
                  <c:v>-33</c:v>
                </c:pt>
                <c:pt idx="383">
                  <c:v>-32</c:v>
                </c:pt>
                <c:pt idx="384">
                  <c:v>-32</c:v>
                </c:pt>
                <c:pt idx="385">
                  <c:v>-32</c:v>
                </c:pt>
                <c:pt idx="386">
                  <c:v>-31</c:v>
                </c:pt>
                <c:pt idx="387">
                  <c:v>-31</c:v>
                </c:pt>
                <c:pt idx="388">
                  <c:v>-31</c:v>
                </c:pt>
                <c:pt idx="389">
                  <c:v>-30</c:v>
                </c:pt>
                <c:pt idx="390">
                  <c:v>-30</c:v>
                </c:pt>
                <c:pt idx="391">
                  <c:v>-30</c:v>
                </c:pt>
                <c:pt idx="392">
                  <c:v>-29</c:v>
                </c:pt>
                <c:pt idx="393">
                  <c:v>-29</c:v>
                </c:pt>
                <c:pt idx="394">
                  <c:v>-29</c:v>
                </c:pt>
                <c:pt idx="395">
                  <c:v>-28</c:v>
                </c:pt>
                <c:pt idx="396">
                  <c:v>-28</c:v>
                </c:pt>
                <c:pt idx="397">
                  <c:v>-28</c:v>
                </c:pt>
                <c:pt idx="398">
                  <c:v>-27</c:v>
                </c:pt>
                <c:pt idx="399">
                  <c:v>-27</c:v>
                </c:pt>
                <c:pt idx="400">
                  <c:v>-27</c:v>
                </c:pt>
                <c:pt idx="401">
                  <c:v>-26</c:v>
                </c:pt>
                <c:pt idx="402">
                  <c:v>-26</c:v>
                </c:pt>
                <c:pt idx="403">
                  <c:v>-26</c:v>
                </c:pt>
                <c:pt idx="404">
                  <c:v>-25</c:v>
                </c:pt>
                <c:pt idx="405">
                  <c:v>-25</c:v>
                </c:pt>
                <c:pt idx="406">
                  <c:v>-25</c:v>
                </c:pt>
                <c:pt idx="407">
                  <c:v>-24</c:v>
                </c:pt>
                <c:pt idx="408">
                  <c:v>-24</c:v>
                </c:pt>
                <c:pt idx="409">
                  <c:v>-24</c:v>
                </c:pt>
                <c:pt idx="410">
                  <c:v>-23</c:v>
                </c:pt>
                <c:pt idx="411">
                  <c:v>-23</c:v>
                </c:pt>
                <c:pt idx="412">
                  <c:v>-23</c:v>
                </c:pt>
                <c:pt idx="413">
                  <c:v>-22</c:v>
                </c:pt>
                <c:pt idx="414">
                  <c:v>-22</c:v>
                </c:pt>
                <c:pt idx="415">
                  <c:v>-22</c:v>
                </c:pt>
                <c:pt idx="416">
                  <c:v>-21</c:v>
                </c:pt>
                <c:pt idx="417">
                  <c:v>-21</c:v>
                </c:pt>
                <c:pt idx="418">
                  <c:v>-21</c:v>
                </c:pt>
                <c:pt idx="419">
                  <c:v>-20</c:v>
                </c:pt>
                <c:pt idx="420">
                  <c:v>-20</c:v>
                </c:pt>
                <c:pt idx="421">
                  <c:v>-20</c:v>
                </c:pt>
                <c:pt idx="422">
                  <c:v>-19</c:v>
                </c:pt>
                <c:pt idx="423">
                  <c:v>-19</c:v>
                </c:pt>
                <c:pt idx="424">
                  <c:v>-19</c:v>
                </c:pt>
                <c:pt idx="425">
                  <c:v>-18</c:v>
                </c:pt>
                <c:pt idx="426">
                  <c:v>-18</c:v>
                </c:pt>
                <c:pt idx="427">
                  <c:v>-18</c:v>
                </c:pt>
                <c:pt idx="428">
                  <c:v>-17</c:v>
                </c:pt>
                <c:pt idx="429">
                  <c:v>-17</c:v>
                </c:pt>
                <c:pt idx="430">
                  <c:v>-17</c:v>
                </c:pt>
                <c:pt idx="431">
                  <c:v>-16</c:v>
                </c:pt>
                <c:pt idx="432">
                  <c:v>-16</c:v>
                </c:pt>
                <c:pt idx="433">
                  <c:v>-16</c:v>
                </c:pt>
                <c:pt idx="434">
                  <c:v>-15</c:v>
                </c:pt>
                <c:pt idx="435">
                  <c:v>-15</c:v>
                </c:pt>
                <c:pt idx="436">
                  <c:v>-15</c:v>
                </c:pt>
                <c:pt idx="437">
                  <c:v>-14</c:v>
                </c:pt>
                <c:pt idx="438">
                  <c:v>-14</c:v>
                </c:pt>
                <c:pt idx="439">
                  <c:v>-14</c:v>
                </c:pt>
                <c:pt idx="440">
                  <c:v>-13</c:v>
                </c:pt>
                <c:pt idx="441">
                  <c:v>-13</c:v>
                </c:pt>
                <c:pt idx="442">
                  <c:v>-13</c:v>
                </c:pt>
                <c:pt idx="443">
                  <c:v>-12</c:v>
                </c:pt>
                <c:pt idx="444">
                  <c:v>-12</c:v>
                </c:pt>
                <c:pt idx="445">
                  <c:v>-12</c:v>
                </c:pt>
                <c:pt idx="446">
                  <c:v>-11</c:v>
                </c:pt>
                <c:pt idx="447">
                  <c:v>-11</c:v>
                </c:pt>
                <c:pt idx="448">
                  <c:v>-11</c:v>
                </c:pt>
                <c:pt idx="449">
                  <c:v>-10</c:v>
                </c:pt>
                <c:pt idx="450">
                  <c:v>-10</c:v>
                </c:pt>
                <c:pt idx="451">
                  <c:v>-10</c:v>
                </c:pt>
                <c:pt idx="452">
                  <c:v>-9</c:v>
                </c:pt>
                <c:pt idx="453">
                  <c:v>-9</c:v>
                </c:pt>
                <c:pt idx="454">
                  <c:v>-9</c:v>
                </c:pt>
                <c:pt idx="455">
                  <c:v>-8</c:v>
                </c:pt>
                <c:pt idx="456">
                  <c:v>-8</c:v>
                </c:pt>
                <c:pt idx="457">
                  <c:v>-8</c:v>
                </c:pt>
                <c:pt idx="458">
                  <c:v>-7</c:v>
                </c:pt>
                <c:pt idx="459">
                  <c:v>-7</c:v>
                </c:pt>
                <c:pt idx="460">
                  <c:v>-7</c:v>
                </c:pt>
                <c:pt idx="461">
                  <c:v>-6</c:v>
                </c:pt>
                <c:pt idx="462">
                  <c:v>-6</c:v>
                </c:pt>
                <c:pt idx="463">
                  <c:v>-6</c:v>
                </c:pt>
                <c:pt idx="464">
                  <c:v>-5</c:v>
                </c:pt>
                <c:pt idx="465">
                  <c:v>-5</c:v>
                </c:pt>
                <c:pt idx="466">
                  <c:v>-5</c:v>
                </c:pt>
                <c:pt idx="467">
                  <c:v>-4</c:v>
                </c:pt>
                <c:pt idx="468">
                  <c:v>-4</c:v>
                </c:pt>
                <c:pt idx="469">
                  <c:v>-4</c:v>
                </c:pt>
                <c:pt idx="470">
                  <c:v>-3</c:v>
                </c:pt>
                <c:pt idx="471">
                  <c:v>-3</c:v>
                </c:pt>
                <c:pt idx="472">
                  <c:v>-3</c:v>
                </c:pt>
                <c:pt idx="473">
                  <c:v>-2</c:v>
                </c:pt>
                <c:pt idx="474">
                  <c:v>-2</c:v>
                </c:pt>
                <c:pt idx="475">
                  <c:v>-2</c:v>
                </c:pt>
                <c:pt idx="476">
                  <c:v>-1</c:v>
                </c:pt>
                <c:pt idx="477">
                  <c:v>-1</c:v>
                </c:pt>
                <c:pt idx="478">
                  <c:v>-1</c:v>
                </c:pt>
                <c:pt idx="479">
                  <c:v>0</c:v>
                </c:pt>
                <c:pt idx="480">
                  <c:v>0</c:v>
                </c:pt>
              </c:numCache>
            </c:numRef>
          </c:xVal>
          <c:yVal>
            <c:numRef>
              <c:f>Sheet1!$E$2:$E$482</c:f>
              <c:numCache>
                <c:formatCode>General</c:formatCode>
                <c:ptCount val="481"/>
                <c:pt idx="0">
                  <c:v>-0.021</c:v>
                </c:pt>
                <c:pt idx="1">
                  <c:v>-0.026</c:v>
                </c:pt>
                <c:pt idx="2">
                  <c:v>-0.027</c:v>
                </c:pt>
                <c:pt idx="3">
                  <c:v>-0.016</c:v>
                </c:pt>
                <c:pt idx="4">
                  <c:v>-0.011</c:v>
                </c:pt>
                <c:pt idx="5">
                  <c:v>-0.019</c:v>
                </c:pt>
                <c:pt idx="6">
                  <c:v>-0.016</c:v>
                </c:pt>
                <c:pt idx="7">
                  <c:v>-0.01</c:v>
                </c:pt>
                <c:pt idx="8">
                  <c:v>-0.008</c:v>
                </c:pt>
                <c:pt idx="9">
                  <c:v>-0.004</c:v>
                </c:pt>
                <c:pt idx="10">
                  <c:v>-0.002</c:v>
                </c:pt>
                <c:pt idx="11">
                  <c:v>-0.005</c:v>
                </c:pt>
                <c:pt idx="12">
                  <c:v>-0.008</c:v>
                </c:pt>
                <c:pt idx="13">
                  <c:v>-0.004</c:v>
                </c:pt>
                <c:pt idx="14">
                  <c:v>0</c:v>
                </c:pt>
                <c:pt idx="15">
                  <c:v>-0.001</c:v>
                </c:pt>
                <c:pt idx="16">
                  <c:v>0.003</c:v>
                </c:pt>
                <c:pt idx="17">
                  <c:v>0.002</c:v>
                </c:pt>
                <c:pt idx="18">
                  <c:v>-0.01</c:v>
                </c:pt>
                <c:pt idx="19">
                  <c:v>-0.017</c:v>
                </c:pt>
                <c:pt idx="20">
                  <c:v>-0.025</c:v>
                </c:pt>
                <c:pt idx="21">
                  <c:v>-0.013</c:v>
                </c:pt>
                <c:pt idx="22">
                  <c:v>-0.002</c:v>
                </c:pt>
                <c:pt idx="23">
                  <c:v>-0.005</c:v>
                </c:pt>
                <c:pt idx="24">
                  <c:v>-0.01</c:v>
                </c:pt>
                <c:pt idx="25">
                  <c:v>-0.008</c:v>
                </c:pt>
                <c:pt idx="26">
                  <c:v>0.002</c:v>
                </c:pt>
                <c:pt idx="27">
                  <c:v>0.005</c:v>
                </c:pt>
                <c:pt idx="28">
                  <c:v>0.003</c:v>
                </c:pt>
                <c:pt idx="29">
                  <c:v>0.004</c:v>
                </c:pt>
                <c:pt idx="30">
                  <c:v>0</c:v>
                </c:pt>
                <c:pt idx="31">
                  <c:v>0.009</c:v>
                </c:pt>
                <c:pt idx="32">
                  <c:v>0.007</c:v>
                </c:pt>
                <c:pt idx="33">
                  <c:v>0.011</c:v>
                </c:pt>
                <c:pt idx="34">
                  <c:v>0.003</c:v>
                </c:pt>
                <c:pt idx="35">
                  <c:v>0.002</c:v>
                </c:pt>
                <c:pt idx="36">
                  <c:v>0</c:v>
                </c:pt>
                <c:pt idx="37">
                  <c:v>-0.003</c:v>
                </c:pt>
                <c:pt idx="38">
                  <c:v>0.003</c:v>
                </c:pt>
                <c:pt idx="39">
                  <c:v>0.005</c:v>
                </c:pt>
                <c:pt idx="40">
                  <c:v>0.011</c:v>
                </c:pt>
                <c:pt idx="41">
                  <c:v>0.013</c:v>
                </c:pt>
                <c:pt idx="42">
                  <c:v>0.008</c:v>
                </c:pt>
                <c:pt idx="43">
                  <c:v>0.007</c:v>
                </c:pt>
                <c:pt idx="44">
                  <c:v>0.005</c:v>
                </c:pt>
                <c:pt idx="45">
                  <c:v>0</c:v>
                </c:pt>
                <c:pt idx="46">
                  <c:v>0.004</c:v>
                </c:pt>
                <c:pt idx="47">
                  <c:v>0.004</c:v>
                </c:pt>
                <c:pt idx="48">
                  <c:v>-0.001</c:v>
                </c:pt>
                <c:pt idx="49">
                  <c:v>0.001</c:v>
                </c:pt>
                <c:pt idx="50">
                  <c:v>0</c:v>
                </c:pt>
                <c:pt idx="51">
                  <c:v>-0.002</c:v>
                </c:pt>
                <c:pt idx="52">
                  <c:v>-0.004</c:v>
                </c:pt>
                <c:pt idx="53">
                  <c:v>0.003</c:v>
                </c:pt>
                <c:pt idx="54">
                  <c:v>0.004</c:v>
                </c:pt>
                <c:pt idx="55">
                  <c:v>-0.002</c:v>
                </c:pt>
                <c:pt idx="56">
                  <c:v>-0.006</c:v>
                </c:pt>
                <c:pt idx="57">
                  <c:v>-0.009</c:v>
                </c:pt>
                <c:pt idx="58">
                  <c:v>-0.009</c:v>
                </c:pt>
                <c:pt idx="59">
                  <c:v>-0.005</c:v>
                </c:pt>
                <c:pt idx="60">
                  <c:v>0.002</c:v>
                </c:pt>
                <c:pt idx="61">
                  <c:v>-0.005</c:v>
                </c:pt>
                <c:pt idx="62">
                  <c:v>-0.005</c:v>
                </c:pt>
                <c:pt idx="63">
                  <c:v>-0.002</c:v>
                </c:pt>
                <c:pt idx="64">
                  <c:v>0.001</c:v>
                </c:pt>
                <c:pt idx="65">
                  <c:v>0.007</c:v>
                </c:pt>
                <c:pt idx="66">
                  <c:v>0.001</c:v>
                </c:pt>
                <c:pt idx="67">
                  <c:v>0.001</c:v>
                </c:pt>
                <c:pt idx="68">
                  <c:v>-0.003</c:v>
                </c:pt>
                <c:pt idx="69">
                  <c:v>-0.006</c:v>
                </c:pt>
                <c:pt idx="70">
                  <c:v>-0.002</c:v>
                </c:pt>
                <c:pt idx="71">
                  <c:v>0.002</c:v>
                </c:pt>
                <c:pt idx="72">
                  <c:v>-0.001</c:v>
                </c:pt>
                <c:pt idx="73">
                  <c:v>-0.006</c:v>
                </c:pt>
                <c:pt idx="74">
                  <c:v>-0.007</c:v>
                </c:pt>
                <c:pt idx="75">
                  <c:v>-0.007</c:v>
                </c:pt>
                <c:pt idx="76">
                  <c:v>-0.004</c:v>
                </c:pt>
                <c:pt idx="77">
                  <c:v>0.003</c:v>
                </c:pt>
                <c:pt idx="78">
                  <c:v>0.017</c:v>
                </c:pt>
                <c:pt idx="79">
                  <c:v>0.015</c:v>
                </c:pt>
                <c:pt idx="80">
                  <c:v>0.008</c:v>
                </c:pt>
                <c:pt idx="81">
                  <c:v>0.006</c:v>
                </c:pt>
                <c:pt idx="82">
                  <c:v>0.002</c:v>
                </c:pt>
                <c:pt idx="83">
                  <c:v>0.002</c:v>
                </c:pt>
                <c:pt idx="84">
                  <c:v>0.006</c:v>
                </c:pt>
                <c:pt idx="85">
                  <c:v>0.01</c:v>
                </c:pt>
                <c:pt idx="86">
                  <c:v>0.011</c:v>
                </c:pt>
                <c:pt idx="87">
                  <c:v>0.011</c:v>
                </c:pt>
                <c:pt idx="88">
                  <c:v>0.009</c:v>
                </c:pt>
                <c:pt idx="89">
                  <c:v>0.012</c:v>
                </c:pt>
                <c:pt idx="90">
                  <c:v>0.01</c:v>
                </c:pt>
                <c:pt idx="91">
                  <c:v>0.009</c:v>
                </c:pt>
                <c:pt idx="92">
                  <c:v>0.008</c:v>
                </c:pt>
                <c:pt idx="93">
                  <c:v>0.016</c:v>
                </c:pt>
                <c:pt idx="94">
                  <c:v>0.015</c:v>
                </c:pt>
                <c:pt idx="95">
                  <c:v>0.01</c:v>
                </c:pt>
                <c:pt idx="96">
                  <c:v>0.002</c:v>
                </c:pt>
                <c:pt idx="97">
                  <c:v>0.016</c:v>
                </c:pt>
                <c:pt idx="98">
                  <c:v>0.011</c:v>
                </c:pt>
                <c:pt idx="99">
                  <c:v>0.011</c:v>
                </c:pt>
                <c:pt idx="100">
                  <c:v>0.005</c:v>
                </c:pt>
                <c:pt idx="101">
                  <c:v>0.007</c:v>
                </c:pt>
                <c:pt idx="102">
                  <c:v>0.007</c:v>
                </c:pt>
                <c:pt idx="103">
                  <c:v>0.004</c:v>
                </c:pt>
                <c:pt idx="104">
                  <c:v>0.008</c:v>
                </c:pt>
                <c:pt idx="105">
                  <c:v>0.016</c:v>
                </c:pt>
                <c:pt idx="106">
                  <c:v>0.013</c:v>
                </c:pt>
                <c:pt idx="107">
                  <c:v>0.011</c:v>
                </c:pt>
                <c:pt idx="108">
                  <c:v>0.003</c:v>
                </c:pt>
                <c:pt idx="109">
                  <c:v>0.003</c:v>
                </c:pt>
                <c:pt idx="110">
                  <c:v>0.004</c:v>
                </c:pt>
                <c:pt idx="111">
                  <c:v>0.006</c:v>
                </c:pt>
                <c:pt idx="112">
                  <c:v>0.004</c:v>
                </c:pt>
                <c:pt idx="113">
                  <c:v>0.016</c:v>
                </c:pt>
                <c:pt idx="114">
                  <c:v>0.021</c:v>
                </c:pt>
                <c:pt idx="115">
                  <c:v>0.026</c:v>
                </c:pt>
                <c:pt idx="116">
                  <c:v>0.019</c:v>
                </c:pt>
                <c:pt idx="117">
                  <c:v>0.013</c:v>
                </c:pt>
                <c:pt idx="118">
                  <c:v>0.01</c:v>
                </c:pt>
                <c:pt idx="119">
                  <c:v>0.008</c:v>
                </c:pt>
                <c:pt idx="120">
                  <c:v>-0.001</c:v>
                </c:pt>
                <c:pt idx="121">
                  <c:v>0.004</c:v>
                </c:pt>
                <c:pt idx="122">
                  <c:v>0.01</c:v>
                </c:pt>
                <c:pt idx="123">
                  <c:v>0.008</c:v>
                </c:pt>
                <c:pt idx="124">
                  <c:v>0.003</c:v>
                </c:pt>
                <c:pt idx="125">
                  <c:v>0.004</c:v>
                </c:pt>
                <c:pt idx="126">
                  <c:v>0.006</c:v>
                </c:pt>
                <c:pt idx="127">
                  <c:v>0.016</c:v>
                </c:pt>
                <c:pt idx="128">
                  <c:v>0.012</c:v>
                </c:pt>
                <c:pt idx="129">
                  <c:v>0.012</c:v>
                </c:pt>
                <c:pt idx="130">
                  <c:v>0.01</c:v>
                </c:pt>
                <c:pt idx="131">
                  <c:v>0.013</c:v>
                </c:pt>
                <c:pt idx="132">
                  <c:v>0.015</c:v>
                </c:pt>
                <c:pt idx="133">
                  <c:v>0.01</c:v>
                </c:pt>
                <c:pt idx="134">
                  <c:v>0.005</c:v>
                </c:pt>
                <c:pt idx="135">
                  <c:v>0.007</c:v>
                </c:pt>
                <c:pt idx="136">
                  <c:v>0.017</c:v>
                </c:pt>
                <c:pt idx="137">
                  <c:v>0.022</c:v>
                </c:pt>
                <c:pt idx="138">
                  <c:v>0.022</c:v>
                </c:pt>
                <c:pt idx="139">
                  <c:v>0.021</c:v>
                </c:pt>
                <c:pt idx="140">
                  <c:v>0.012</c:v>
                </c:pt>
                <c:pt idx="141">
                  <c:v>0.013</c:v>
                </c:pt>
                <c:pt idx="142">
                  <c:v>0.018</c:v>
                </c:pt>
                <c:pt idx="143">
                  <c:v>0.018</c:v>
                </c:pt>
                <c:pt idx="144">
                  <c:v>0.019</c:v>
                </c:pt>
                <c:pt idx="145">
                  <c:v>0.011</c:v>
                </c:pt>
                <c:pt idx="146">
                  <c:v>0.02</c:v>
                </c:pt>
                <c:pt idx="147">
                  <c:v>0.016</c:v>
                </c:pt>
                <c:pt idx="148">
                  <c:v>0.01</c:v>
                </c:pt>
                <c:pt idx="149">
                  <c:v>0.011</c:v>
                </c:pt>
                <c:pt idx="150">
                  <c:v>0.012</c:v>
                </c:pt>
                <c:pt idx="151">
                  <c:v>0.015</c:v>
                </c:pt>
                <c:pt idx="152">
                  <c:v>0.011</c:v>
                </c:pt>
                <c:pt idx="153">
                  <c:v>0.01</c:v>
                </c:pt>
                <c:pt idx="154">
                  <c:v>0.003</c:v>
                </c:pt>
                <c:pt idx="155">
                  <c:v>0.01</c:v>
                </c:pt>
                <c:pt idx="156">
                  <c:v>0.012</c:v>
                </c:pt>
                <c:pt idx="157">
                  <c:v>0.016</c:v>
                </c:pt>
                <c:pt idx="158">
                  <c:v>0.02</c:v>
                </c:pt>
                <c:pt idx="159">
                  <c:v>0.014</c:v>
                </c:pt>
                <c:pt idx="160">
                  <c:v>0.017</c:v>
                </c:pt>
                <c:pt idx="161">
                  <c:v>0.012</c:v>
                </c:pt>
                <c:pt idx="162">
                  <c:v>0.018</c:v>
                </c:pt>
                <c:pt idx="163">
                  <c:v>0.023</c:v>
                </c:pt>
                <c:pt idx="164">
                  <c:v>0.031</c:v>
                </c:pt>
                <c:pt idx="165">
                  <c:v>0.031</c:v>
                </c:pt>
                <c:pt idx="166">
                  <c:v>0.029</c:v>
                </c:pt>
                <c:pt idx="167">
                  <c:v>0.015</c:v>
                </c:pt>
                <c:pt idx="168">
                  <c:v>0.012</c:v>
                </c:pt>
                <c:pt idx="169">
                  <c:v>0.009</c:v>
                </c:pt>
                <c:pt idx="170">
                  <c:v>0.005</c:v>
                </c:pt>
                <c:pt idx="171">
                  <c:v>0.011</c:v>
                </c:pt>
                <c:pt idx="172">
                  <c:v>0.015</c:v>
                </c:pt>
                <c:pt idx="173">
                  <c:v>0.02</c:v>
                </c:pt>
                <c:pt idx="174">
                  <c:v>0.014</c:v>
                </c:pt>
                <c:pt idx="175">
                  <c:v>0.018</c:v>
                </c:pt>
                <c:pt idx="176">
                  <c:v>0.017</c:v>
                </c:pt>
                <c:pt idx="177">
                  <c:v>0.012</c:v>
                </c:pt>
                <c:pt idx="178">
                  <c:v>0.018</c:v>
                </c:pt>
                <c:pt idx="179">
                  <c:v>0.013</c:v>
                </c:pt>
                <c:pt idx="180">
                  <c:v>0.023</c:v>
                </c:pt>
                <c:pt idx="181">
                  <c:v>0.016</c:v>
                </c:pt>
                <c:pt idx="182">
                  <c:v>0.013</c:v>
                </c:pt>
                <c:pt idx="183">
                  <c:v>0.017</c:v>
                </c:pt>
                <c:pt idx="184">
                  <c:v>0.024</c:v>
                </c:pt>
                <c:pt idx="185">
                  <c:v>0.019</c:v>
                </c:pt>
                <c:pt idx="186">
                  <c:v>0.009</c:v>
                </c:pt>
                <c:pt idx="187">
                  <c:v>0.01</c:v>
                </c:pt>
                <c:pt idx="188">
                  <c:v>0.009</c:v>
                </c:pt>
                <c:pt idx="189">
                  <c:v>0.009</c:v>
                </c:pt>
                <c:pt idx="190">
                  <c:v>0.015</c:v>
                </c:pt>
                <c:pt idx="191">
                  <c:v>0.014</c:v>
                </c:pt>
                <c:pt idx="192">
                  <c:v>0.017</c:v>
                </c:pt>
                <c:pt idx="193">
                  <c:v>0.015</c:v>
                </c:pt>
                <c:pt idx="194">
                  <c:v>0.025</c:v>
                </c:pt>
                <c:pt idx="195">
                  <c:v>0.019</c:v>
                </c:pt>
                <c:pt idx="196">
                  <c:v>0.025</c:v>
                </c:pt>
                <c:pt idx="197">
                  <c:v>0.02</c:v>
                </c:pt>
                <c:pt idx="198">
                  <c:v>0.019</c:v>
                </c:pt>
                <c:pt idx="199">
                  <c:v>0.02</c:v>
                </c:pt>
                <c:pt idx="200">
                  <c:v>0.02</c:v>
                </c:pt>
                <c:pt idx="201">
                  <c:v>0.02</c:v>
                </c:pt>
                <c:pt idx="202">
                  <c:v>0.017</c:v>
                </c:pt>
                <c:pt idx="203">
                  <c:v>0.021</c:v>
                </c:pt>
                <c:pt idx="204">
                  <c:v>0.022</c:v>
                </c:pt>
                <c:pt idx="205">
                  <c:v>0.022</c:v>
                </c:pt>
                <c:pt idx="206">
                  <c:v>0.016</c:v>
                </c:pt>
                <c:pt idx="207">
                  <c:v>0.01</c:v>
                </c:pt>
                <c:pt idx="208">
                  <c:v>0.008</c:v>
                </c:pt>
                <c:pt idx="209">
                  <c:v>0.021</c:v>
                </c:pt>
                <c:pt idx="210">
                  <c:v>0.018</c:v>
                </c:pt>
                <c:pt idx="211">
                  <c:v>0.018</c:v>
                </c:pt>
                <c:pt idx="212">
                  <c:v>0.014</c:v>
                </c:pt>
                <c:pt idx="213">
                  <c:v>0.022</c:v>
                </c:pt>
                <c:pt idx="214">
                  <c:v>0.015</c:v>
                </c:pt>
                <c:pt idx="215">
                  <c:v>0.018</c:v>
                </c:pt>
                <c:pt idx="216">
                  <c:v>0.013</c:v>
                </c:pt>
                <c:pt idx="217">
                  <c:v>0.017</c:v>
                </c:pt>
                <c:pt idx="218">
                  <c:v>0.017</c:v>
                </c:pt>
                <c:pt idx="219">
                  <c:v>0.027</c:v>
                </c:pt>
                <c:pt idx="220">
                  <c:v>0.023</c:v>
                </c:pt>
                <c:pt idx="221">
                  <c:v>0.018</c:v>
                </c:pt>
                <c:pt idx="222">
                  <c:v>0.02</c:v>
                </c:pt>
                <c:pt idx="223">
                  <c:v>0.018</c:v>
                </c:pt>
                <c:pt idx="224">
                  <c:v>0.017</c:v>
                </c:pt>
                <c:pt idx="225">
                  <c:v>0.013</c:v>
                </c:pt>
                <c:pt idx="226">
                  <c:v>0.024</c:v>
                </c:pt>
                <c:pt idx="227">
                  <c:v>0.014</c:v>
                </c:pt>
                <c:pt idx="228">
                  <c:v>0.013</c:v>
                </c:pt>
                <c:pt idx="229">
                  <c:v>0.008</c:v>
                </c:pt>
                <c:pt idx="230">
                  <c:v>0.01</c:v>
                </c:pt>
                <c:pt idx="231">
                  <c:v>0.01</c:v>
                </c:pt>
                <c:pt idx="232">
                  <c:v>0.02</c:v>
                </c:pt>
                <c:pt idx="233">
                  <c:v>0.027</c:v>
                </c:pt>
                <c:pt idx="234">
                  <c:v>0.028</c:v>
                </c:pt>
                <c:pt idx="235">
                  <c:v>0.033</c:v>
                </c:pt>
                <c:pt idx="236">
                  <c:v>0.035</c:v>
                </c:pt>
                <c:pt idx="237">
                  <c:v>0.028</c:v>
                </c:pt>
                <c:pt idx="238">
                  <c:v>0.038</c:v>
                </c:pt>
                <c:pt idx="239">
                  <c:v>0.02</c:v>
                </c:pt>
                <c:pt idx="240">
                  <c:v>0.026</c:v>
                </c:pt>
                <c:pt idx="241">
                  <c:v>0.022</c:v>
                </c:pt>
                <c:pt idx="242">
                  <c:v>0.02</c:v>
                </c:pt>
                <c:pt idx="243">
                  <c:v>0.016</c:v>
                </c:pt>
                <c:pt idx="244">
                  <c:v>0.017</c:v>
                </c:pt>
                <c:pt idx="245">
                  <c:v>0.018</c:v>
                </c:pt>
                <c:pt idx="246">
                  <c:v>0.018</c:v>
                </c:pt>
                <c:pt idx="247">
                  <c:v>0.028</c:v>
                </c:pt>
                <c:pt idx="248">
                  <c:v>0.027</c:v>
                </c:pt>
                <c:pt idx="249">
                  <c:v>0.023</c:v>
                </c:pt>
                <c:pt idx="250">
                  <c:v>0.022</c:v>
                </c:pt>
                <c:pt idx="251">
                  <c:v>0.025</c:v>
                </c:pt>
                <c:pt idx="252">
                  <c:v>0.026</c:v>
                </c:pt>
                <c:pt idx="253">
                  <c:v>0.032</c:v>
                </c:pt>
                <c:pt idx="254">
                  <c:v>0.026</c:v>
                </c:pt>
                <c:pt idx="255">
                  <c:v>0.031</c:v>
                </c:pt>
                <c:pt idx="256">
                  <c:v>0.032</c:v>
                </c:pt>
                <c:pt idx="257">
                  <c:v>0.039</c:v>
                </c:pt>
                <c:pt idx="258">
                  <c:v>0.035</c:v>
                </c:pt>
                <c:pt idx="259">
                  <c:v>0.036</c:v>
                </c:pt>
                <c:pt idx="260">
                  <c:v>0.026</c:v>
                </c:pt>
                <c:pt idx="261">
                  <c:v>0.028</c:v>
                </c:pt>
                <c:pt idx="262">
                  <c:v>0.031</c:v>
                </c:pt>
                <c:pt idx="263">
                  <c:v>0.034</c:v>
                </c:pt>
                <c:pt idx="264">
                  <c:v>0.031</c:v>
                </c:pt>
                <c:pt idx="265">
                  <c:v>0.027</c:v>
                </c:pt>
                <c:pt idx="266">
                  <c:v>0.033</c:v>
                </c:pt>
                <c:pt idx="267">
                  <c:v>0.04</c:v>
                </c:pt>
                <c:pt idx="268">
                  <c:v>0.039</c:v>
                </c:pt>
                <c:pt idx="269">
                  <c:v>0.034</c:v>
                </c:pt>
                <c:pt idx="270">
                  <c:v>0.032</c:v>
                </c:pt>
                <c:pt idx="271">
                  <c:v>0.031</c:v>
                </c:pt>
                <c:pt idx="272">
                  <c:v>0.031</c:v>
                </c:pt>
                <c:pt idx="273">
                  <c:v>0.028</c:v>
                </c:pt>
                <c:pt idx="274">
                  <c:v>0.033</c:v>
                </c:pt>
                <c:pt idx="275">
                  <c:v>0.031</c:v>
                </c:pt>
                <c:pt idx="276">
                  <c:v>0.03</c:v>
                </c:pt>
                <c:pt idx="277">
                  <c:v>0.029</c:v>
                </c:pt>
                <c:pt idx="278">
                  <c:v>0.029</c:v>
                </c:pt>
                <c:pt idx="279">
                  <c:v>0.027</c:v>
                </c:pt>
                <c:pt idx="280">
                  <c:v>0.029</c:v>
                </c:pt>
                <c:pt idx="281">
                  <c:v>0.03</c:v>
                </c:pt>
                <c:pt idx="282">
                  <c:v>0.033</c:v>
                </c:pt>
                <c:pt idx="283">
                  <c:v>0.042</c:v>
                </c:pt>
                <c:pt idx="284">
                  <c:v>0.038</c:v>
                </c:pt>
                <c:pt idx="285">
                  <c:v>0.047</c:v>
                </c:pt>
                <c:pt idx="286">
                  <c:v>0.034</c:v>
                </c:pt>
                <c:pt idx="287">
                  <c:v>0.045</c:v>
                </c:pt>
                <c:pt idx="288">
                  <c:v>0.031</c:v>
                </c:pt>
                <c:pt idx="289">
                  <c:v>0.023</c:v>
                </c:pt>
                <c:pt idx="290">
                  <c:v>0.025</c:v>
                </c:pt>
                <c:pt idx="291">
                  <c:v>0.03</c:v>
                </c:pt>
                <c:pt idx="292">
                  <c:v>0.028</c:v>
                </c:pt>
                <c:pt idx="293">
                  <c:v>0.022</c:v>
                </c:pt>
                <c:pt idx="294">
                  <c:v>0.022</c:v>
                </c:pt>
                <c:pt idx="295">
                  <c:v>0.025</c:v>
                </c:pt>
                <c:pt idx="296">
                  <c:v>0.033</c:v>
                </c:pt>
                <c:pt idx="297">
                  <c:v>0.044</c:v>
                </c:pt>
                <c:pt idx="298">
                  <c:v>0.042</c:v>
                </c:pt>
                <c:pt idx="299">
                  <c:v>0.038</c:v>
                </c:pt>
                <c:pt idx="300">
                  <c:v>0.039</c:v>
                </c:pt>
                <c:pt idx="301">
                  <c:v>0.041</c:v>
                </c:pt>
                <c:pt idx="302">
                  <c:v>0.037</c:v>
                </c:pt>
                <c:pt idx="303">
                  <c:v>0.037</c:v>
                </c:pt>
                <c:pt idx="304">
                  <c:v>0.038</c:v>
                </c:pt>
                <c:pt idx="305">
                  <c:v>0.041</c:v>
                </c:pt>
                <c:pt idx="306">
                  <c:v>0.042</c:v>
                </c:pt>
                <c:pt idx="307">
                  <c:v>0.045</c:v>
                </c:pt>
                <c:pt idx="308">
                  <c:v>0.053</c:v>
                </c:pt>
                <c:pt idx="309">
                  <c:v>0.045</c:v>
                </c:pt>
                <c:pt idx="310">
                  <c:v>0.044</c:v>
                </c:pt>
                <c:pt idx="311">
                  <c:v>0.04</c:v>
                </c:pt>
                <c:pt idx="312">
                  <c:v>0.037</c:v>
                </c:pt>
                <c:pt idx="313">
                  <c:v>0.038</c:v>
                </c:pt>
                <c:pt idx="314">
                  <c:v>0.041</c:v>
                </c:pt>
                <c:pt idx="315">
                  <c:v>0.05</c:v>
                </c:pt>
                <c:pt idx="316">
                  <c:v>0.056</c:v>
                </c:pt>
                <c:pt idx="317">
                  <c:v>0.056</c:v>
                </c:pt>
                <c:pt idx="318">
                  <c:v>0.063</c:v>
                </c:pt>
                <c:pt idx="319">
                  <c:v>0.059</c:v>
                </c:pt>
                <c:pt idx="320">
                  <c:v>0.058</c:v>
                </c:pt>
                <c:pt idx="321">
                  <c:v>0.059</c:v>
                </c:pt>
                <c:pt idx="322">
                  <c:v>0.064</c:v>
                </c:pt>
                <c:pt idx="323">
                  <c:v>0.066</c:v>
                </c:pt>
                <c:pt idx="324">
                  <c:v>0.067</c:v>
                </c:pt>
                <c:pt idx="325">
                  <c:v>0.068</c:v>
                </c:pt>
                <c:pt idx="326">
                  <c:v>0.066</c:v>
                </c:pt>
                <c:pt idx="327">
                  <c:v>0.059</c:v>
                </c:pt>
                <c:pt idx="328">
                  <c:v>0.055</c:v>
                </c:pt>
                <c:pt idx="329">
                  <c:v>0.058</c:v>
                </c:pt>
                <c:pt idx="330">
                  <c:v>0.053</c:v>
                </c:pt>
                <c:pt idx="331">
                  <c:v>0.055</c:v>
                </c:pt>
                <c:pt idx="332">
                  <c:v>0.056</c:v>
                </c:pt>
                <c:pt idx="333">
                  <c:v>0.059</c:v>
                </c:pt>
                <c:pt idx="334">
                  <c:v>0.059</c:v>
                </c:pt>
                <c:pt idx="335">
                  <c:v>0.06</c:v>
                </c:pt>
                <c:pt idx="336">
                  <c:v>0.062</c:v>
                </c:pt>
                <c:pt idx="337">
                  <c:v>0.056</c:v>
                </c:pt>
                <c:pt idx="338">
                  <c:v>0.056</c:v>
                </c:pt>
                <c:pt idx="339">
                  <c:v>0.056</c:v>
                </c:pt>
                <c:pt idx="340">
                  <c:v>0.062</c:v>
                </c:pt>
                <c:pt idx="341">
                  <c:v>0.072</c:v>
                </c:pt>
                <c:pt idx="342">
                  <c:v>0.124</c:v>
                </c:pt>
                <c:pt idx="343">
                  <c:v>0.125</c:v>
                </c:pt>
                <c:pt idx="344">
                  <c:v>0.126</c:v>
                </c:pt>
                <c:pt idx="345">
                  <c:v>0.119</c:v>
                </c:pt>
                <c:pt idx="346">
                  <c:v>0.121</c:v>
                </c:pt>
                <c:pt idx="347">
                  <c:v>0.122</c:v>
                </c:pt>
                <c:pt idx="348">
                  <c:v>0.124</c:v>
                </c:pt>
                <c:pt idx="349">
                  <c:v>0.126</c:v>
                </c:pt>
                <c:pt idx="350">
                  <c:v>0.128</c:v>
                </c:pt>
                <c:pt idx="351">
                  <c:v>0.124</c:v>
                </c:pt>
                <c:pt idx="352">
                  <c:v>0.129</c:v>
                </c:pt>
                <c:pt idx="353">
                  <c:v>0.134</c:v>
                </c:pt>
                <c:pt idx="354">
                  <c:v>0.135</c:v>
                </c:pt>
                <c:pt idx="355">
                  <c:v>0.131</c:v>
                </c:pt>
                <c:pt idx="356">
                  <c:v>0.12</c:v>
                </c:pt>
                <c:pt idx="357">
                  <c:v>0.118</c:v>
                </c:pt>
                <c:pt idx="358">
                  <c:v>0.112</c:v>
                </c:pt>
                <c:pt idx="359">
                  <c:v>0.111</c:v>
                </c:pt>
                <c:pt idx="360">
                  <c:v>0.119</c:v>
                </c:pt>
                <c:pt idx="361">
                  <c:v>0.119</c:v>
                </c:pt>
                <c:pt idx="362">
                  <c:v>0.111</c:v>
                </c:pt>
                <c:pt idx="363">
                  <c:v>0.104</c:v>
                </c:pt>
                <c:pt idx="364">
                  <c:v>0.1</c:v>
                </c:pt>
                <c:pt idx="365">
                  <c:v>0.099</c:v>
                </c:pt>
                <c:pt idx="366">
                  <c:v>0.104</c:v>
                </c:pt>
                <c:pt idx="367">
                  <c:v>0.104</c:v>
                </c:pt>
                <c:pt idx="368">
                  <c:v>0.109</c:v>
                </c:pt>
                <c:pt idx="369">
                  <c:v>0.1</c:v>
                </c:pt>
                <c:pt idx="370">
                  <c:v>0.095</c:v>
                </c:pt>
                <c:pt idx="371">
                  <c:v>0.092</c:v>
                </c:pt>
                <c:pt idx="372">
                  <c:v>0.094</c:v>
                </c:pt>
                <c:pt idx="373">
                  <c:v>0.082</c:v>
                </c:pt>
                <c:pt idx="374">
                  <c:v>0.081</c:v>
                </c:pt>
                <c:pt idx="375">
                  <c:v>0.077</c:v>
                </c:pt>
                <c:pt idx="376">
                  <c:v>0.08</c:v>
                </c:pt>
                <c:pt idx="377">
                  <c:v>0.067</c:v>
                </c:pt>
                <c:pt idx="378">
                  <c:v>0.06</c:v>
                </c:pt>
                <c:pt idx="379">
                  <c:v>0.057</c:v>
                </c:pt>
                <c:pt idx="380">
                  <c:v>0.066</c:v>
                </c:pt>
                <c:pt idx="381">
                  <c:v>0.06</c:v>
                </c:pt>
                <c:pt idx="382">
                  <c:v>0.058</c:v>
                </c:pt>
                <c:pt idx="383">
                  <c:v>0.051</c:v>
                </c:pt>
                <c:pt idx="384">
                  <c:v>0.053</c:v>
                </c:pt>
                <c:pt idx="385">
                  <c:v>0.051</c:v>
                </c:pt>
                <c:pt idx="386">
                  <c:v>0.057</c:v>
                </c:pt>
                <c:pt idx="387">
                  <c:v>0.06</c:v>
                </c:pt>
                <c:pt idx="388">
                  <c:v>0.059</c:v>
                </c:pt>
                <c:pt idx="389">
                  <c:v>0.061</c:v>
                </c:pt>
                <c:pt idx="390">
                  <c:v>0.051</c:v>
                </c:pt>
                <c:pt idx="391">
                  <c:v>0.053</c:v>
                </c:pt>
                <c:pt idx="392">
                  <c:v>0.051</c:v>
                </c:pt>
                <c:pt idx="393">
                  <c:v>0.056</c:v>
                </c:pt>
                <c:pt idx="394">
                  <c:v>0.056</c:v>
                </c:pt>
                <c:pt idx="395">
                  <c:v>0.05</c:v>
                </c:pt>
                <c:pt idx="396">
                  <c:v>0.047</c:v>
                </c:pt>
                <c:pt idx="397">
                  <c:v>0.047</c:v>
                </c:pt>
                <c:pt idx="398">
                  <c:v>0.043</c:v>
                </c:pt>
                <c:pt idx="399">
                  <c:v>0.038</c:v>
                </c:pt>
                <c:pt idx="400">
                  <c:v>0.044</c:v>
                </c:pt>
                <c:pt idx="401">
                  <c:v>0.044</c:v>
                </c:pt>
                <c:pt idx="402">
                  <c:v>0.048</c:v>
                </c:pt>
                <c:pt idx="403">
                  <c:v>0.056</c:v>
                </c:pt>
                <c:pt idx="404">
                  <c:v>0.063</c:v>
                </c:pt>
                <c:pt idx="405">
                  <c:v>0.056</c:v>
                </c:pt>
                <c:pt idx="406">
                  <c:v>0.066</c:v>
                </c:pt>
                <c:pt idx="407">
                  <c:v>0.071</c:v>
                </c:pt>
                <c:pt idx="408">
                  <c:v>0.071</c:v>
                </c:pt>
                <c:pt idx="409">
                  <c:v>0.07</c:v>
                </c:pt>
                <c:pt idx="410">
                  <c:v>0.068</c:v>
                </c:pt>
                <c:pt idx="411">
                  <c:v>0.071</c:v>
                </c:pt>
                <c:pt idx="412">
                  <c:v>0.073</c:v>
                </c:pt>
                <c:pt idx="413">
                  <c:v>0.076</c:v>
                </c:pt>
                <c:pt idx="414">
                  <c:v>0.084</c:v>
                </c:pt>
                <c:pt idx="415">
                  <c:v>0.089</c:v>
                </c:pt>
                <c:pt idx="416">
                  <c:v>0.085</c:v>
                </c:pt>
                <c:pt idx="417">
                  <c:v>0.084</c:v>
                </c:pt>
                <c:pt idx="418">
                  <c:v>0.084</c:v>
                </c:pt>
                <c:pt idx="419">
                  <c:v>0.087</c:v>
                </c:pt>
                <c:pt idx="420">
                  <c:v>0.09</c:v>
                </c:pt>
                <c:pt idx="421">
                  <c:v>0.09</c:v>
                </c:pt>
                <c:pt idx="422">
                  <c:v>0.09</c:v>
                </c:pt>
                <c:pt idx="423">
                  <c:v>0.082</c:v>
                </c:pt>
                <c:pt idx="424">
                  <c:v>0.084</c:v>
                </c:pt>
                <c:pt idx="425">
                  <c:v>0.086</c:v>
                </c:pt>
                <c:pt idx="426">
                  <c:v>0.092</c:v>
                </c:pt>
                <c:pt idx="427">
                  <c:v>0.1</c:v>
                </c:pt>
                <c:pt idx="428">
                  <c:v>0.102</c:v>
                </c:pt>
                <c:pt idx="429">
                  <c:v>0.094</c:v>
                </c:pt>
                <c:pt idx="430">
                  <c:v>0.092</c:v>
                </c:pt>
                <c:pt idx="431">
                  <c:v>0.099</c:v>
                </c:pt>
                <c:pt idx="432">
                  <c:v>0.091</c:v>
                </c:pt>
                <c:pt idx="433">
                  <c:v>0.091</c:v>
                </c:pt>
                <c:pt idx="434">
                  <c:v>0.096</c:v>
                </c:pt>
                <c:pt idx="435">
                  <c:v>0.098</c:v>
                </c:pt>
                <c:pt idx="436">
                  <c:v>0.084</c:v>
                </c:pt>
                <c:pt idx="437">
                  <c:v>0.075</c:v>
                </c:pt>
                <c:pt idx="438">
                  <c:v>0.062</c:v>
                </c:pt>
                <c:pt idx="439">
                  <c:v>0.052</c:v>
                </c:pt>
                <c:pt idx="440">
                  <c:v>0.047</c:v>
                </c:pt>
                <c:pt idx="441">
                  <c:v>0.039</c:v>
                </c:pt>
                <c:pt idx="442">
                  <c:v>0.029</c:v>
                </c:pt>
                <c:pt idx="443">
                  <c:v>0.024</c:v>
                </c:pt>
                <c:pt idx="444">
                  <c:v>0.03</c:v>
                </c:pt>
                <c:pt idx="445">
                  <c:v>0.036</c:v>
                </c:pt>
                <c:pt idx="446">
                  <c:v>0.032</c:v>
                </c:pt>
                <c:pt idx="447">
                  <c:v>0.024</c:v>
                </c:pt>
                <c:pt idx="448">
                  <c:v>0.034</c:v>
                </c:pt>
                <c:pt idx="449">
                  <c:v>0.051</c:v>
                </c:pt>
                <c:pt idx="450">
                  <c:v>0.061</c:v>
                </c:pt>
                <c:pt idx="451">
                  <c:v>0.069</c:v>
                </c:pt>
                <c:pt idx="452">
                  <c:v>0.099</c:v>
                </c:pt>
                <c:pt idx="453">
                  <c:v>0.089</c:v>
                </c:pt>
                <c:pt idx="454">
                  <c:v>0.074</c:v>
                </c:pt>
                <c:pt idx="455">
                  <c:v>0.069</c:v>
                </c:pt>
                <c:pt idx="456">
                  <c:v>0.068</c:v>
                </c:pt>
                <c:pt idx="457">
                  <c:v>0.063</c:v>
                </c:pt>
                <c:pt idx="458">
                  <c:v>0.086</c:v>
                </c:pt>
                <c:pt idx="459">
                  <c:v>0.114</c:v>
                </c:pt>
                <c:pt idx="460">
                  <c:v>0.103</c:v>
                </c:pt>
                <c:pt idx="461">
                  <c:v>0.108</c:v>
                </c:pt>
                <c:pt idx="462">
                  <c:v>0.095</c:v>
                </c:pt>
                <c:pt idx="463">
                  <c:v>0.088</c:v>
                </c:pt>
                <c:pt idx="464">
                  <c:v>0.075</c:v>
                </c:pt>
                <c:pt idx="465">
                  <c:v>0.074</c:v>
                </c:pt>
                <c:pt idx="466">
                  <c:v>0.136</c:v>
                </c:pt>
                <c:pt idx="467">
                  <c:v>0.169</c:v>
                </c:pt>
                <c:pt idx="468">
                  <c:v>0.22</c:v>
                </c:pt>
                <c:pt idx="469">
                  <c:v>0.241</c:v>
                </c:pt>
                <c:pt idx="470">
                  <c:v>0.235</c:v>
                </c:pt>
                <c:pt idx="471">
                  <c:v>0.15</c:v>
                </c:pt>
                <c:pt idx="472">
                  <c:v>0.083</c:v>
                </c:pt>
                <c:pt idx="473">
                  <c:v>0.065</c:v>
                </c:pt>
                <c:pt idx="474">
                  <c:v>0.169</c:v>
                </c:pt>
                <c:pt idx="475">
                  <c:v>0.139</c:v>
                </c:pt>
                <c:pt idx="476">
                  <c:v>0.308</c:v>
                </c:pt>
                <c:pt idx="477">
                  <c:v>0.165</c:v>
                </c:pt>
                <c:pt idx="478">
                  <c:v>0.251</c:v>
                </c:pt>
                <c:pt idx="479">
                  <c:v>0.304</c:v>
                </c:pt>
                <c:pt idx="480">
                  <c:v>0.352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Alarm limit (0.15)</c:v>
                </c:pt>
              </c:strCache>
            </c:strRef>
          </c:tx>
          <c:spPr>
            <a:solidFill>
              <a:srgbClr val="12262B"/>
            </a:solidFill>
            <a:ln w="25400" cap="flat">
              <a:solidFill>
                <a:srgbClr val="12262B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12262B"/>
              </a:solidFill>
              <a:ln w="9525" cap="flat">
                <a:solidFill>
                  <a:srgbClr val="12262B"/>
                </a:solidFill>
                <a:prstDash val="solid"/>
                <a:round/>
              </a:ln>
              <a:effectLst/>
            </c:spPr>
          </c:marker>
          <c:xVal>
            <c:numRef>
              <c:f>Sheet1!$A$2:$A$482</c:f>
              <c:numCache>
                <c:formatCode>General</c:formatCode>
                <c:ptCount val="481"/>
                <c:pt idx="0">
                  <c:v>-160</c:v>
                </c:pt>
                <c:pt idx="1">
                  <c:v>-160</c:v>
                </c:pt>
                <c:pt idx="2">
                  <c:v>-159</c:v>
                </c:pt>
                <c:pt idx="3">
                  <c:v>-159</c:v>
                </c:pt>
                <c:pt idx="4">
                  <c:v>-159</c:v>
                </c:pt>
                <c:pt idx="5">
                  <c:v>-158</c:v>
                </c:pt>
                <c:pt idx="6">
                  <c:v>-158</c:v>
                </c:pt>
                <c:pt idx="7">
                  <c:v>-158</c:v>
                </c:pt>
                <c:pt idx="8">
                  <c:v>-157</c:v>
                </c:pt>
                <c:pt idx="9">
                  <c:v>-157</c:v>
                </c:pt>
                <c:pt idx="10">
                  <c:v>-157</c:v>
                </c:pt>
                <c:pt idx="11">
                  <c:v>-156</c:v>
                </c:pt>
                <c:pt idx="12">
                  <c:v>-156</c:v>
                </c:pt>
                <c:pt idx="13">
                  <c:v>-156</c:v>
                </c:pt>
                <c:pt idx="14">
                  <c:v>-155</c:v>
                </c:pt>
                <c:pt idx="15">
                  <c:v>-155</c:v>
                </c:pt>
                <c:pt idx="16">
                  <c:v>-155</c:v>
                </c:pt>
                <c:pt idx="17">
                  <c:v>-154</c:v>
                </c:pt>
                <c:pt idx="18">
                  <c:v>-154</c:v>
                </c:pt>
                <c:pt idx="19">
                  <c:v>-154</c:v>
                </c:pt>
                <c:pt idx="20">
                  <c:v>-153</c:v>
                </c:pt>
                <c:pt idx="21">
                  <c:v>-153</c:v>
                </c:pt>
                <c:pt idx="22">
                  <c:v>-153</c:v>
                </c:pt>
                <c:pt idx="23">
                  <c:v>-152</c:v>
                </c:pt>
                <c:pt idx="24">
                  <c:v>-152</c:v>
                </c:pt>
                <c:pt idx="25">
                  <c:v>-152</c:v>
                </c:pt>
                <c:pt idx="26">
                  <c:v>-151</c:v>
                </c:pt>
                <c:pt idx="27">
                  <c:v>-151</c:v>
                </c:pt>
                <c:pt idx="28">
                  <c:v>-151</c:v>
                </c:pt>
                <c:pt idx="29">
                  <c:v>-150</c:v>
                </c:pt>
                <c:pt idx="30">
                  <c:v>-150</c:v>
                </c:pt>
                <c:pt idx="31">
                  <c:v>-150</c:v>
                </c:pt>
                <c:pt idx="32">
                  <c:v>-149</c:v>
                </c:pt>
                <c:pt idx="33">
                  <c:v>-149</c:v>
                </c:pt>
                <c:pt idx="34">
                  <c:v>-149</c:v>
                </c:pt>
                <c:pt idx="35">
                  <c:v>-148</c:v>
                </c:pt>
                <c:pt idx="36">
                  <c:v>-148</c:v>
                </c:pt>
                <c:pt idx="37">
                  <c:v>-148</c:v>
                </c:pt>
                <c:pt idx="38">
                  <c:v>-147</c:v>
                </c:pt>
                <c:pt idx="39">
                  <c:v>-147</c:v>
                </c:pt>
                <c:pt idx="40">
                  <c:v>-147</c:v>
                </c:pt>
                <c:pt idx="41">
                  <c:v>-146</c:v>
                </c:pt>
                <c:pt idx="42">
                  <c:v>-146</c:v>
                </c:pt>
                <c:pt idx="43">
                  <c:v>-146</c:v>
                </c:pt>
                <c:pt idx="44">
                  <c:v>-145</c:v>
                </c:pt>
                <c:pt idx="45">
                  <c:v>-145</c:v>
                </c:pt>
                <c:pt idx="46">
                  <c:v>-145</c:v>
                </c:pt>
                <c:pt idx="47">
                  <c:v>-144</c:v>
                </c:pt>
                <c:pt idx="48">
                  <c:v>-144</c:v>
                </c:pt>
                <c:pt idx="49">
                  <c:v>-144</c:v>
                </c:pt>
                <c:pt idx="50">
                  <c:v>-143</c:v>
                </c:pt>
                <c:pt idx="51">
                  <c:v>-143</c:v>
                </c:pt>
                <c:pt idx="52">
                  <c:v>-143</c:v>
                </c:pt>
                <c:pt idx="53">
                  <c:v>-142</c:v>
                </c:pt>
                <c:pt idx="54">
                  <c:v>-142</c:v>
                </c:pt>
                <c:pt idx="55">
                  <c:v>-142</c:v>
                </c:pt>
                <c:pt idx="56">
                  <c:v>-141</c:v>
                </c:pt>
                <c:pt idx="57">
                  <c:v>-141</c:v>
                </c:pt>
                <c:pt idx="58">
                  <c:v>-141</c:v>
                </c:pt>
                <c:pt idx="59">
                  <c:v>-140</c:v>
                </c:pt>
                <c:pt idx="60">
                  <c:v>-140</c:v>
                </c:pt>
                <c:pt idx="61">
                  <c:v>-140</c:v>
                </c:pt>
                <c:pt idx="62">
                  <c:v>-139</c:v>
                </c:pt>
                <c:pt idx="63">
                  <c:v>-139</c:v>
                </c:pt>
                <c:pt idx="64">
                  <c:v>-139</c:v>
                </c:pt>
                <c:pt idx="65">
                  <c:v>-138</c:v>
                </c:pt>
                <c:pt idx="66">
                  <c:v>-138</c:v>
                </c:pt>
                <c:pt idx="67">
                  <c:v>-138</c:v>
                </c:pt>
                <c:pt idx="68">
                  <c:v>-137</c:v>
                </c:pt>
                <c:pt idx="69">
                  <c:v>-137</c:v>
                </c:pt>
                <c:pt idx="70">
                  <c:v>-137</c:v>
                </c:pt>
                <c:pt idx="71">
                  <c:v>-136</c:v>
                </c:pt>
                <c:pt idx="72">
                  <c:v>-136</c:v>
                </c:pt>
                <c:pt idx="73">
                  <c:v>-136</c:v>
                </c:pt>
                <c:pt idx="74">
                  <c:v>-135</c:v>
                </c:pt>
                <c:pt idx="75">
                  <c:v>-135</c:v>
                </c:pt>
                <c:pt idx="76">
                  <c:v>-135</c:v>
                </c:pt>
                <c:pt idx="77">
                  <c:v>-134</c:v>
                </c:pt>
                <c:pt idx="78">
                  <c:v>-134</c:v>
                </c:pt>
                <c:pt idx="79">
                  <c:v>-134</c:v>
                </c:pt>
                <c:pt idx="80">
                  <c:v>-133</c:v>
                </c:pt>
                <c:pt idx="81">
                  <c:v>-133</c:v>
                </c:pt>
                <c:pt idx="82">
                  <c:v>-133</c:v>
                </c:pt>
                <c:pt idx="83">
                  <c:v>-132</c:v>
                </c:pt>
                <c:pt idx="84">
                  <c:v>-132</c:v>
                </c:pt>
                <c:pt idx="85">
                  <c:v>-132</c:v>
                </c:pt>
                <c:pt idx="86">
                  <c:v>-131</c:v>
                </c:pt>
                <c:pt idx="87">
                  <c:v>-131</c:v>
                </c:pt>
                <c:pt idx="88">
                  <c:v>-131</c:v>
                </c:pt>
                <c:pt idx="89">
                  <c:v>-130</c:v>
                </c:pt>
                <c:pt idx="90">
                  <c:v>-130</c:v>
                </c:pt>
                <c:pt idx="91">
                  <c:v>-130</c:v>
                </c:pt>
                <c:pt idx="92">
                  <c:v>-129</c:v>
                </c:pt>
                <c:pt idx="93">
                  <c:v>-129</c:v>
                </c:pt>
                <c:pt idx="94">
                  <c:v>-129</c:v>
                </c:pt>
                <c:pt idx="95">
                  <c:v>-128</c:v>
                </c:pt>
                <c:pt idx="96">
                  <c:v>-128</c:v>
                </c:pt>
                <c:pt idx="97">
                  <c:v>-128</c:v>
                </c:pt>
                <c:pt idx="98">
                  <c:v>-127</c:v>
                </c:pt>
                <c:pt idx="99">
                  <c:v>-127</c:v>
                </c:pt>
                <c:pt idx="100">
                  <c:v>-127</c:v>
                </c:pt>
                <c:pt idx="101">
                  <c:v>-126</c:v>
                </c:pt>
                <c:pt idx="102">
                  <c:v>-126</c:v>
                </c:pt>
                <c:pt idx="103">
                  <c:v>-126</c:v>
                </c:pt>
                <c:pt idx="104">
                  <c:v>-125</c:v>
                </c:pt>
                <c:pt idx="105">
                  <c:v>-125</c:v>
                </c:pt>
                <c:pt idx="106">
                  <c:v>-125</c:v>
                </c:pt>
                <c:pt idx="107">
                  <c:v>-124</c:v>
                </c:pt>
                <c:pt idx="108">
                  <c:v>-124</c:v>
                </c:pt>
                <c:pt idx="109">
                  <c:v>-124</c:v>
                </c:pt>
                <c:pt idx="110">
                  <c:v>-123</c:v>
                </c:pt>
                <c:pt idx="111">
                  <c:v>-123</c:v>
                </c:pt>
                <c:pt idx="112">
                  <c:v>-123</c:v>
                </c:pt>
                <c:pt idx="113">
                  <c:v>-122</c:v>
                </c:pt>
                <c:pt idx="114">
                  <c:v>-122</c:v>
                </c:pt>
                <c:pt idx="115">
                  <c:v>-122</c:v>
                </c:pt>
                <c:pt idx="116">
                  <c:v>-121</c:v>
                </c:pt>
                <c:pt idx="117">
                  <c:v>-121</c:v>
                </c:pt>
                <c:pt idx="118">
                  <c:v>-121</c:v>
                </c:pt>
                <c:pt idx="119">
                  <c:v>-120</c:v>
                </c:pt>
                <c:pt idx="120">
                  <c:v>-120</c:v>
                </c:pt>
                <c:pt idx="121">
                  <c:v>-120</c:v>
                </c:pt>
                <c:pt idx="122">
                  <c:v>-119</c:v>
                </c:pt>
                <c:pt idx="123">
                  <c:v>-119</c:v>
                </c:pt>
                <c:pt idx="124">
                  <c:v>-119</c:v>
                </c:pt>
                <c:pt idx="125">
                  <c:v>-118</c:v>
                </c:pt>
                <c:pt idx="126">
                  <c:v>-118</c:v>
                </c:pt>
                <c:pt idx="127">
                  <c:v>-118</c:v>
                </c:pt>
                <c:pt idx="128">
                  <c:v>-117</c:v>
                </c:pt>
                <c:pt idx="129">
                  <c:v>-117</c:v>
                </c:pt>
                <c:pt idx="130">
                  <c:v>-117</c:v>
                </c:pt>
                <c:pt idx="131">
                  <c:v>-116</c:v>
                </c:pt>
                <c:pt idx="132">
                  <c:v>-116</c:v>
                </c:pt>
                <c:pt idx="133">
                  <c:v>-116</c:v>
                </c:pt>
                <c:pt idx="134">
                  <c:v>-115</c:v>
                </c:pt>
                <c:pt idx="135">
                  <c:v>-115</c:v>
                </c:pt>
                <c:pt idx="136">
                  <c:v>-115</c:v>
                </c:pt>
                <c:pt idx="137">
                  <c:v>-114</c:v>
                </c:pt>
                <c:pt idx="138">
                  <c:v>-114</c:v>
                </c:pt>
                <c:pt idx="139">
                  <c:v>-114</c:v>
                </c:pt>
                <c:pt idx="140">
                  <c:v>-113</c:v>
                </c:pt>
                <c:pt idx="141">
                  <c:v>-113</c:v>
                </c:pt>
                <c:pt idx="142">
                  <c:v>-113</c:v>
                </c:pt>
                <c:pt idx="143">
                  <c:v>-112</c:v>
                </c:pt>
                <c:pt idx="144">
                  <c:v>-112</c:v>
                </c:pt>
                <c:pt idx="145">
                  <c:v>-112</c:v>
                </c:pt>
                <c:pt idx="146">
                  <c:v>-111</c:v>
                </c:pt>
                <c:pt idx="147">
                  <c:v>-111</c:v>
                </c:pt>
                <c:pt idx="148">
                  <c:v>-111</c:v>
                </c:pt>
                <c:pt idx="149">
                  <c:v>-110</c:v>
                </c:pt>
                <c:pt idx="150">
                  <c:v>-110</c:v>
                </c:pt>
                <c:pt idx="151">
                  <c:v>-110</c:v>
                </c:pt>
                <c:pt idx="152">
                  <c:v>-109</c:v>
                </c:pt>
                <c:pt idx="153">
                  <c:v>-109</c:v>
                </c:pt>
                <c:pt idx="154">
                  <c:v>-109</c:v>
                </c:pt>
                <c:pt idx="155">
                  <c:v>-108</c:v>
                </c:pt>
                <c:pt idx="156">
                  <c:v>-108</c:v>
                </c:pt>
                <c:pt idx="157">
                  <c:v>-108</c:v>
                </c:pt>
                <c:pt idx="158">
                  <c:v>-107</c:v>
                </c:pt>
                <c:pt idx="159">
                  <c:v>-107</c:v>
                </c:pt>
                <c:pt idx="160">
                  <c:v>-107</c:v>
                </c:pt>
                <c:pt idx="161">
                  <c:v>-106</c:v>
                </c:pt>
                <c:pt idx="162">
                  <c:v>-106</c:v>
                </c:pt>
                <c:pt idx="163">
                  <c:v>-106</c:v>
                </c:pt>
                <c:pt idx="164">
                  <c:v>-105</c:v>
                </c:pt>
                <c:pt idx="165">
                  <c:v>-105</c:v>
                </c:pt>
                <c:pt idx="166">
                  <c:v>-105</c:v>
                </c:pt>
                <c:pt idx="167">
                  <c:v>-104</c:v>
                </c:pt>
                <c:pt idx="168">
                  <c:v>-104</c:v>
                </c:pt>
                <c:pt idx="169">
                  <c:v>-104</c:v>
                </c:pt>
                <c:pt idx="170">
                  <c:v>-103</c:v>
                </c:pt>
                <c:pt idx="171">
                  <c:v>-103</c:v>
                </c:pt>
                <c:pt idx="172">
                  <c:v>-103</c:v>
                </c:pt>
                <c:pt idx="173">
                  <c:v>-102</c:v>
                </c:pt>
                <c:pt idx="174">
                  <c:v>-102</c:v>
                </c:pt>
                <c:pt idx="175">
                  <c:v>-102</c:v>
                </c:pt>
                <c:pt idx="176">
                  <c:v>-101</c:v>
                </c:pt>
                <c:pt idx="177">
                  <c:v>-101</c:v>
                </c:pt>
                <c:pt idx="178">
                  <c:v>-101</c:v>
                </c:pt>
                <c:pt idx="179">
                  <c:v>-100</c:v>
                </c:pt>
                <c:pt idx="180">
                  <c:v>-100</c:v>
                </c:pt>
                <c:pt idx="181">
                  <c:v>-100</c:v>
                </c:pt>
                <c:pt idx="182">
                  <c:v>-99</c:v>
                </c:pt>
                <c:pt idx="183">
                  <c:v>-99</c:v>
                </c:pt>
                <c:pt idx="184">
                  <c:v>-99</c:v>
                </c:pt>
                <c:pt idx="185">
                  <c:v>-98</c:v>
                </c:pt>
                <c:pt idx="186">
                  <c:v>-98</c:v>
                </c:pt>
                <c:pt idx="187">
                  <c:v>-98</c:v>
                </c:pt>
                <c:pt idx="188">
                  <c:v>-97</c:v>
                </c:pt>
                <c:pt idx="189">
                  <c:v>-97</c:v>
                </c:pt>
                <c:pt idx="190">
                  <c:v>-97</c:v>
                </c:pt>
                <c:pt idx="191">
                  <c:v>-96</c:v>
                </c:pt>
                <c:pt idx="192">
                  <c:v>-96</c:v>
                </c:pt>
                <c:pt idx="193">
                  <c:v>-96</c:v>
                </c:pt>
                <c:pt idx="194">
                  <c:v>-95</c:v>
                </c:pt>
                <c:pt idx="195">
                  <c:v>-95</c:v>
                </c:pt>
                <c:pt idx="196">
                  <c:v>-95</c:v>
                </c:pt>
                <c:pt idx="197">
                  <c:v>-94</c:v>
                </c:pt>
                <c:pt idx="198">
                  <c:v>-94</c:v>
                </c:pt>
                <c:pt idx="199">
                  <c:v>-94</c:v>
                </c:pt>
                <c:pt idx="200">
                  <c:v>-93</c:v>
                </c:pt>
                <c:pt idx="201">
                  <c:v>-93</c:v>
                </c:pt>
                <c:pt idx="202">
                  <c:v>-93</c:v>
                </c:pt>
                <c:pt idx="203">
                  <c:v>-92</c:v>
                </c:pt>
                <c:pt idx="204">
                  <c:v>-92</c:v>
                </c:pt>
                <c:pt idx="205">
                  <c:v>-92</c:v>
                </c:pt>
                <c:pt idx="206">
                  <c:v>-91</c:v>
                </c:pt>
                <c:pt idx="207">
                  <c:v>-91</c:v>
                </c:pt>
                <c:pt idx="208">
                  <c:v>-91</c:v>
                </c:pt>
                <c:pt idx="209">
                  <c:v>-90</c:v>
                </c:pt>
                <c:pt idx="210">
                  <c:v>-90</c:v>
                </c:pt>
                <c:pt idx="211">
                  <c:v>-90</c:v>
                </c:pt>
                <c:pt idx="212">
                  <c:v>-89</c:v>
                </c:pt>
                <c:pt idx="213">
                  <c:v>-89</c:v>
                </c:pt>
                <c:pt idx="214">
                  <c:v>-89</c:v>
                </c:pt>
                <c:pt idx="215">
                  <c:v>-88</c:v>
                </c:pt>
                <c:pt idx="216">
                  <c:v>-88</c:v>
                </c:pt>
                <c:pt idx="217">
                  <c:v>-88</c:v>
                </c:pt>
                <c:pt idx="218">
                  <c:v>-87</c:v>
                </c:pt>
                <c:pt idx="219">
                  <c:v>-87</c:v>
                </c:pt>
                <c:pt idx="220">
                  <c:v>-87</c:v>
                </c:pt>
                <c:pt idx="221">
                  <c:v>-86</c:v>
                </c:pt>
                <c:pt idx="222">
                  <c:v>-86</c:v>
                </c:pt>
                <c:pt idx="223">
                  <c:v>-86</c:v>
                </c:pt>
                <c:pt idx="224">
                  <c:v>-85</c:v>
                </c:pt>
                <c:pt idx="225">
                  <c:v>-85</c:v>
                </c:pt>
                <c:pt idx="226">
                  <c:v>-85</c:v>
                </c:pt>
                <c:pt idx="227">
                  <c:v>-84</c:v>
                </c:pt>
                <c:pt idx="228">
                  <c:v>-84</c:v>
                </c:pt>
                <c:pt idx="229">
                  <c:v>-84</c:v>
                </c:pt>
                <c:pt idx="230">
                  <c:v>-83</c:v>
                </c:pt>
                <c:pt idx="231">
                  <c:v>-83</c:v>
                </c:pt>
                <c:pt idx="232">
                  <c:v>-83</c:v>
                </c:pt>
                <c:pt idx="233">
                  <c:v>-82</c:v>
                </c:pt>
                <c:pt idx="234">
                  <c:v>-82</c:v>
                </c:pt>
                <c:pt idx="235">
                  <c:v>-82</c:v>
                </c:pt>
                <c:pt idx="236">
                  <c:v>-81</c:v>
                </c:pt>
                <c:pt idx="237">
                  <c:v>-81</c:v>
                </c:pt>
                <c:pt idx="238">
                  <c:v>-81</c:v>
                </c:pt>
                <c:pt idx="239">
                  <c:v>-80</c:v>
                </c:pt>
                <c:pt idx="240">
                  <c:v>-80</c:v>
                </c:pt>
                <c:pt idx="241">
                  <c:v>-80</c:v>
                </c:pt>
                <c:pt idx="242">
                  <c:v>-79</c:v>
                </c:pt>
                <c:pt idx="243">
                  <c:v>-79</c:v>
                </c:pt>
                <c:pt idx="244">
                  <c:v>-79</c:v>
                </c:pt>
                <c:pt idx="245">
                  <c:v>-78</c:v>
                </c:pt>
                <c:pt idx="246">
                  <c:v>-78</c:v>
                </c:pt>
                <c:pt idx="247">
                  <c:v>-78</c:v>
                </c:pt>
                <c:pt idx="248">
                  <c:v>-77</c:v>
                </c:pt>
                <c:pt idx="249">
                  <c:v>-77</c:v>
                </c:pt>
                <c:pt idx="250">
                  <c:v>-77</c:v>
                </c:pt>
                <c:pt idx="251">
                  <c:v>-76</c:v>
                </c:pt>
                <c:pt idx="252">
                  <c:v>-76</c:v>
                </c:pt>
                <c:pt idx="253">
                  <c:v>-76</c:v>
                </c:pt>
                <c:pt idx="254">
                  <c:v>-75</c:v>
                </c:pt>
                <c:pt idx="255">
                  <c:v>-75</c:v>
                </c:pt>
                <c:pt idx="256">
                  <c:v>-75</c:v>
                </c:pt>
                <c:pt idx="257">
                  <c:v>-74</c:v>
                </c:pt>
                <c:pt idx="258">
                  <c:v>-74</c:v>
                </c:pt>
                <c:pt idx="259">
                  <c:v>-74</c:v>
                </c:pt>
                <c:pt idx="260">
                  <c:v>-73</c:v>
                </c:pt>
                <c:pt idx="261">
                  <c:v>-73</c:v>
                </c:pt>
                <c:pt idx="262">
                  <c:v>-73</c:v>
                </c:pt>
                <c:pt idx="263">
                  <c:v>-72</c:v>
                </c:pt>
                <c:pt idx="264">
                  <c:v>-72</c:v>
                </c:pt>
                <c:pt idx="265">
                  <c:v>-72</c:v>
                </c:pt>
                <c:pt idx="266">
                  <c:v>-71</c:v>
                </c:pt>
                <c:pt idx="267">
                  <c:v>-71</c:v>
                </c:pt>
                <c:pt idx="268">
                  <c:v>-71</c:v>
                </c:pt>
                <c:pt idx="269">
                  <c:v>-70</c:v>
                </c:pt>
                <c:pt idx="270">
                  <c:v>-70</c:v>
                </c:pt>
                <c:pt idx="271">
                  <c:v>-70</c:v>
                </c:pt>
                <c:pt idx="272">
                  <c:v>-69</c:v>
                </c:pt>
                <c:pt idx="273">
                  <c:v>-69</c:v>
                </c:pt>
                <c:pt idx="274">
                  <c:v>-69</c:v>
                </c:pt>
                <c:pt idx="275">
                  <c:v>-68</c:v>
                </c:pt>
                <c:pt idx="276">
                  <c:v>-68</c:v>
                </c:pt>
                <c:pt idx="277">
                  <c:v>-68</c:v>
                </c:pt>
                <c:pt idx="278">
                  <c:v>-67</c:v>
                </c:pt>
                <c:pt idx="279">
                  <c:v>-67</c:v>
                </c:pt>
                <c:pt idx="280">
                  <c:v>-67</c:v>
                </c:pt>
                <c:pt idx="281">
                  <c:v>-66</c:v>
                </c:pt>
                <c:pt idx="282">
                  <c:v>-66</c:v>
                </c:pt>
                <c:pt idx="283">
                  <c:v>-66</c:v>
                </c:pt>
                <c:pt idx="284">
                  <c:v>-65</c:v>
                </c:pt>
                <c:pt idx="285">
                  <c:v>-65</c:v>
                </c:pt>
                <c:pt idx="286">
                  <c:v>-65</c:v>
                </c:pt>
                <c:pt idx="287">
                  <c:v>-64</c:v>
                </c:pt>
                <c:pt idx="288">
                  <c:v>-64</c:v>
                </c:pt>
                <c:pt idx="289">
                  <c:v>-64</c:v>
                </c:pt>
                <c:pt idx="290">
                  <c:v>-63</c:v>
                </c:pt>
                <c:pt idx="291">
                  <c:v>-63</c:v>
                </c:pt>
                <c:pt idx="292">
                  <c:v>-63</c:v>
                </c:pt>
                <c:pt idx="293">
                  <c:v>-62</c:v>
                </c:pt>
                <c:pt idx="294">
                  <c:v>-62</c:v>
                </c:pt>
                <c:pt idx="295">
                  <c:v>-62</c:v>
                </c:pt>
                <c:pt idx="296">
                  <c:v>-61</c:v>
                </c:pt>
                <c:pt idx="297">
                  <c:v>-61</c:v>
                </c:pt>
                <c:pt idx="298">
                  <c:v>-61</c:v>
                </c:pt>
                <c:pt idx="299">
                  <c:v>-60</c:v>
                </c:pt>
                <c:pt idx="300">
                  <c:v>-60</c:v>
                </c:pt>
                <c:pt idx="301">
                  <c:v>-60</c:v>
                </c:pt>
                <c:pt idx="302">
                  <c:v>-59</c:v>
                </c:pt>
                <c:pt idx="303">
                  <c:v>-59</c:v>
                </c:pt>
                <c:pt idx="304">
                  <c:v>-59</c:v>
                </c:pt>
                <c:pt idx="305">
                  <c:v>-58</c:v>
                </c:pt>
                <c:pt idx="306">
                  <c:v>-58</c:v>
                </c:pt>
                <c:pt idx="307">
                  <c:v>-58</c:v>
                </c:pt>
                <c:pt idx="308">
                  <c:v>-57</c:v>
                </c:pt>
                <c:pt idx="309">
                  <c:v>-57</c:v>
                </c:pt>
                <c:pt idx="310">
                  <c:v>-57</c:v>
                </c:pt>
                <c:pt idx="311">
                  <c:v>-56</c:v>
                </c:pt>
                <c:pt idx="312">
                  <c:v>-56</c:v>
                </c:pt>
                <c:pt idx="313">
                  <c:v>-56</c:v>
                </c:pt>
                <c:pt idx="314">
                  <c:v>-55</c:v>
                </c:pt>
                <c:pt idx="315">
                  <c:v>-55</c:v>
                </c:pt>
                <c:pt idx="316">
                  <c:v>-55</c:v>
                </c:pt>
                <c:pt idx="317">
                  <c:v>-54</c:v>
                </c:pt>
                <c:pt idx="318">
                  <c:v>-54</c:v>
                </c:pt>
                <c:pt idx="319">
                  <c:v>-54</c:v>
                </c:pt>
                <c:pt idx="320">
                  <c:v>-53</c:v>
                </c:pt>
                <c:pt idx="321">
                  <c:v>-53</c:v>
                </c:pt>
                <c:pt idx="322">
                  <c:v>-53</c:v>
                </c:pt>
                <c:pt idx="323">
                  <c:v>-52</c:v>
                </c:pt>
                <c:pt idx="324">
                  <c:v>-52</c:v>
                </c:pt>
                <c:pt idx="325">
                  <c:v>-52</c:v>
                </c:pt>
                <c:pt idx="326">
                  <c:v>-51</c:v>
                </c:pt>
                <c:pt idx="327">
                  <c:v>-51</c:v>
                </c:pt>
                <c:pt idx="328">
                  <c:v>-51</c:v>
                </c:pt>
                <c:pt idx="329">
                  <c:v>-50</c:v>
                </c:pt>
                <c:pt idx="330">
                  <c:v>-50</c:v>
                </c:pt>
                <c:pt idx="331">
                  <c:v>-50</c:v>
                </c:pt>
                <c:pt idx="332">
                  <c:v>-49</c:v>
                </c:pt>
                <c:pt idx="333">
                  <c:v>-49</c:v>
                </c:pt>
                <c:pt idx="334">
                  <c:v>-49</c:v>
                </c:pt>
                <c:pt idx="335">
                  <c:v>-48</c:v>
                </c:pt>
                <c:pt idx="336">
                  <c:v>-48</c:v>
                </c:pt>
                <c:pt idx="337">
                  <c:v>-48</c:v>
                </c:pt>
                <c:pt idx="338">
                  <c:v>-47</c:v>
                </c:pt>
                <c:pt idx="339">
                  <c:v>-47</c:v>
                </c:pt>
                <c:pt idx="340">
                  <c:v>-47</c:v>
                </c:pt>
                <c:pt idx="341">
                  <c:v>-46</c:v>
                </c:pt>
                <c:pt idx="342">
                  <c:v>-46</c:v>
                </c:pt>
                <c:pt idx="343">
                  <c:v>-46</c:v>
                </c:pt>
                <c:pt idx="344">
                  <c:v>-45</c:v>
                </c:pt>
                <c:pt idx="345">
                  <c:v>-45</c:v>
                </c:pt>
                <c:pt idx="346">
                  <c:v>-45</c:v>
                </c:pt>
                <c:pt idx="347">
                  <c:v>-44</c:v>
                </c:pt>
                <c:pt idx="348">
                  <c:v>-44</c:v>
                </c:pt>
                <c:pt idx="349">
                  <c:v>-44</c:v>
                </c:pt>
                <c:pt idx="350">
                  <c:v>-43</c:v>
                </c:pt>
                <c:pt idx="351">
                  <c:v>-43</c:v>
                </c:pt>
                <c:pt idx="352">
                  <c:v>-43</c:v>
                </c:pt>
                <c:pt idx="353">
                  <c:v>-42</c:v>
                </c:pt>
                <c:pt idx="354">
                  <c:v>-42</c:v>
                </c:pt>
                <c:pt idx="355">
                  <c:v>-42</c:v>
                </c:pt>
                <c:pt idx="356">
                  <c:v>-41</c:v>
                </c:pt>
                <c:pt idx="357">
                  <c:v>-41</c:v>
                </c:pt>
                <c:pt idx="358">
                  <c:v>-41</c:v>
                </c:pt>
                <c:pt idx="359">
                  <c:v>-40</c:v>
                </c:pt>
                <c:pt idx="360">
                  <c:v>-40</c:v>
                </c:pt>
                <c:pt idx="361">
                  <c:v>-40</c:v>
                </c:pt>
                <c:pt idx="362">
                  <c:v>-39</c:v>
                </c:pt>
                <c:pt idx="363">
                  <c:v>-39</c:v>
                </c:pt>
                <c:pt idx="364">
                  <c:v>-39</c:v>
                </c:pt>
                <c:pt idx="365">
                  <c:v>-38</c:v>
                </c:pt>
                <c:pt idx="366">
                  <c:v>-38</c:v>
                </c:pt>
                <c:pt idx="367">
                  <c:v>-38</c:v>
                </c:pt>
                <c:pt idx="368">
                  <c:v>-37</c:v>
                </c:pt>
                <c:pt idx="369">
                  <c:v>-37</c:v>
                </c:pt>
                <c:pt idx="370">
                  <c:v>-37</c:v>
                </c:pt>
                <c:pt idx="371">
                  <c:v>-36</c:v>
                </c:pt>
                <c:pt idx="372">
                  <c:v>-36</c:v>
                </c:pt>
                <c:pt idx="373">
                  <c:v>-36</c:v>
                </c:pt>
                <c:pt idx="374">
                  <c:v>-35</c:v>
                </c:pt>
                <c:pt idx="375">
                  <c:v>-35</c:v>
                </c:pt>
                <c:pt idx="376">
                  <c:v>-35</c:v>
                </c:pt>
                <c:pt idx="377">
                  <c:v>-34</c:v>
                </c:pt>
                <c:pt idx="378">
                  <c:v>-34</c:v>
                </c:pt>
                <c:pt idx="379">
                  <c:v>-34</c:v>
                </c:pt>
                <c:pt idx="380">
                  <c:v>-33</c:v>
                </c:pt>
                <c:pt idx="381">
                  <c:v>-33</c:v>
                </c:pt>
                <c:pt idx="382">
                  <c:v>-33</c:v>
                </c:pt>
                <c:pt idx="383">
                  <c:v>-32</c:v>
                </c:pt>
                <c:pt idx="384">
                  <c:v>-32</c:v>
                </c:pt>
                <c:pt idx="385">
                  <c:v>-32</c:v>
                </c:pt>
                <c:pt idx="386">
                  <c:v>-31</c:v>
                </c:pt>
                <c:pt idx="387">
                  <c:v>-31</c:v>
                </c:pt>
                <c:pt idx="388">
                  <c:v>-31</c:v>
                </c:pt>
                <c:pt idx="389">
                  <c:v>-30</c:v>
                </c:pt>
                <c:pt idx="390">
                  <c:v>-30</c:v>
                </c:pt>
                <c:pt idx="391">
                  <c:v>-30</c:v>
                </c:pt>
                <c:pt idx="392">
                  <c:v>-29</c:v>
                </c:pt>
                <c:pt idx="393">
                  <c:v>-29</c:v>
                </c:pt>
                <c:pt idx="394">
                  <c:v>-29</c:v>
                </c:pt>
                <c:pt idx="395">
                  <c:v>-28</c:v>
                </c:pt>
                <c:pt idx="396">
                  <c:v>-28</c:v>
                </c:pt>
                <c:pt idx="397">
                  <c:v>-28</c:v>
                </c:pt>
                <c:pt idx="398">
                  <c:v>-27</c:v>
                </c:pt>
                <c:pt idx="399">
                  <c:v>-27</c:v>
                </c:pt>
                <c:pt idx="400">
                  <c:v>-27</c:v>
                </c:pt>
                <c:pt idx="401">
                  <c:v>-26</c:v>
                </c:pt>
                <c:pt idx="402">
                  <c:v>-26</c:v>
                </c:pt>
                <c:pt idx="403">
                  <c:v>-26</c:v>
                </c:pt>
                <c:pt idx="404">
                  <c:v>-25</c:v>
                </c:pt>
                <c:pt idx="405">
                  <c:v>-25</c:v>
                </c:pt>
                <c:pt idx="406">
                  <c:v>-25</c:v>
                </c:pt>
                <c:pt idx="407">
                  <c:v>-24</c:v>
                </c:pt>
                <c:pt idx="408">
                  <c:v>-24</c:v>
                </c:pt>
                <c:pt idx="409">
                  <c:v>-24</c:v>
                </c:pt>
                <c:pt idx="410">
                  <c:v>-23</c:v>
                </c:pt>
                <c:pt idx="411">
                  <c:v>-23</c:v>
                </c:pt>
                <c:pt idx="412">
                  <c:v>-23</c:v>
                </c:pt>
                <c:pt idx="413">
                  <c:v>-22</c:v>
                </c:pt>
                <c:pt idx="414">
                  <c:v>-22</c:v>
                </c:pt>
                <c:pt idx="415">
                  <c:v>-22</c:v>
                </c:pt>
                <c:pt idx="416">
                  <c:v>-21</c:v>
                </c:pt>
                <c:pt idx="417">
                  <c:v>-21</c:v>
                </c:pt>
                <c:pt idx="418">
                  <c:v>-21</c:v>
                </c:pt>
                <c:pt idx="419">
                  <c:v>-20</c:v>
                </c:pt>
                <c:pt idx="420">
                  <c:v>-20</c:v>
                </c:pt>
                <c:pt idx="421">
                  <c:v>-20</c:v>
                </c:pt>
                <c:pt idx="422">
                  <c:v>-19</c:v>
                </c:pt>
                <c:pt idx="423">
                  <c:v>-19</c:v>
                </c:pt>
                <c:pt idx="424">
                  <c:v>-19</c:v>
                </c:pt>
                <c:pt idx="425">
                  <c:v>-18</c:v>
                </c:pt>
                <c:pt idx="426">
                  <c:v>-18</c:v>
                </c:pt>
                <c:pt idx="427">
                  <c:v>-18</c:v>
                </c:pt>
                <c:pt idx="428">
                  <c:v>-17</c:v>
                </c:pt>
                <c:pt idx="429">
                  <c:v>-17</c:v>
                </c:pt>
                <c:pt idx="430">
                  <c:v>-17</c:v>
                </c:pt>
                <c:pt idx="431">
                  <c:v>-16</c:v>
                </c:pt>
                <c:pt idx="432">
                  <c:v>-16</c:v>
                </c:pt>
                <c:pt idx="433">
                  <c:v>-16</c:v>
                </c:pt>
                <c:pt idx="434">
                  <c:v>-15</c:v>
                </c:pt>
                <c:pt idx="435">
                  <c:v>-15</c:v>
                </c:pt>
                <c:pt idx="436">
                  <c:v>-15</c:v>
                </c:pt>
                <c:pt idx="437">
                  <c:v>-14</c:v>
                </c:pt>
                <c:pt idx="438">
                  <c:v>-14</c:v>
                </c:pt>
                <c:pt idx="439">
                  <c:v>-14</c:v>
                </c:pt>
                <c:pt idx="440">
                  <c:v>-13</c:v>
                </c:pt>
                <c:pt idx="441">
                  <c:v>-13</c:v>
                </c:pt>
                <c:pt idx="442">
                  <c:v>-13</c:v>
                </c:pt>
                <c:pt idx="443">
                  <c:v>-12</c:v>
                </c:pt>
                <c:pt idx="444">
                  <c:v>-12</c:v>
                </c:pt>
                <c:pt idx="445">
                  <c:v>-12</c:v>
                </c:pt>
                <c:pt idx="446">
                  <c:v>-11</c:v>
                </c:pt>
                <c:pt idx="447">
                  <c:v>-11</c:v>
                </c:pt>
                <c:pt idx="448">
                  <c:v>-11</c:v>
                </c:pt>
                <c:pt idx="449">
                  <c:v>-10</c:v>
                </c:pt>
                <c:pt idx="450">
                  <c:v>-10</c:v>
                </c:pt>
                <c:pt idx="451">
                  <c:v>-10</c:v>
                </c:pt>
                <c:pt idx="452">
                  <c:v>-9</c:v>
                </c:pt>
                <c:pt idx="453">
                  <c:v>-9</c:v>
                </c:pt>
                <c:pt idx="454">
                  <c:v>-9</c:v>
                </c:pt>
                <c:pt idx="455">
                  <c:v>-8</c:v>
                </c:pt>
                <c:pt idx="456">
                  <c:v>-8</c:v>
                </c:pt>
                <c:pt idx="457">
                  <c:v>-8</c:v>
                </c:pt>
                <c:pt idx="458">
                  <c:v>-7</c:v>
                </c:pt>
                <c:pt idx="459">
                  <c:v>-7</c:v>
                </c:pt>
                <c:pt idx="460">
                  <c:v>-7</c:v>
                </c:pt>
                <c:pt idx="461">
                  <c:v>-6</c:v>
                </c:pt>
                <c:pt idx="462">
                  <c:v>-6</c:v>
                </c:pt>
                <c:pt idx="463">
                  <c:v>-6</c:v>
                </c:pt>
                <c:pt idx="464">
                  <c:v>-5</c:v>
                </c:pt>
                <c:pt idx="465">
                  <c:v>-5</c:v>
                </c:pt>
                <c:pt idx="466">
                  <c:v>-5</c:v>
                </c:pt>
                <c:pt idx="467">
                  <c:v>-4</c:v>
                </c:pt>
                <c:pt idx="468">
                  <c:v>-4</c:v>
                </c:pt>
                <c:pt idx="469">
                  <c:v>-4</c:v>
                </c:pt>
                <c:pt idx="470">
                  <c:v>-3</c:v>
                </c:pt>
                <c:pt idx="471">
                  <c:v>-3</c:v>
                </c:pt>
                <c:pt idx="472">
                  <c:v>-3</c:v>
                </c:pt>
                <c:pt idx="473">
                  <c:v>-2</c:v>
                </c:pt>
                <c:pt idx="474">
                  <c:v>-2</c:v>
                </c:pt>
                <c:pt idx="475">
                  <c:v>-2</c:v>
                </c:pt>
                <c:pt idx="476">
                  <c:v>-1</c:v>
                </c:pt>
                <c:pt idx="477">
                  <c:v>-1</c:v>
                </c:pt>
                <c:pt idx="478">
                  <c:v>-1</c:v>
                </c:pt>
                <c:pt idx="479">
                  <c:v>0</c:v>
                </c:pt>
                <c:pt idx="480">
                  <c:v>0</c:v>
                </c:pt>
              </c:numCache>
            </c:numRef>
          </c:xVal>
          <c:yVal>
            <c:numRef>
              <c:f>Sheet1!$F$2:$F$482</c:f>
              <c:numCache>
                <c:formatCode>General</c:formatCode>
                <c:ptCount val="481"/>
                <c:pt idx="0">
                  <c:v>0.15</c:v>
                </c:pt>
                <c:pt idx="1">
                  <c:v>0.15</c:v>
                </c:pt>
                <c:pt idx="2">
                  <c:v>0.15</c:v>
                </c:pt>
                <c:pt idx="3">
                  <c:v>0.15</c:v>
                </c:pt>
                <c:pt idx="4">
                  <c:v>0.15</c:v>
                </c:pt>
                <c:pt idx="5">
                  <c:v>0.15</c:v>
                </c:pt>
                <c:pt idx="6">
                  <c:v>0.15</c:v>
                </c:pt>
                <c:pt idx="7">
                  <c:v>0.15</c:v>
                </c:pt>
                <c:pt idx="8">
                  <c:v>0.15</c:v>
                </c:pt>
                <c:pt idx="9">
                  <c:v>0.15</c:v>
                </c:pt>
                <c:pt idx="10">
                  <c:v>0.15</c:v>
                </c:pt>
                <c:pt idx="11">
                  <c:v>0.15</c:v>
                </c:pt>
                <c:pt idx="12">
                  <c:v>0.15</c:v>
                </c:pt>
                <c:pt idx="13">
                  <c:v>0.15</c:v>
                </c:pt>
                <c:pt idx="14">
                  <c:v>0.15</c:v>
                </c:pt>
                <c:pt idx="15">
                  <c:v>0.15</c:v>
                </c:pt>
                <c:pt idx="16">
                  <c:v>0.15</c:v>
                </c:pt>
                <c:pt idx="17">
                  <c:v>0.15</c:v>
                </c:pt>
                <c:pt idx="18">
                  <c:v>0.15</c:v>
                </c:pt>
                <c:pt idx="19">
                  <c:v>0.15</c:v>
                </c:pt>
                <c:pt idx="20">
                  <c:v>0.15</c:v>
                </c:pt>
                <c:pt idx="21">
                  <c:v>0.15</c:v>
                </c:pt>
                <c:pt idx="22">
                  <c:v>0.15</c:v>
                </c:pt>
                <c:pt idx="23">
                  <c:v>0.15</c:v>
                </c:pt>
                <c:pt idx="24">
                  <c:v>0.15</c:v>
                </c:pt>
                <c:pt idx="25">
                  <c:v>0.15</c:v>
                </c:pt>
                <c:pt idx="26">
                  <c:v>0.15</c:v>
                </c:pt>
                <c:pt idx="27">
                  <c:v>0.15</c:v>
                </c:pt>
                <c:pt idx="28">
                  <c:v>0.15</c:v>
                </c:pt>
                <c:pt idx="29">
                  <c:v>0.15</c:v>
                </c:pt>
                <c:pt idx="30">
                  <c:v>0.15</c:v>
                </c:pt>
                <c:pt idx="31">
                  <c:v>0.15</c:v>
                </c:pt>
                <c:pt idx="32">
                  <c:v>0.15</c:v>
                </c:pt>
                <c:pt idx="33">
                  <c:v>0.15</c:v>
                </c:pt>
                <c:pt idx="34">
                  <c:v>0.15</c:v>
                </c:pt>
                <c:pt idx="35">
                  <c:v>0.15</c:v>
                </c:pt>
                <c:pt idx="36">
                  <c:v>0.15</c:v>
                </c:pt>
                <c:pt idx="37">
                  <c:v>0.15</c:v>
                </c:pt>
                <c:pt idx="38">
                  <c:v>0.15</c:v>
                </c:pt>
                <c:pt idx="39">
                  <c:v>0.15</c:v>
                </c:pt>
                <c:pt idx="40">
                  <c:v>0.15</c:v>
                </c:pt>
                <c:pt idx="41">
                  <c:v>0.15</c:v>
                </c:pt>
                <c:pt idx="42">
                  <c:v>0.15</c:v>
                </c:pt>
                <c:pt idx="43">
                  <c:v>0.15</c:v>
                </c:pt>
                <c:pt idx="44">
                  <c:v>0.15</c:v>
                </c:pt>
                <c:pt idx="45">
                  <c:v>0.15</c:v>
                </c:pt>
                <c:pt idx="46">
                  <c:v>0.15</c:v>
                </c:pt>
                <c:pt idx="47">
                  <c:v>0.15</c:v>
                </c:pt>
                <c:pt idx="48">
                  <c:v>0.15</c:v>
                </c:pt>
                <c:pt idx="49">
                  <c:v>0.15</c:v>
                </c:pt>
                <c:pt idx="50">
                  <c:v>0.15</c:v>
                </c:pt>
                <c:pt idx="51">
                  <c:v>0.15</c:v>
                </c:pt>
                <c:pt idx="52">
                  <c:v>0.15</c:v>
                </c:pt>
                <c:pt idx="53">
                  <c:v>0.15</c:v>
                </c:pt>
                <c:pt idx="54">
                  <c:v>0.15</c:v>
                </c:pt>
                <c:pt idx="55">
                  <c:v>0.15</c:v>
                </c:pt>
                <c:pt idx="56">
                  <c:v>0.15</c:v>
                </c:pt>
                <c:pt idx="57">
                  <c:v>0.15</c:v>
                </c:pt>
                <c:pt idx="58">
                  <c:v>0.15</c:v>
                </c:pt>
                <c:pt idx="59">
                  <c:v>0.15</c:v>
                </c:pt>
                <c:pt idx="60">
                  <c:v>0.15</c:v>
                </c:pt>
                <c:pt idx="61">
                  <c:v>0.15</c:v>
                </c:pt>
                <c:pt idx="62">
                  <c:v>0.15</c:v>
                </c:pt>
                <c:pt idx="63">
                  <c:v>0.15</c:v>
                </c:pt>
                <c:pt idx="64">
                  <c:v>0.15</c:v>
                </c:pt>
                <c:pt idx="65">
                  <c:v>0.15</c:v>
                </c:pt>
                <c:pt idx="66">
                  <c:v>0.15</c:v>
                </c:pt>
                <c:pt idx="67">
                  <c:v>0.15</c:v>
                </c:pt>
                <c:pt idx="68">
                  <c:v>0.15</c:v>
                </c:pt>
                <c:pt idx="69">
                  <c:v>0.15</c:v>
                </c:pt>
                <c:pt idx="70">
                  <c:v>0.15</c:v>
                </c:pt>
                <c:pt idx="71">
                  <c:v>0.15</c:v>
                </c:pt>
                <c:pt idx="72">
                  <c:v>0.15</c:v>
                </c:pt>
                <c:pt idx="73">
                  <c:v>0.15</c:v>
                </c:pt>
                <c:pt idx="74">
                  <c:v>0.15</c:v>
                </c:pt>
                <c:pt idx="75">
                  <c:v>0.15</c:v>
                </c:pt>
                <c:pt idx="76">
                  <c:v>0.15</c:v>
                </c:pt>
                <c:pt idx="77">
                  <c:v>0.15</c:v>
                </c:pt>
                <c:pt idx="78">
                  <c:v>0.15</c:v>
                </c:pt>
                <c:pt idx="79">
                  <c:v>0.15</c:v>
                </c:pt>
                <c:pt idx="80">
                  <c:v>0.15</c:v>
                </c:pt>
                <c:pt idx="81">
                  <c:v>0.15</c:v>
                </c:pt>
                <c:pt idx="82">
                  <c:v>0.15</c:v>
                </c:pt>
                <c:pt idx="83">
                  <c:v>0.15</c:v>
                </c:pt>
                <c:pt idx="84">
                  <c:v>0.15</c:v>
                </c:pt>
                <c:pt idx="85">
                  <c:v>0.15</c:v>
                </c:pt>
                <c:pt idx="86">
                  <c:v>0.15</c:v>
                </c:pt>
                <c:pt idx="87">
                  <c:v>0.15</c:v>
                </c:pt>
                <c:pt idx="88">
                  <c:v>0.15</c:v>
                </c:pt>
                <c:pt idx="89">
                  <c:v>0.15</c:v>
                </c:pt>
                <c:pt idx="90">
                  <c:v>0.15</c:v>
                </c:pt>
                <c:pt idx="91">
                  <c:v>0.15</c:v>
                </c:pt>
                <c:pt idx="92">
                  <c:v>0.15</c:v>
                </c:pt>
                <c:pt idx="93">
                  <c:v>0.15</c:v>
                </c:pt>
                <c:pt idx="94">
                  <c:v>0.15</c:v>
                </c:pt>
                <c:pt idx="95">
                  <c:v>0.15</c:v>
                </c:pt>
                <c:pt idx="96">
                  <c:v>0.15</c:v>
                </c:pt>
                <c:pt idx="97">
                  <c:v>0.15</c:v>
                </c:pt>
                <c:pt idx="98">
                  <c:v>0.15</c:v>
                </c:pt>
                <c:pt idx="99">
                  <c:v>0.15</c:v>
                </c:pt>
                <c:pt idx="100">
                  <c:v>0.15</c:v>
                </c:pt>
                <c:pt idx="101">
                  <c:v>0.15</c:v>
                </c:pt>
                <c:pt idx="102">
                  <c:v>0.15</c:v>
                </c:pt>
                <c:pt idx="103">
                  <c:v>0.15</c:v>
                </c:pt>
                <c:pt idx="104">
                  <c:v>0.15</c:v>
                </c:pt>
                <c:pt idx="105">
                  <c:v>0.15</c:v>
                </c:pt>
                <c:pt idx="106">
                  <c:v>0.15</c:v>
                </c:pt>
                <c:pt idx="107">
                  <c:v>0.15</c:v>
                </c:pt>
                <c:pt idx="108">
                  <c:v>0.15</c:v>
                </c:pt>
                <c:pt idx="109">
                  <c:v>0.15</c:v>
                </c:pt>
                <c:pt idx="110">
                  <c:v>0.15</c:v>
                </c:pt>
                <c:pt idx="111">
                  <c:v>0.15</c:v>
                </c:pt>
                <c:pt idx="112">
                  <c:v>0.15</c:v>
                </c:pt>
                <c:pt idx="113">
                  <c:v>0.15</c:v>
                </c:pt>
                <c:pt idx="114">
                  <c:v>0.15</c:v>
                </c:pt>
                <c:pt idx="115">
                  <c:v>0.15</c:v>
                </c:pt>
                <c:pt idx="116">
                  <c:v>0.15</c:v>
                </c:pt>
                <c:pt idx="117">
                  <c:v>0.15</c:v>
                </c:pt>
                <c:pt idx="118">
                  <c:v>0.15</c:v>
                </c:pt>
                <c:pt idx="119">
                  <c:v>0.15</c:v>
                </c:pt>
                <c:pt idx="120">
                  <c:v>0.15</c:v>
                </c:pt>
                <c:pt idx="121">
                  <c:v>0.15</c:v>
                </c:pt>
                <c:pt idx="122">
                  <c:v>0.15</c:v>
                </c:pt>
                <c:pt idx="123">
                  <c:v>0.15</c:v>
                </c:pt>
                <c:pt idx="124">
                  <c:v>0.15</c:v>
                </c:pt>
                <c:pt idx="125">
                  <c:v>0.15</c:v>
                </c:pt>
                <c:pt idx="126">
                  <c:v>0.15</c:v>
                </c:pt>
                <c:pt idx="127">
                  <c:v>0.15</c:v>
                </c:pt>
                <c:pt idx="128">
                  <c:v>0.15</c:v>
                </c:pt>
                <c:pt idx="129">
                  <c:v>0.15</c:v>
                </c:pt>
                <c:pt idx="130">
                  <c:v>0.15</c:v>
                </c:pt>
                <c:pt idx="131">
                  <c:v>0.15</c:v>
                </c:pt>
                <c:pt idx="132">
                  <c:v>0.15</c:v>
                </c:pt>
                <c:pt idx="133">
                  <c:v>0.15</c:v>
                </c:pt>
                <c:pt idx="134">
                  <c:v>0.15</c:v>
                </c:pt>
                <c:pt idx="135">
                  <c:v>0.15</c:v>
                </c:pt>
                <c:pt idx="136">
                  <c:v>0.15</c:v>
                </c:pt>
                <c:pt idx="137">
                  <c:v>0.15</c:v>
                </c:pt>
                <c:pt idx="138">
                  <c:v>0.15</c:v>
                </c:pt>
                <c:pt idx="139">
                  <c:v>0.15</c:v>
                </c:pt>
                <c:pt idx="140">
                  <c:v>0.15</c:v>
                </c:pt>
                <c:pt idx="141">
                  <c:v>0.15</c:v>
                </c:pt>
                <c:pt idx="142">
                  <c:v>0.15</c:v>
                </c:pt>
                <c:pt idx="143">
                  <c:v>0.15</c:v>
                </c:pt>
                <c:pt idx="144">
                  <c:v>0.15</c:v>
                </c:pt>
                <c:pt idx="145">
                  <c:v>0.15</c:v>
                </c:pt>
                <c:pt idx="146">
                  <c:v>0.15</c:v>
                </c:pt>
                <c:pt idx="147">
                  <c:v>0.15</c:v>
                </c:pt>
                <c:pt idx="148">
                  <c:v>0.15</c:v>
                </c:pt>
                <c:pt idx="149">
                  <c:v>0.15</c:v>
                </c:pt>
                <c:pt idx="150">
                  <c:v>0.15</c:v>
                </c:pt>
                <c:pt idx="151">
                  <c:v>0.15</c:v>
                </c:pt>
                <c:pt idx="152">
                  <c:v>0.15</c:v>
                </c:pt>
                <c:pt idx="153">
                  <c:v>0.15</c:v>
                </c:pt>
                <c:pt idx="154">
                  <c:v>0.15</c:v>
                </c:pt>
                <c:pt idx="155">
                  <c:v>0.15</c:v>
                </c:pt>
                <c:pt idx="156">
                  <c:v>0.15</c:v>
                </c:pt>
                <c:pt idx="157">
                  <c:v>0.15</c:v>
                </c:pt>
                <c:pt idx="158">
                  <c:v>0.15</c:v>
                </c:pt>
                <c:pt idx="159">
                  <c:v>0.15</c:v>
                </c:pt>
                <c:pt idx="160">
                  <c:v>0.15</c:v>
                </c:pt>
                <c:pt idx="161">
                  <c:v>0.15</c:v>
                </c:pt>
                <c:pt idx="162">
                  <c:v>0.15</c:v>
                </c:pt>
                <c:pt idx="163">
                  <c:v>0.15</c:v>
                </c:pt>
                <c:pt idx="164">
                  <c:v>0.15</c:v>
                </c:pt>
                <c:pt idx="165">
                  <c:v>0.15</c:v>
                </c:pt>
                <c:pt idx="166">
                  <c:v>0.15</c:v>
                </c:pt>
                <c:pt idx="167">
                  <c:v>0.15</c:v>
                </c:pt>
                <c:pt idx="168">
                  <c:v>0.15</c:v>
                </c:pt>
                <c:pt idx="169">
                  <c:v>0.15</c:v>
                </c:pt>
                <c:pt idx="170">
                  <c:v>0.15</c:v>
                </c:pt>
                <c:pt idx="171">
                  <c:v>0.15</c:v>
                </c:pt>
                <c:pt idx="172">
                  <c:v>0.15</c:v>
                </c:pt>
                <c:pt idx="173">
                  <c:v>0.15</c:v>
                </c:pt>
                <c:pt idx="174">
                  <c:v>0.15</c:v>
                </c:pt>
                <c:pt idx="175">
                  <c:v>0.15</c:v>
                </c:pt>
                <c:pt idx="176">
                  <c:v>0.15</c:v>
                </c:pt>
                <c:pt idx="177">
                  <c:v>0.15</c:v>
                </c:pt>
                <c:pt idx="178">
                  <c:v>0.15</c:v>
                </c:pt>
                <c:pt idx="179">
                  <c:v>0.15</c:v>
                </c:pt>
                <c:pt idx="180">
                  <c:v>0.15</c:v>
                </c:pt>
                <c:pt idx="181">
                  <c:v>0.15</c:v>
                </c:pt>
                <c:pt idx="182">
                  <c:v>0.15</c:v>
                </c:pt>
                <c:pt idx="183">
                  <c:v>0.15</c:v>
                </c:pt>
                <c:pt idx="184">
                  <c:v>0.15</c:v>
                </c:pt>
                <c:pt idx="185">
                  <c:v>0.15</c:v>
                </c:pt>
                <c:pt idx="186">
                  <c:v>0.15</c:v>
                </c:pt>
                <c:pt idx="187">
                  <c:v>0.15</c:v>
                </c:pt>
                <c:pt idx="188">
                  <c:v>0.15</c:v>
                </c:pt>
                <c:pt idx="189">
                  <c:v>0.15</c:v>
                </c:pt>
                <c:pt idx="190">
                  <c:v>0.15</c:v>
                </c:pt>
                <c:pt idx="191">
                  <c:v>0.15</c:v>
                </c:pt>
                <c:pt idx="192">
                  <c:v>0.15</c:v>
                </c:pt>
                <c:pt idx="193">
                  <c:v>0.15</c:v>
                </c:pt>
                <c:pt idx="194">
                  <c:v>0.15</c:v>
                </c:pt>
                <c:pt idx="195">
                  <c:v>0.15</c:v>
                </c:pt>
                <c:pt idx="196">
                  <c:v>0.15</c:v>
                </c:pt>
                <c:pt idx="197">
                  <c:v>0.15</c:v>
                </c:pt>
                <c:pt idx="198">
                  <c:v>0.15</c:v>
                </c:pt>
                <c:pt idx="199">
                  <c:v>0.15</c:v>
                </c:pt>
                <c:pt idx="200">
                  <c:v>0.15</c:v>
                </c:pt>
                <c:pt idx="201">
                  <c:v>0.15</c:v>
                </c:pt>
                <c:pt idx="202">
                  <c:v>0.15</c:v>
                </c:pt>
                <c:pt idx="203">
                  <c:v>0.15</c:v>
                </c:pt>
                <c:pt idx="204">
                  <c:v>0.15</c:v>
                </c:pt>
                <c:pt idx="205">
                  <c:v>0.15</c:v>
                </c:pt>
                <c:pt idx="206">
                  <c:v>0.15</c:v>
                </c:pt>
                <c:pt idx="207">
                  <c:v>0.15</c:v>
                </c:pt>
                <c:pt idx="208">
                  <c:v>0.15</c:v>
                </c:pt>
                <c:pt idx="209">
                  <c:v>0.15</c:v>
                </c:pt>
                <c:pt idx="210">
                  <c:v>0.15</c:v>
                </c:pt>
                <c:pt idx="211">
                  <c:v>0.15</c:v>
                </c:pt>
                <c:pt idx="212">
                  <c:v>0.15</c:v>
                </c:pt>
                <c:pt idx="213">
                  <c:v>0.15</c:v>
                </c:pt>
                <c:pt idx="214">
                  <c:v>0.15</c:v>
                </c:pt>
                <c:pt idx="215">
                  <c:v>0.15</c:v>
                </c:pt>
                <c:pt idx="216">
                  <c:v>0.15</c:v>
                </c:pt>
                <c:pt idx="217">
                  <c:v>0.15</c:v>
                </c:pt>
                <c:pt idx="218">
                  <c:v>0.15</c:v>
                </c:pt>
                <c:pt idx="219">
                  <c:v>0.15</c:v>
                </c:pt>
                <c:pt idx="220">
                  <c:v>0.15</c:v>
                </c:pt>
                <c:pt idx="221">
                  <c:v>0.15</c:v>
                </c:pt>
                <c:pt idx="222">
                  <c:v>0.15</c:v>
                </c:pt>
                <c:pt idx="223">
                  <c:v>0.15</c:v>
                </c:pt>
                <c:pt idx="224">
                  <c:v>0.15</c:v>
                </c:pt>
                <c:pt idx="225">
                  <c:v>0.15</c:v>
                </c:pt>
                <c:pt idx="226">
                  <c:v>0.15</c:v>
                </c:pt>
                <c:pt idx="227">
                  <c:v>0.15</c:v>
                </c:pt>
                <c:pt idx="228">
                  <c:v>0.15</c:v>
                </c:pt>
                <c:pt idx="229">
                  <c:v>0.15</c:v>
                </c:pt>
                <c:pt idx="230">
                  <c:v>0.15</c:v>
                </c:pt>
                <c:pt idx="231">
                  <c:v>0.15</c:v>
                </c:pt>
                <c:pt idx="232">
                  <c:v>0.15</c:v>
                </c:pt>
                <c:pt idx="233">
                  <c:v>0.15</c:v>
                </c:pt>
                <c:pt idx="234">
                  <c:v>0.15</c:v>
                </c:pt>
                <c:pt idx="235">
                  <c:v>0.15</c:v>
                </c:pt>
                <c:pt idx="236">
                  <c:v>0.15</c:v>
                </c:pt>
                <c:pt idx="237">
                  <c:v>0.15</c:v>
                </c:pt>
                <c:pt idx="238">
                  <c:v>0.15</c:v>
                </c:pt>
                <c:pt idx="239">
                  <c:v>0.15</c:v>
                </c:pt>
                <c:pt idx="240">
                  <c:v>0.15</c:v>
                </c:pt>
                <c:pt idx="241">
                  <c:v>0.15</c:v>
                </c:pt>
                <c:pt idx="242">
                  <c:v>0.15</c:v>
                </c:pt>
                <c:pt idx="243">
                  <c:v>0.15</c:v>
                </c:pt>
                <c:pt idx="244">
                  <c:v>0.15</c:v>
                </c:pt>
                <c:pt idx="245">
                  <c:v>0.15</c:v>
                </c:pt>
                <c:pt idx="246">
                  <c:v>0.15</c:v>
                </c:pt>
                <c:pt idx="247">
                  <c:v>0.15</c:v>
                </c:pt>
                <c:pt idx="248">
                  <c:v>0.15</c:v>
                </c:pt>
                <c:pt idx="249">
                  <c:v>0.15</c:v>
                </c:pt>
                <c:pt idx="250">
                  <c:v>0.15</c:v>
                </c:pt>
                <c:pt idx="251">
                  <c:v>0.15</c:v>
                </c:pt>
                <c:pt idx="252">
                  <c:v>0.15</c:v>
                </c:pt>
                <c:pt idx="253">
                  <c:v>0.15</c:v>
                </c:pt>
                <c:pt idx="254">
                  <c:v>0.15</c:v>
                </c:pt>
                <c:pt idx="255">
                  <c:v>0.15</c:v>
                </c:pt>
                <c:pt idx="256">
                  <c:v>0.15</c:v>
                </c:pt>
                <c:pt idx="257">
                  <c:v>0.15</c:v>
                </c:pt>
                <c:pt idx="258">
                  <c:v>0.15</c:v>
                </c:pt>
                <c:pt idx="259">
                  <c:v>0.15</c:v>
                </c:pt>
                <c:pt idx="260">
                  <c:v>0.15</c:v>
                </c:pt>
                <c:pt idx="261">
                  <c:v>0.15</c:v>
                </c:pt>
                <c:pt idx="262">
                  <c:v>0.15</c:v>
                </c:pt>
                <c:pt idx="263">
                  <c:v>0.15</c:v>
                </c:pt>
                <c:pt idx="264">
                  <c:v>0.15</c:v>
                </c:pt>
                <c:pt idx="265">
                  <c:v>0.15</c:v>
                </c:pt>
                <c:pt idx="266">
                  <c:v>0.15</c:v>
                </c:pt>
                <c:pt idx="267">
                  <c:v>0.15</c:v>
                </c:pt>
                <c:pt idx="268">
                  <c:v>0.15</c:v>
                </c:pt>
                <c:pt idx="269">
                  <c:v>0.15</c:v>
                </c:pt>
                <c:pt idx="270">
                  <c:v>0.15</c:v>
                </c:pt>
                <c:pt idx="271">
                  <c:v>0.15</c:v>
                </c:pt>
                <c:pt idx="272">
                  <c:v>0.15</c:v>
                </c:pt>
                <c:pt idx="273">
                  <c:v>0.15</c:v>
                </c:pt>
                <c:pt idx="274">
                  <c:v>0.15</c:v>
                </c:pt>
                <c:pt idx="275">
                  <c:v>0.15</c:v>
                </c:pt>
                <c:pt idx="276">
                  <c:v>0.15</c:v>
                </c:pt>
                <c:pt idx="277">
                  <c:v>0.15</c:v>
                </c:pt>
                <c:pt idx="278">
                  <c:v>0.15</c:v>
                </c:pt>
                <c:pt idx="279">
                  <c:v>0.15</c:v>
                </c:pt>
                <c:pt idx="280">
                  <c:v>0.15</c:v>
                </c:pt>
                <c:pt idx="281">
                  <c:v>0.15</c:v>
                </c:pt>
                <c:pt idx="282">
                  <c:v>0.15</c:v>
                </c:pt>
                <c:pt idx="283">
                  <c:v>0.15</c:v>
                </c:pt>
                <c:pt idx="284">
                  <c:v>0.15</c:v>
                </c:pt>
                <c:pt idx="285">
                  <c:v>0.15</c:v>
                </c:pt>
                <c:pt idx="286">
                  <c:v>0.15</c:v>
                </c:pt>
                <c:pt idx="287">
                  <c:v>0.15</c:v>
                </c:pt>
                <c:pt idx="288">
                  <c:v>0.15</c:v>
                </c:pt>
                <c:pt idx="289">
                  <c:v>0.15</c:v>
                </c:pt>
                <c:pt idx="290">
                  <c:v>0.15</c:v>
                </c:pt>
                <c:pt idx="291">
                  <c:v>0.15</c:v>
                </c:pt>
                <c:pt idx="292">
                  <c:v>0.15</c:v>
                </c:pt>
                <c:pt idx="293">
                  <c:v>0.15</c:v>
                </c:pt>
                <c:pt idx="294">
                  <c:v>0.15</c:v>
                </c:pt>
                <c:pt idx="295">
                  <c:v>0.15</c:v>
                </c:pt>
                <c:pt idx="296">
                  <c:v>0.15</c:v>
                </c:pt>
                <c:pt idx="297">
                  <c:v>0.15</c:v>
                </c:pt>
                <c:pt idx="298">
                  <c:v>0.15</c:v>
                </c:pt>
                <c:pt idx="299">
                  <c:v>0.15</c:v>
                </c:pt>
                <c:pt idx="300">
                  <c:v>0.15</c:v>
                </c:pt>
                <c:pt idx="301">
                  <c:v>0.15</c:v>
                </c:pt>
                <c:pt idx="302">
                  <c:v>0.15</c:v>
                </c:pt>
                <c:pt idx="303">
                  <c:v>0.15</c:v>
                </c:pt>
                <c:pt idx="304">
                  <c:v>0.15</c:v>
                </c:pt>
                <c:pt idx="305">
                  <c:v>0.15</c:v>
                </c:pt>
                <c:pt idx="306">
                  <c:v>0.15</c:v>
                </c:pt>
                <c:pt idx="307">
                  <c:v>0.15</c:v>
                </c:pt>
                <c:pt idx="308">
                  <c:v>0.15</c:v>
                </c:pt>
                <c:pt idx="309">
                  <c:v>0.15</c:v>
                </c:pt>
                <c:pt idx="310">
                  <c:v>0.15</c:v>
                </c:pt>
                <c:pt idx="311">
                  <c:v>0.15</c:v>
                </c:pt>
                <c:pt idx="312">
                  <c:v>0.15</c:v>
                </c:pt>
                <c:pt idx="313">
                  <c:v>0.15</c:v>
                </c:pt>
                <c:pt idx="314">
                  <c:v>0.15</c:v>
                </c:pt>
                <c:pt idx="315">
                  <c:v>0.15</c:v>
                </c:pt>
                <c:pt idx="316">
                  <c:v>0.15</c:v>
                </c:pt>
                <c:pt idx="317">
                  <c:v>0.15</c:v>
                </c:pt>
                <c:pt idx="318">
                  <c:v>0.15</c:v>
                </c:pt>
                <c:pt idx="319">
                  <c:v>0.15</c:v>
                </c:pt>
                <c:pt idx="320">
                  <c:v>0.15</c:v>
                </c:pt>
                <c:pt idx="321">
                  <c:v>0.15</c:v>
                </c:pt>
                <c:pt idx="322">
                  <c:v>0.15</c:v>
                </c:pt>
                <c:pt idx="323">
                  <c:v>0.15</c:v>
                </c:pt>
                <c:pt idx="324">
                  <c:v>0.15</c:v>
                </c:pt>
                <c:pt idx="325">
                  <c:v>0.15</c:v>
                </c:pt>
                <c:pt idx="326">
                  <c:v>0.15</c:v>
                </c:pt>
                <c:pt idx="327">
                  <c:v>0.15</c:v>
                </c:pt>
                <c:pt idx="328">
                  <c:v>0.15</c:v>
                </c:pt>
                <c:pt idx="329">
                  <c:v>0.15</c:v>
                </c:pt>
                <c:pt idx="330">
                  <c:v>0.15</c:v>
                </c:pt>
                <c:pt idx="331">
                  <c:v>0.15</c:v>
                </c:pt>
                <c:pt idx="332">
                  <c:v>0.15</c:v>
                </c:pt>
                <c:pt idx="333">
                  <c:v>0.15</c:v>
                </c:pt>
                <c:pt idx="334">
                  <c:v>0.15</c:v>
                </c:pt>
                <c:pt idx="335">
                  <c:v>0.15</c:v>
                </c:pt>
                <c:pt idx="336">
                  <c:v>0.15</c:v>
                </c:pt>
                <c:pt idx="337">
                  <c:v>0.15</c:v>
                </c:pt>
                <c:pt idx="338">
                  <c:v>0.15</c:v>
                </c:pt>
                <c:pt idx="339">
                  <c:v>0.15</c:v>
                </c:pt>
                <c:pt idx="340">
                  <c:v>0.15</c:v>
                </c:pt>
                <c:pt idx="341">
                  <c:v>0.15</c:v>
                </c:pt>
                <c:pt idx="342">
                  <c:v>0.15</c:v>
                </c:pt>
                <c:pt idx="343">
                  <c:v>0.15</c:v>
                </c:pt>
                <c:pt idx="344">
                  <c:v>0.15</c:v>
                </c:pt>
                <c:pt idx="345">
                  <c:v>0.15</c:v>
                </c:pt>
                <c:pt idx="346">
                  <c:v>0.15</c:v>
                </c:pt>
                <c:pt idx="347">
                  <c:v>0.15</c:v>
                </c:pt>
                <c:pt idx="348">
                  <c:v>0.15</c:v>
                </c:pt>
                <c:pt idx="349">
                  <c:v>0.15</c:v>
                </c:pt>
                <c:pt idx="350">
                  <c:v>0.15</c:v>
                </c:pt>
                <c:pt idx="351">
                  <c:v>0.15</c:v>
                </c:pt>
                <c:pt idx="352">
                  <c:v>0.15</c:v>
                </c:pt>
                <c:pt idx="353">
                  <c:v>0.15</c:v>
                </c:pt>
                <c:pt idx="354">
                  <c:v>0.15</c:v>
                </c:pt>
                <c:pt idx="355">
                  <c:v>0.15</c:v>
                </c:pt>
                <c:pt idx="356">
                  <c:v>0.15</c:v>
                </c:pt>
                <c:pt idx="357">
                  <c:v>0.15</c:v>
                </c:pt>
                <c:pt idx="358">
                  <c:v>0.15</c:v>
                </c:pt>
                <c:pt idx="359">
                  <c:v>0.15</c:v>
                </c:pt>
                <c:pt idx="360">
                  <c:v>0.15</c:v>
                </c:pt>
                <c:pt idx="361">
                  <c:v>0.15</c:v>
                </c:pt>
                <c:pt idx="362">
                  <c:v>0.15</c:v>
                </c:pt>
                <c:pt idx="363">
                  <c:v>0.15</c:v>
                </c:pt>
                <c:pt idx="364">
                  <c:v>0.15</c:v>
                </c:pt>
                <c:pt idx="365">
                  <c:v>0.15</c:v>
                </c:pt>
                <c:pt idx="366">
                  <c:v>0.15</c:v>
                </c:pt>
                <c:pt idx="367">
                  <c:v>0.15</c:v>
                </c:pt>
                <c:pt idx="368">
                  <c:v>0.15</c:v>
                </c:pt>
                <c:pt idx="369">
                  <c:v>0.15</c:v>
                </c:pt>
                <c:pt idx="370">
                  <c:v>0.15</c:v>
                </c:pt>
                <c:pt idx="371">
                  <c:v>0.15</c:v>
                </c:pt>
                <c:pt idx="372">
                  <c:v>0.15</c:v>
                </c:pt>
                <c:pt idx="373">
                  <c:v>0.15</c:v>
                </c:pt>
                <c:pt idx="374">
                  <c:v>0.15</c:v>
                </c:pt>
                <c:pt idx="375">
                  <c:v>0.15</c:v>
                </c:pt>
                <c:pt idx="376">
                  <c:v>0.15</c:v>
                </c:pt>
                <c:pt idx="377">
                  <c:v>0.15</c:v>
                </c:pt>
                <c:pt idx="378">
                  <c:v>0.15</c:v>
                </c:pt>
                <c:pt idx="379">
                  <c:v>0.15</c:v>
                </c:pt>
                <c:pt idx="380">
                  <c:v>0.15</c:v>
                </c:pt>
                <c:pt idx="381">
                  <c:v>0.15</c:v>
                </c:pt>
                <c:pt idx="382">
                  <c:v>0.15</c:v>
                </c:pt>
                <c:pt idx="383">
                  <c:v>0.15</c:v>
                </c:pt>
                <c:pt idx="384">
                  <c:v>0.15</c:v>
                </c:pt>
                <c:pt idx="385">
                  <c:v>0.15</c:v>
                </c:pt>
                <c:pt idx="386">
                  <c:v>0.15</c:v>
                </c:pt>
                <c:pt idx="387">
                  <c:v>0.15</c:v>
                </c:pt>
                <c:pt idx="388">
                  <c:v>0.15</c:v>
                </c:pt>
                <c:pt idx="389">
                  <c:v>0.15</c:v>
                </c:pt>
                <c:pt idx="390">
                  <c:v>0.15</c:v>
                </c:pt>
                <c:pt idx="391">
                  <c:v>0.15</c:v>
                </c:pt>
                <c:pt idx="392">
                  <c:v>0.15</c:v>
                </c:pt>
                <c:pt idx="393">
                  <c:v>0.15</c:v>
                </c:pt>
                <c:pt idx="394">
                  <c:v>0.15</c:v>
                </c:pt>
                <c:pt idx="395">
                  <c:v>0.15</c:v>
                </c:pt>
                <c:pt idx="396">
                  <c:v>0.15</c:v>
                </c:pt>
                <c:pt idx="397">
                  <c:v>0.15</c:v>
                </c:pt>
                <c:pt idx="398">
                  <c:v>0.15</c:v>
                </c:pt>
                <c:pt idx="399">
                  <c:v>0.15</c:v>
                </c:pt>
                <c:pt idx="400">
                  <c:v>0.15</c:v>
                </c:pt>
                <c:pt idx="401">
                  <c:v>0.15</c:v>
                </c:pt>
                <c:pt idx="402">
                  <c:v>0.15</c:v>
                </c:pt>
                <c:pt idx="403">
                  <c:v>0.15</c:v>
                </c:pt>
                <c:pt idx="404">
                  <c:v>0.15</c:v>
                </c:pt>
                <c:pt idx="405">
                  <c:v>0.15</c:v>
                </c:pt>
                <c:pt idx="406">
                  <c:v>0.15</c:v>
                </c:pt>
                <c:pt idx="407">
                  <c:v>0.15</c:v>
                </c:pt>
                <c:pt idx="408">
                  <c:v>0.15</c:v>
                </c:pt>
                <c:pt idx="409">
                  <c:v>0.15</c:v>
                </c:pt>
                <c:pt idx="410">
                  <c:v>0.15</c:v>
                </c:pt>
                <c:pt idx="411">
                  <c:v>0.15</c:v>
                </c:pt>
                <c:pt idx="412">
                  <c:v>0.15</c:v>
                </c:pt>
                <c:pt idx="413">
                  <c:v>0.15</c:v>
                </c:pt>
                <c:pt idx="414">
                  <c:v>0.15</c:v>
                </c:pt>
                <c:pt idx="415">
                  <c:v>0.15</c:v>
                </c:pt>
                <c:pt idx="416">
                  <c:v>0.15</c:v>
                </c:pt>
                <c:pt idx="417">
                  <c:v>0.15</c:v>
                </c:pt>
                <c:pt idx="418">
                  <c:v>0.15</c:v>
                </c:pt>
                <c:pt idx="419">
                  <c:v>0.15</c:v>
                </c:pt>
                <c:pt idx="420">
                  <c:v>0.15</c:v>
                </c:pt>
                <c:pt idx="421">
                  <c:v>0.15</c:v>
                </c:pt>
                <c:pt idx="422">
                  <c:v>0.15</c:v>
                </c:pt>
                <c:pt idx="423">
                  <c:v>0.15</c:v>
                </c:pt>
                <c:pt idx="424">
                  <c:v>0.15</c:v>
                </c:pt>
                <c:pt idx="425">
                  <c:v>0.15</c:v>
                </c:pt>
                <c:pt idx="426">
                  <c:v>0.15</c:v>
                </c:pt>
                <c:pt idx="427">
                  <c:v>0.15</c:v>
                </c:pt>
                <c:pt idx="428">
                  <c:v>0.15</c:v>
                </c:pt>
                <c:pt idx="429">
                  <c:v>0.15</c:v>
                </c:pt>
                <c:pt idx="430">
                  <c:v>0.15</c:v>
                </c:pt>
                <c:pt idx="431">
                  <c:v>0.15</c:v>
                </c:pt>
                <c:pt idx="432">
                  <c:v>0.15</c:v>
                </c:pt>
                <c:pt idx="433">
                  <c:v>0.15</c:v>
                </c:pt>
                <c:pt idx="434">
                  <c:v>0.15</c:v>
                </c:pt>
                <c:pt idx="435">
                  <c:v>0.15</c:v>
                </c:pt>
                <c:pt idx="436">
                  <c:v>0.15</c:v>
                </c:pt>
                <c:pt idx="437">
                  <c:v>0.15</c:v>
                </c:pt>
                <c:pt idx="438">
                  <c:v>0.15</c:v>
                </c:pt>
                <c:pt idx="439">
                  <c:v>0.15</c:v>
                </c:pt>
                <c:pt idx="440">
                  <c:v>0.15</c:v>
                </c:pt>
                <c:pt idx="441">
                  <c:v>0.15</c:v>
                </c:pt>
                <c:pt idx="442">
                  <c:v>0.15</c:v>
                </c:pt>
                <c:pt idx="443">
                  <c:v>0.15</c:v>
                </c:pt>
                <c:pt idx="444">
                  <c:v>0.15</c:v>
                </c:pt>
                <c:pt idx="445">
                  <c:v>0.15</c:v>
                </c:pt>
                <c:pt idx="446">
                  <c:v>0.15</c:v>
                </c:pt>
                <c:pt idx="447">
                  <c:v>0.15</c:v>
                </c:pt>
                <c:pt idx="448">
                  <c:v>0.15</c:v>
                </c:pt>
                <c:pt idx="449">
                  <c:v>0.15</c:v>
                </c:pt>
                <c:pt idx="450">
                  <c:v>0.15</c:v>
                </c:pt>
                <c:pt idx="451">
                  <c:v>0.15</c:v>
                </c:pt>
                <c:pt idx="452">
                  <c:v>0.15</c:v>
                </c:pt>
                <c:pt idx="453">
                  <c:v>0.15</c:v>
                </c:pt>
                <c:pt idx="454">
                  <c:v>0.15</c:v>
                </c:pt>
                <c:pt idx="455">
                  <c:v>0.15</c:v>
                </c:pt>
                <c:pt idx="456">
                  <c:v>0.15</c:v>
                </c:pt>
                <c:pt idx="457">
                  <c:v>0.15</c:v>
                </c:pt>
                <c:pt idx="458">
                  <c:v>0.15</c:v>
                </c:pt>
                <c:pt idx="459">
                  <c:v>0.15</c:v>
                </c:pt>
                <c:pt idx="460">
                  <c:v>0.15</c:v>
                </c:pt>
                <c:pt idx="461">
                  <c:v>0.15</c:v>
                </c:pt>
                <c:pt idx="462">
                  <c:v>0.15</c:v>
                </c:pt>
                <c:pt idx="463">
                  <c:v>0.15</c:v>
                </c:pt>
                <c:pt idx="464">
                  <c:v>0.15</c:v>
                </c:pt>
                <c:pt idx="465">
                  <c:v>0.15</c:v>
                </c:pt>
                <c:pt idx="466">
                  <c:v>0.15</c:v>
                </c:pt>
                <c:pt idx="467">
                  <c:v>0.15</c:v>
                </c:pt>
                <c:pt idx="468">
                  <c:v>0.15</c:v>
                </c:pt>
                <c:pt idx="469">
                  <c:v>0.15</c:v>
                </c:pt>
                <c:pt idx="470">
                  <c:v>0.15</c:v>
                </c:pt>
                <c:pt idx="471">
                  <c:v>0.15</c:v>
                </c:pt>
                <c:pt idx="472">
                  <c:v>0.15</c:v>
                </c:pt>
                <c:pt idx="473">
                  <c:v>0.15</c:v>
                </c:pt>
                <c:pt idx="474">
                  <c:v>0.15</c:v>
                </c:pt>
                <c:pt idx="475">
                  <c:v>0.15</c:v>
                </c:pt>
                <c:pt idx="476">
                  <c:v>0.15</c:v>
                </c:pt>
                <c:pt idx="477">
                  <c:v>0.15</c:v>
                </c:pt>
                <c:pt idx="478">
                  <c:v>0.15</c:v>
                </c:pt>
                <c:pt idx="479">
                  <c:v>0.15</c:v>
                </c:pt>
                <c:pt idx="480">
                  <c:v>0.15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"/>
          <c:min val="-160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2262B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12262B"/>
                    </a:solidFill>
                    <a:latin typeface="+mn-lt"/>
                  </a:rPr>
                  <a:t>Hours before end of test (set 2)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2"/>
        <c:crossesAt val="-0.6"/>
        <c:auto val="1"/>
        <c:lblAlgn val="ctr"/>
        <c:noMultiLvlLbl val="1"/>
        <c:majorUnit val="20"/>
      </c:valAx>
      <c:valAx>
        <c:axId val="2094734552"/>
        <c:scaling>
          <c:orientation val="minMax"/>
          <c:max val="1.4"/>
          <c:min val="-0.6"/>
        </c:scaling>
        <c:delete val="0"/>
        <c:axPos val="l"/>
        <c:majorGridlines>
          <c:spPr>
            <a:ln w="6350" cap="flat">
              <a:solidFill>
                <a:srgbClr val="E1E8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2262B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12262B"/>
                    </a:solidFill>
                    <a:latin typeface="+mn-lt"/>
                  </a:rPr>
                  <a:t>Loudness growth vs neighbours (log)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4"/>
        <c:crossesAt val="-160"/>
        <c:crossBetween val="midCat"/>
        <c:majorUnit val="0.4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226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Usual method (fixed band, textbook rhythms)</c:v>
                </c:pt>
              </c:strCache>
            </c:strRef>
          </c:tx>
          <c:spPr>
            <a:solidFill>
              <a:srgbClr val="8A9A9B"/>
            </a:solidFill>
            <a:effectLst/>
          </c:spPr>
          <c:invertIfNegative val="0"/>
          <c:dLbls>
            <c:numFmt formatCode="0.0#&quot;×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2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Set 2 B1</c:v>
                  </c:pt>
                  <c:pt idx="1">
                    <c:v>Set 3 B3</c:v>
                  </c:pt>
                  <c:pt idx="2">
                    <c:v>Set 1 B3</c:v>
                  </c:pt>
                  <c:pt idx="3">
                    <c:v>Set 1 B4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1.88</c:v>
                </c:pt>
                <c:pt idx="1">
                  <c:v>1.03</c:v>
                </c:pt>
                <c:pt idx="2">
                  <c:v>2.5</c:v>
                </c:pt>
                <c:pt idx="3">
                  <c:v>1.03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system</c:v>
                </c:pt>
              </c:strCache>
            </c:strRef>
          </c:tx>
          <c:spPr>
            <a:solidFill>
              <a:srgbClr val="F26B4F"/>
            </a:solidFill>
            <a:effectLst/>
          </c:spPr>
          <c:invertIfNegative val="0"/>
          <c:dLbls>
            <c:numFmt formatCode="0.0#&quot;×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2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Set 2 B1</c:v>
                  </c:pt>
                  <c:pt idx="1">
                    <c:v>Set 3 B3</c:v>
                  </c:pt>
                  <c:pt idx="2">
                    <c:v>Set 1 B3</c:v>
                  </c:pt>
                  <c:pt idx="3">
                    <c:v>Set 1 B4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50.19</c:v>
                </c:pt>
                <c:pt idx="1">
                  <c:v>9.86</c:v>
                </c:pt>
                <c:pt idx="2">
                  <c:v>3.86</c:v>
                </c:pt>
                <c:pt idx="3">
                  <c:v>2.68</c:v>
                </c:pt>
              </c:numCache>
            </c:numRef>
          </c:val>
        </c:ser>
        <c:dLbls>
          <c:numFmt formatCode="0.0#&quot;×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226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 w="6350" cap="flat">
              <a:solidFill>
                <a:srgbClr val="E1E8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2262B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12262B"/>
                    </a:solidFill>
                    <a:latin typeface="+mn-lt"/>
                  </a:rPr>
                  <a:t>Separation (log scale)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226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Part I topic: diagnosing rolling-element bearing faults from vibration, using a real run-to-failure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Bearing failures stop production. We want vibration-only diagnosis that answers when, where and what, without needing recorded fault examples, because real failures are rare.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tests, about 9,500 snapshots recorded every 10 minutes until a bearing failed. Four failures are what we must find; the eight surviving bearings must not be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bearing part moves at a different speed, so a crack on it produces impacts at its own rate. The envelope spectrum shows those rates as peaks.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Healthy bearing: flat noise. Failing bearing: clear peaks at 230 Hz and its multiples, the outer-race rhythm. The real speed is 2.5% below nominal, so our method must search for the true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stages. Stage A uses loudness, which differs between bearings, to find which bearing and when. Stage B uses the rhythm, which every sensor hears, to identify the fault. No fault labels are needed: only physics and statistics of the healthy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2 example: bearing 1 crosses the alarm limit about 70 hours before the end, while its neighbours stay flat or drop. Over all three tests: 4 of 4 failures detected, median 61 hours early, 2 false alarms on 8 healthy bearings.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failed bearing is found and its fault type named. The inner-race fault shows up late, only 12 hours before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methods name the right fault, but the usual method wins twice by only 3%, a coin flip. Ours separates the true fault at least 2.7 times above the alternatives, thanks to the speed search and measuring peaks against local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and link to Part II: the Stage A loudness index is the signal a remaining-useful-life model can extrapolate.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7665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67665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Part I · Fault diagnosis · NASA/IMS bearing dataset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Bearing Fault Diagnosis with Vibration Data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Part I · Smart-factory fault diagnosis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NASA/IMS run-to-failure bearing dataset</a:t>
            </a:r>
            <a:endParaRPr lang="en-US" sz="2000" dirty="0"/>
          </a:p>
        </p:txBody>
      </p:sp>
      <p:sp>
        <p:nvSpPr>
          <p:cNvPr id="4" name="outer race"/>
          <p:cNvSpPr/>
          <p:nvPr/>
        </p:nvSpPr>
        <p:spPr>
          <a:xfrm>
            <a:off x="7589520" y="1508760"/>
            <a:ext cx="3840480" cy="3840480"/>
          </a:xfrm>
          <a:prstGeom prst="ellipse">
            <a:avLst/>
          </a:prstGeom>
          <a:solidFill>
            <a:srgbClr val="9CC9C4"/>
          </a:solidFill>
          <a:ln w="12700">
            <a:solidFill>
              <a:srgbClr val="9CC9C4"/>
            </a:solidFill>
            <a:prstDash val="solid"/>
          </a:ln>
        </p:spPr>
      </p:sp>
      <p:sp>
        <p:nvSpPr>
          <p:cNvPr id="5" name="outer race bore"/>
          <p:cNvSpPr/>
          <p:nvPr/>
        </p:nvSpPr>
        <p:spPr>
          <a:xfrm>
            <a:off x="7935163" y="1854403"/>
            <a:ext cx="3149194" cy="314919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inner race"/>
          <p:cNvSpPr/>
          <p:nvPr/>
        </p:nvSpPr>
        <p:spPr>
          <a:xfrm>
            <a:off x="8549640" y="2468880"/>
            <a:ext cx="1920240" cy="1920240"/>
          </a:xfrm>
          <a:prstGeom prst="ellipse">
            <a:avLst/>
          </a:prstGeom>
          <a:solidFill>
            <a:srgbClr val="9CC9C4"/>
          </a:solidFill>
          <a:ln w="12700">
            <a:solidFill>
              <a:srgbClr val="9CC9C4"/>
            </a:solidFill>
            <a:prstDash val="solid"/>
          </a:ln>
        </p:spPr>
      </p:sp>
      <p:sp>
        <p:nvSpPr>
          <p:cNvPr id="7" name="shaft bore"/>
          <p:cNvSpPr/>
          <p:nvPr/>
        </p:nvSpPr>
        <p:spPr>
          <a:xfrm>
            <a:off x="8895283" y="2814523"/>
            <a:ext cx="1228954" cy="122895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8" name="rolling element 1"/>
          <p:cNvSpPr/>
          <p:nvPr/>
        </p:nvSpPr>
        <p:spPr>
          <a:xfrm>
            <a:off x="10508285" y="3160166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9" name="rolling element 2"/>
          <p:cNvSpPr/>
          <p:nvPr/>
        </p:nvSpPr>
        <p:spPr>
          <a:xfrm>
            <a:off x="10338491" y="3793846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0" name="rolling element 3"/>
          <p:cNvSpPr/>
          <p:nvPr/>
        </p:nvSpPr>
        <p:spPr>
          <a:xfrm>
            <a:off x="9874606" y="4257731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1" name="rolling element 4"/>
          <p:cNvSpPr/>
          <p:nvPr/>
        </p:nvSpPr>
        <p:spPr>
          <a:xfrm>
            <a:off x="9240926" y="4427525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2" name="rolling element 5"/>
          <p:cNvSpPr/>
          <p:nvPr/>
        </p:nvSpPr>
        <p:spPr>
          <a:xfrm>
            <a:off x="8607247" y="4257731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3" name="rolling element 6"/>
          <p:cNvSpPr/>
          <p:nvPr/>
        </p:nvSpPr>
        <p:spPr>
          <a:xfrm>
            <a:off x="8143362" y="3793846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4" name="rolling element 7"/>
          <p:cNvSpPr/>
          <p:nvPr/>
        </p:nvSpPr>
        <p:spPr>
          <a:xfrm>
            <a:off x="7973568" y="3160166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5" name="rolling element 8"/>
          <p:cNvSpPr/>
          <p:nvPr/>
        </p:nvSpPr>
        <p:spPr>
          <a:xfrm>
            <a:off x="8143362" y="2526487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6" name="rolling element 9"/>
          <p:cNvSpPr/>
          <p:nvPr/>
        </p:nvSpPr>
        <p:spPr>
          <a:xfrm>
            <a:off x="8607247" y="2062602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7" name="rolling element 10"/>
          <p:cNvSpPr/>
          <p:nvPr/>
        </p:nvSpPr>
        <p:spPr>
          <a:xfrm>
            <a:off x="9240926" y="1892808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8" name="rolling element 11"/>
          <p:cNvSpPr/>
          <p:nvPr/>
        </p:nvSpPr>
        <p:spPr>
          <a:xfrm>
            <a:off x="9874606" y="2062602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9" name="rolling element 12"/>
          <p:cNvSpPr/>
          <p:nvPr/>
        </p:nvSpPr>
        <p:spPr>
          <a:xfrm>
            <a:off x="10338491" y="2526487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Problem: bearings fail without warning and stop the 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Bearings sit in every motor, pump, fan and spindle.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Goal: using only vibration sensors and no fault examples, answer three questions.</a:t>
            </a:r>
            <a:endParaRPr lang="en-US" sz="1800" dirty="0"/>
          </a:p>
        </p:txBody>
      </p:sp>
      <p:sp>
        <p:nvSpPr>
          <p:cNvPr id="4" name="question When?"/>
          <p:cNvSpPr/>
          <p:nvPr/>
        </p:nvSpPr>
        <p:spPr>
          <a:xfrm>
            <a:off x="548640" y="23774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When? circle"/>
          <p:cNvSpPr/>
          <p:nvPr/>
        </p:nvSpPr>
        <p:spPr>
          <a:xfrm>
            <a:off x="1847088" y="269748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When? icon" descr="When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688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794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When?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434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When did the bearing stop being healthy?</a:t>
            </a:r>
            <a:endParaRPr lang="en-US" sz="1700" dirty="0"/>
          </a:p>
        </p:txBody>
      </p:sp>
      <p:sp>
        <p:nvSpPr>
          <p:cNvPr id="9" name="question Where?"/>
          <p:cNvSpPr/>
          <p:nvPr/>
        </p:nvSpPr>
        <p:spPr>
          <a:xfrm>
            <a:off x="4343400" y="23774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Where? circle"/>
          <p:cNvSpPr/>
          <p:nvPr/>
        </p:nvSpPr>
        <p:spPr>
          <a:xfrm>
            <a:off x="5641848" y="269748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Where? icon" descr="Where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794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Where?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4434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Which bearing on the shaft is failing?</a:t>
            </a:r>
            <a:endParaRPr lang="en-US" sz="1700" dirty="0"/>
          </a:p>
        </p:txBody>
      </p:sp>
      <p:sp>
        <p:nvSpPr>
          <p:cNvPr id="14" name="question What?"/>
          <p:cNvSpPr/>
          <p:nvPr/>
        </p:nvSpPr>
        <p:spPr>
          <a:xfrm>
            <a:off x="8138160" y="23774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What? circle"/>
          <p:cNvSpPr/>
          <p:nvPr/>
        </p:nvSpPr>
        <p:spPr>
          <a:xfrm>
            <a:off x="9436608" y="269748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What? icon" descr="What?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208" y="29260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794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What?</a:t>
            </a:r>
            <a:endParaRPr lang="en-US" sz="28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4434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Outer race, inner race or rolling element?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Dataset: 4 bearings on one shaft, run until failure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run-to-failure tests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9,464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1-second snapshots at 20 kHz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bearings failed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bearings stayed healthy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74320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Test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Duration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Failed bearing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Real fault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Set 1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828 h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B3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Inner race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Set 1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828 h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B4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Rolling element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Set 2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164 h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B1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Outer race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Set 3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1,073 h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B3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Outer race</a:t>
                      </a:r>
                      <a:endParaRPr lang="en-US" sz="18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NASA/IMS (Center for Intelligent Maintenance Systems) data · Rexnord ZA-2115 bearings · 2,000 rpm (revolutions per minute) · B1-B4 = bearing 1-4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we do with the data: turn vibration into a fault rhythm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54864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1. Raw vibration circle"/>
          <p:cNvSpPr/>
          <p:nvPr/>
        </p:nvSpPr>
        <p:spPr>
          <a:xfrm>
            <a:off x="1463040" y="15544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1. Raw vibration icon" descr="1. Raw vib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 Raw vibration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s snapshot from each sensor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3163824" y="2286000"/>
            <a:ext cx="164592" cy="274320"/>
          </a:xfrm>
          <a:prstGeom prst="rtTriangle">
            <a:avLst/>
          </a:prstGeom>
          <a:solidFill>
            <a:srgbClr val="8A9A9B"/>
          </a:solidFill>
          <a:ln w="12700">
            <a:solidFill>
              <a:srgbClr val="8A9A9B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38328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2. Envelope circle"/>
          <p:cNvSpPr/>
          <p:nvPr/>
        </p:nvSpPr>
        <p:spPr>
          <a:xfrm>
            <a:off x="4297680" y="15544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2. Envelope icon" descr="2. Envelo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373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Envelope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trace the outline of the impact 'clicks'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5998464" y="2286000"/>
            <a:ext cx="164592" cy="274320"/>
          </a:xfrm>
          <a:prstGeom prst="rtTriangle">
            <a:avLst/>
          </a:prstGeom>
          <a:solidFill>
            <a:srgbClr val="8A9A9B"/>
          </a:solidFill>
          <a:ln w="12700">
            <a:solidFill>
              <a:srgbClr val="8A9A9B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621792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3. Spectrum circle"/>
          <p:cNvSpPr/>
          <p:nvPr/>
        </p:nvSpPr>
        <p:spPr>
          <a:xfrm>
            <a:off x="7132320" y="15544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3. Spectrum icon" descr="3. Spectru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373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0080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 Spectrum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rhythms (Hz = per second) are present</a:t>
            </a:r>
            <a:endParaRPr lang="en-US" sz="1400" dirty="0"/>
          </a:p>
        </p:txBody>
      </p:sp>
      <p:sp>
        <p:nvSpPr>
          <p:cNvPr id="20" name="arrow 3"/>
          <p:cNvSpPr/>
          <p:nvPr/>
        </p:nvSpPr>
        <p:spPr>
          <a:xfrm>
            <a:off x="8833104" y="2286000"/>
            <a:ext cx="164592" cy="274320"/>
          </a:xfrm>
          <a:prstGeom prst="rtTriangle">
            <a:avLst/>
          </a:prstGeom>
          <a:solidFill>
            <a:srgbClr val="8A9A9B"/>
          </a:solidFill>
          <a:ln w="12700">
            <a:solidFill>
              <a:srgbClr val="8A9A9B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905256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4. Match circle"/>
          <p:cNvSpPr/>
          <p:nvPr/>
        </p:nvSpPr>
        <p:spPr>
          <a:xfrm>
            <a:off x="9966960" y="15544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4. Match icon" descr="4. Mat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17373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3544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 Match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23544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peaks with each part's rhythm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7589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7490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Damaged part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Rhythm name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Clicks per second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Outer race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BPFO (Ball Pass Frequency, Outer)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236 Hz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Inner race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BPFI (Ball Pass Frequency, Inner)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297 Hz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Rolling element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2BSF (2 × Ball Spin Frequency)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280 Hz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Cage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FTF (Fundamental Train Frequency)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 Hz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key idea"/>
          <p:cNvSpPr/>
          <p:nvPr/>
        </p:nvSpPr>
        <p:spPr>
          <a:xfrm>
            <a:off x="8412480" y="3794760"/>
            <a:ext cx="320040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641080" y="39776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Key idea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Like a pebble in a bike tyre: count the ticks per second and you know which part is damaged.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damaged bearing shows sharp peaks at its fault rhythm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8229600" cy="4983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pectrum reading"/>
          <p:cNvSpPr/>
          <p:nvPr/>
        </p:nvSpPr>
        <p:spPr>
          <a:xfrm>
            <a:off x="9052560" y="1371600"/>
            <a:ext cx="2560320" cy="47548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35440" y="1554480"/>
            <a:ext cx="2194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Set 2, bearing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Peaks at 230, 461, 692 Hz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= outer-race rhythm and its multiples.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But not at 236 Hz: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real shaft runs about 2.5% slower than the nameplate.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Loudness tells where and when; rhythm tells what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Stage A · WHERE and WHEN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Stage B · WHAT</a:t>
            </a:r>
            <a:endParaRPr lang="en-US" sz="1700" dirty="0"/>
          </a:p>
        </p:txBody>
      </p:sp>
      <p:sp>
        <p:nvSpPr>
          <p:cNvPr id="5" name="stage A step 1"/>
          <p:cNvSpPr/>
          <p:nvPr/>
        </p:nvSpPr>
        <p:spPr>
          <a:xfrm>
            <a:off x="548640" y="173736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1F8A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Loudness growth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RMS (vibration energy) vs its own healthy start</a:t>
            </a:r>
            <a:endParaRPr lang="en-US" sz="1600" dirty="0"/>
          </a:p>
        </p:txBody>
      </p:sp>
      <p:sp>
        <p:nvSpPr>
          <p:cNvPr id="7" name="stage A step 2"/>
          <p:cNvSpPr/>
          <p:nvPr/>
        </p:nvSpPr>
        <p:spPr>
          <a:xfrm>
            <a:off x="548640" y="28346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1F8A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8346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Compare with neighbours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subtract the other bearings' growth</a:t>
            </a:r>
            <a:endParaRPr lang="en-US" sz="1600" dirty="0"/>
          </a:p>
        </p:txBody>
      </p:sp>
      <p:sp>
        <p:nvSpPr>
          <p:cNvPr id="9" name="stage A step 3"/>
          <p:cNvSpPr/>
          <p:nvPr/>
        </p:nvSpPr>
        <p:spPr>
          <a:xfrm>
            <a:off x="548640" y="393192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1F8A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931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Alarm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≥ 16% louder than neighbours for 1 hour</a:t>
            </a:r>
            <a:endParaRPr lang="en-US" sz="1600" dirty="0"/>
          </a:p>
        </p:txBody>
      </p:sp>
      <p:sp>
        <p:nvSpPr>
          <p:cNvPr id="11" name="stage B step 1"/>
          <p:cNvSpPr/>
          <p:nvPr/>
        </p:nvSpPr>
        <p:spPr>
          <a:xfrm>
            <a:off x="6400800" y="173736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26B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7373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Envelope spectrum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best frequency band, peaks vs local noise</a:t>
            </a:r>
            <a:endParaRPr lang="en-US" sz="1600" dirty="0"/>
          </a:p>
        </p:txBody>
      </p:sp>
      <p:sp>
        <p:nvSpPr>
          <p:cNvPr id="13" name="stage B step 2"/>
          <p:cNvSpPr/>
          <p:nvPr/>
        </p:nvSpPr>
        <p:spPr>
          <a:xfrm>
            <a:off x="6400800" y="28346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26B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8346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Match fault rhythms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search the real speed (95-101% of nameplate)</a:t>
            </a:r>
            <a:endParaRPr lang="en-US" sz="1600" dirty="0"/>
          </a:p>
        </p:txBody>
      </p:sp>
      <p:sp>
        <p:nvSpPr>
          <p:cNvPr id="15" name="stage B step 3"/>
          <p:cNvSpPr/>
          <p:nvPr/>
        </p:nvSpPr>
        <p:spPr>
          <a:xfrm>
            <a:off x="6400800" y="393192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26B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931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Fault evidence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compared with all healthy bearings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54680" y="2606040"/>
            <a:ext cx="914" cy="228600"/>
          </a:xfrm>
          <a:prstGeom prst="line">
            <a:avLst/>
          </a:prstGeom>
          <a:noFill/>
          <a:ln w="19050">
            <a:solidFill>
              <a:srgbClr val="8A9A9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06840" y="2606040"/>
            <a:ext cx="914" cy="228600"/>
          </a:xfrm>
          <a:prstGeom prst="line">
            <a:avLst/>
          </a:prstGeom>
          <a:noFill/>
          <a:ln w="19050">
            <a:solidFill>
              <a:srgbClr val="8A9A9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154680" y="3703320"/>
            <a:ext cx="914" cy="228600"/>
          </a:xfrm>
          <a:prstGeom prst="line">
            <a:avLst/>
          </a:prstGeom>
          <a:noFill/>
          <a:ln w="19050">
            <a:solidFill>
              <a:srgbClr val="8A9A9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06840" y="3703320"/>
            <a:ext cx="914" cy="228600"/>
          </a:xfrm>
          <a:prstGeom prst="line">
            <a:avLst/>
          </a:prstGeom>
          <a:noFill/>
          <a:ln w="19050">
            <a:solidFill>
              <a:srgbClr val="8A9A9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154680" y="4800600"/>
            <a:ext cx="914" cy="457200"/>
          </a:xfrm>
          <a:prstGeom prst="line">
            <a:avLst/>
          </a:prstGeom>
          <a:noFill/>
          <a:ln w="19050">
            <a:solidFill>
              <a:srgbClr val="8A9A9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06840" y="4800600"/>
            <a:ext cx="914" cy="457200"/>
          </a:xfrm>
          <a:prstGeom prst="line">
            <a:avLst/>
          </a:prstGeom>
          <a:noFill/>
          <a:ln w="19050">
            <a:solidFill>
              <a:srgbClr val="8A9A9B"/>
            </a:solidFill>
            <a:prstDash val="solid"/>
            <a:tailEnd type="triangle"/>
          </a:ln>
        </p:spPr>
      </p:sp>
      <p:sp>
        <p:nvSpPr>
          <p:cNvPr id="23" name="output"/>
          <p:cNvSpPr/>
          <p:nvPr/>
        </p:nvSpPr>
        <p:spPr>
          <a:xfrm>
            <a:off x="2194560" y="5257800"/>
            <a:ext cx="7772400" cy="868680"/>
          </a:xfrm>
          <a:prstGeom prst="roundRect">
            <a:avLst>
              <a:gd name="adj" fmla="val 8421"/>
            </a:avLst>
          </a:prstGeom>
          <a:solidFill>
            <a:srgbClr val="0F4C5C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86000" y="52578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Diagnosis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which bearing · since when · which fault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 1: the failing bearing pulls away from its neighbours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8138160" cy="4983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905256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905256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failures detected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052560" y="2880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h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905256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median warning before the end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052560" y="4480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9052560" y="5349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healthy bearings falsely alarmed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 2: all 4 fault types named correctly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2004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Failed bearing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Real fault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Our diagnosis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Warning before end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Set 1 · B4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Rolling element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Rolling element ✔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97 h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Set 2 · B1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Outer race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Outer race ✔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70 h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Set 3 · B3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Outer race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Outer race ✔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53 h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Set 1 · B3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Inner race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Inner race ✔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12 h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ote circle"/>
          <p:cNvSpPr/>
          <p:nvPr/>
        </p:nvSpPr>
        <p:spPr>
          <a:xfrm>
            <a:off x="548640" y="46177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note icon" descr="no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75488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45720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Healthy bearings: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6 of 8 never alarmed. One alarm came during a neighbour's final breakdown; the other was a short bump the system refused to name.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 3: our answer is clear; the usual method guesses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8138160" cy="4983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eparation explainer"/>
          <p:cNvSpPr/>
          <p:nvPr/>
        </p:nvSpPr>
        <p:spPr>
          <a:xfrm>
            <a:off x="9052560" y="137160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35440" y="155448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Separation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= true fault's evidence ÷ strongest wrong fault's evidence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1.0 = coin flip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Usual method: 1.03× twice.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Ours: at least 2.7×.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Loudness finds it; rhythm names it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accent6"/>
                </a:solidFill>
              </a:rPr>
              <a:t>All 4 failures found, median 61 h early, every fault named</a:t>
            </a:r>
            <a:endParaRPr lang="en-US" sz="2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accent6"/>
                </a:solidFill>
              </a:rPr>
              <a:t>Works without fault examples: physics + healthy data only</a:t>
            </a:r>
            <a:endParaRPr lang="en-US" sz="2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accent6"/>
                </a:solidFill>
              </a:rPr>
              <a:t>Limit: only 4 failures, so treat results as a case study</a:t>
            </a:r>
            <a:endParaRPr lang="en-US" sz="2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accent6"/>
                </a:solidFill>
              </a:rPr>
              <a:t>Part II: predict RUL (Remaining Useful Life) from the alarm</a:t>
            </a:r>
            <a:endParaRPr lang="en-US" sz="2000" dirty="0"/>
          </a:p>
        </p:txBody>
      </p:sp>
      <p:sp>
        <p:nvSpPr>
          <p:cNvPr id="4" name="outer race"/>
          <p:cNvSpPr/>
          <p:nvPr/>
        </p:nvSpPr>
        <p:spPr>
          <a:xfrm>
            <a:off x="7589520" y="1508760"/>
            <a:ext cx="3840480" cy="3840480"/>
          </a:xfrm>
          <a:prstGeom prst="ellipse">
            <a:avLst/>
          </a:prstGeom>
          <a:solidFill>
            <a:srgbClr val="9CC9C4"/>
          </a:solidFill>
          <a:ln w="12700">
            <a:solidFill>
              <a:srgbClr val="9CC9C4"/>
            </a:solidFill>
            <a:prstDash val="solid"/>
          </a:ln>
        </p:spPr>
      </p:sp>
      <p:sp>
        <p:nvSpPr>
          <p:cNvPr id="5" name="outer race bore"/>
          <p:cNvSpPr/>
          <p:nvPr/>
        </p:nvSpPr>
        <p:spPr>
          <a:xfrm>
            <a:off x="7935163" y="1854403"/>
            <a:ext cx="3149194" cy="314919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inner race"/>
          <p:cNvSpPr/>
          <p:nvPr/>
        </p:nvSpPr>
        <p:spPr>
          <a:xfrm>
            <a:off x="8549640" y="2468880"/>
            <a:ext cx="1920240" cy="1920240"/>
          </a:xfrm>
          <a:prstGeom prst="ellipse">
            <a:avLst/>
          </a:prstGeom>
          <a:solidFill>
            <a:srgbClr val="9CC9C4"/>
          </a:solidFill>
          <a:ln w="12700">
            <a:solidFill>
              <a:srgbClr val="9CC9C4"/>
            </a:solidFill>
            <a:prstDash val="solid"/>
          </a:ln>
        </p:spPr>
      </p:sp>
      <p:sp>
        <p:nvSpPr>
          <p:cNvPr id="7" name="shaft bore"/>
          <p:cNvSpPr/>
          <p:nvPr/>
        </p:nvSpPr>
        <p:spPr>
          <a:xfrm>
            <a:off x="8895283" y="2814523"/>
            <a:ext cx="1228954" cy="122895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8" name="rolling element 1"/>
          <p:cNvSpPr/>
          <p:nvPr/>
        </p:nvSpPr>
        <p:spPr>
          <a:xfrm>
            <a:off x="10508285" y="3160166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9" name="rolling element 2"/>
          <p:cNvSpPr/>
          <p:nvPr/>
        </p:nvSpPr>
        <p:spPr>
          <a:xfrm>
            <a:off x="10338491" y="3793846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0" name="rolling element 3"/>
          <p:cNvSpPr/>
          <p:nvPr/>
        </p:nvSpPr>
        <p:spPr>
          <a:xfrm>
            <a:off x="9874606" y="4257731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1" name="rolling element 4"/>
          <p:cNvSpPr/>
          <p:nvPr/>
        </p:nvSpPr>
        <p:spPr>
          <a:xfrm>
            <a:off x="9240926" y="4427525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2" name="rolling element 5"/>
          <p:cNvSpPr/>
          <p:nvPr/>
        </p:nvSpPr>
        <p:spPr>
          <a:xfrm>
            <a:off x="8607247" y="4257731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3" name="rolling element 6"/>
          <p:cNvSpPr/>
          <p:nvPr/>
        </p:nvSpPr>
        <p:spPr>
          <a:xfrm>
            <a:off x="8143362" y="3793846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4" name="rolling element 7"/>
          <p:cNvSpPr/>
          <p:nvPr/>
        </p:nvSpPr>
        <p:spPr>
          <a:xfrm>
            <a:off x="7973568" y="3160166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5" name="rolling element 8"/>
          <p:cNvSpPr/>
          <p:nvPr/>
        </p:nvSpPr>
        <p:spPr>
          <a:xfrm>
            <a:off x="8143362" y="2526487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6" name="rolling element 9"/>
          <p:cNvSpPr/>
          <p:nvPr/>
        </p:nvSpPr>
        <p:spPr>
          <a:xfrm>
            <a:off x="8607247" y="2062602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7" name="rolling element 10"/>
          <p:cNvSpPr/>
          <p:nvPr/>
        </p:nvSpPr>
        <p:spPr>
          <a:xfrm>
            <a:off x="9240926" y="1892808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8" name="rolling element 11"/>
          <p:cNvSpPr/>
          <p:nvPr/>
        </p:nvSpPr>
        <p:spPr>
          <a:xfrm>
            <a:off x="9874606" y="2062602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9" name="rolling element 12"/>
          <p:cNvSpPr/>
          <p:nvPr/>
        </p:nvSpPr>
        <p:spPr>
          <a:xfrm>
            <a:off x="10338491" y="2526487"/>
            <a:ext cx="537667" cy="537667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Teal Workshop">
  <a:themeElements>
    <a:clrScheme name="Teal Workshop">
      <a:dk1>
        <a:srgbClr val="12262B"/>
      </a:dk1>
      <a:lt1>
        <a:srgbClr val="FFFFFF"/>
      </a:lt1>
      <a:dk2>
        <a:srgbClr val="0F4C5C"/>
      </a:dk2>
      <a:lt2>
        <a:srgbClr val="EDF5F4"/>
      </a:lt2>
      <a:accent1>
        <a:srgbClr val="F26B4F"/>
      </a:accent1>
      <a:accent2>
        <a:srgbClr val="1F8A8A"/>
      </a:accent2>
      <a:accent3>
        <a:srgbClr val="8A9A9B"/>
      </a:accent3>
      <a:accent4>
        <a:srgbClr val="3E9B5F"/>
      </a:accent4>
      <a:accent5>
        <a:srgbClr val="D64545"/>
      </a:accent5>
      <a:accent6>
        <a:srgbClr val="9CC9C4"/>
      </a:accent6>
      <a:hlink>
        <a:srgbClr val="1F8A8A"/>
      </a:hlink>
      <a:folHlink>
        <a:srgbClr val="6B5B95"/>
      </a:folHlink>
    </a:clrScheme>
    <a:fontScheme name="Teal Worksho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Bearing Fault Diagnosis with Vibration Data</dc:title>
  <dc:subject>Part I: fault diagnosis, NASA/IMS bearing dataset</dc:subject>
  <dc:creator>PptxGenJS</dc:creator>
  <cp:lastModifiedBy>PptxGenJS</cp:lastModifiedBy>
  <cp:revision>1</cp:revision>
  <dcterms:created xsi:type="dcterms:W3CDTF">2026-10-12T07:00:30Z</dcterms:created>
  <dcterms:modified xsi:type="dcterms:W3CDTF">2026-10-12T07:00:30Z</dcterms:modified>
</cp:coreProperties>
</file>